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1.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slides/charts/chart2.xml" ContentType="application/vnd.openxmlformats-officedocument.drawingml.chart+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e727448e95cb445e" /><Relationship Type="http://schemas.openxmlformats.org/officeDocument/2006/relationships/extended-properties" Target="/docProps/app.xml" Id="R1211c68d1d064177" /><Relationship Type="http://schemas.openxmlformats.org/officeDocument/2006/relationships/officeDocument" Target="/ppt/presentation.xml" Id="Rcf34a49aaf294b49" /></Relationships>
</file>

<file path=ppt/presentation.xml><?xml version="1.0" encoding="utf-8"?>
<p:presentation xmlns:p="http://schemas.openxmlformats.org/presentationml/2006/main">
  <p:sldMasterIdLst>
    <p:sldMasterId xmlns:r="http://schemas.openxmlformats.org/officeDocument/2006/relationships" id="2147483648" r:id="R9a1a7cdd1d014e43"/>
  </p:sldMasterIdLst>
  <p:notesMasterIdLst>
    <p:notesMasterId xmlns:r="http://schemas.openxmlformats.org/officeDocument/2006/relationships" r:id="Rc0d331afb8014b1d"/>
  </p:notesMasterIdLst>
  <p:sldIdLst>
    <p:sldId xmlns:r="http://schemas.openxmlformats.org/officeDocument/2006/relationships" id="256" r:id="Ra4740f2fee0140bf"/>
    <p:sldId xmlns:r="http://schemas.openxmlformats.org/officeDocument/2006/relationships" id="257" r:id="R797206162290478a"/>
    <p:sldId xmlns:r="http://schemas.openxmlformats.org/officeDocument/2006/relationships" id="258" r:id="R6b4030dcdaf449a7"/>
    <p:sldId xmlns:r="http://schemas.openxmlformats.org/officeDocument/2006/relationships" id="259" r:id="Rd47f175984a44af2"/>
    <p:sldId xmlns:r="http://schemas.openxmlformats.org/officeDocument/2006/relationships" id="260" r:id="Rfbdda2c57fd849c7"/>
    <p:sldId xmlns:r="http://schemas.openxmlformats.org/officeDocument/2006/relationships" id="261" r:id="R02f04c4eba574d1d"/>
    <p:sldId xmlns:r="http://schemas.openxmlformats.org/officeDocument/2006/relationships" id="262" r:id="R50b9055e2a4240b8"/>
    <p:sldId xmlns:r="http://schemas.openxmlformats.org/officeDocument/2006/relationships" id="263" r:id="Rb88835f0f7b1478e"/>
    <p:sldId xmlns:r="http://schemas.openxmlformats.org/officeDocument/2006/relationships" id="264" r:id="Rc5b915de71454eaf"/>
    <p:sldId xmlns:r="http://schemas.openxmlformats.org/officeDocument/2006/relationships" id="265" r:id="R33a35622e4704f54"/>
    <p:sldId xmlns:r="http://schemas.openxmlformats.org/officeDocument/2006/relationships" id="266" r:id="R41995e9db5c14206"/>
    <p:sldId xmlns:r="http://schemas.openxmlformats.org/officeDocument/2006/relationships" id="267" r:id="Raa1f4430839a42a1"/>
    <p:sldId xmlns:r="http://schemas.openxmlformats.org/officeDocument/2006/relationships" id="268" r:id="Rc36e394fac5e4e5e"/>
    <p:sldId xmlns:r="http://schemas.openxmlformats.org/officeDocument/2006/relationships" id="269" r:id="Rb6554ffd254e4e6e"/>
    <p:sldId xmlns:r="http://schemas.openxmlformats.org/officeDocument/2006/relationships" id="270" r:id="R7fbd163bcbc44df6"/>
    <p:sldId xmlns:r="http://schemas.openxmlformats.org/officeDocument/2006/relationships" id="271" r:id="R520e1f7af95d4c88"/>
    <p:sldId xmlns:r="http://schemas.openxmlformats.org/officeDocument/2006/relationships" id="272" r:id="R44fcb6936c004f37"/>
    <p:sldId xmlns:r="http://schemas.openxmlformats.org/officeDocument/2006/relationships" id="273" r:id="R05a0b3f07418454f"/>
    <p:sldId xmlns:r="http://schemas.openxmlformats.org/officeDocument/2006/relationships" id="274" r:id="R92a0d8e381744791"/>
    <p:sldId xmlns:r="http://schemas.openxmlformats.org/officeDocument/2006/relationships" id="275" r:id="Ra589534c3b49448d"/>
    <p:sldId xmlns:r="http://schemas.openxmlformats.org/officeDocument/2006/relationships" id="276" r:id="Rea2eb61a28f444a2"/>
    <p:sldId xmlns:r="http://schemas.openxmlformats.org/officeDocument/2006/relationships" id="277" r:id="Rb0347e9fc0974834"/>
    <p:sldId xmlns:r="http://schemas.openxmlformats.org/officeDocument/2006/relationships" id="278" r:id="R0b0bcbe16ffa40e5"/>
    <p:sldId xmlns:r="http://schemas.openxmlformats.org/officeDocument/2006/relationships" id="279" r:id="R6af1389c2d3b4ae6"/>
    <p:sldId xmlns:r="http://schemas.openxmlformats.org/officeDocument/2006/relationships" id="280" r:id="R0a42cf91cb8a48d1"/>
    <p:sldId xmlns:r="http://schemas.openxmlformats.org/officeDocument/2006/relationships" id="281" r:id="Re4eea635b0b24095"/>
    <p:sldId xmlns:r="http://schemas.openxmlformats.org/officeDocument/2006/relationships" id="282" r:id="R438483ddc73c4115"/>
    <p:sldId xmlns:r="http://schemas.openxmlformats.org/officeDocument/2006/relationships" id="283" r:id="R314c52c22cf94f27"/>
    <p:sldId xmlns:r="http://schemas.openxmlformats.org/officeDocument/2006/relationships" id="284" r:id="R4d317f2871974ad8"/>
    <p:sldId xmlns:r="http://schemas.openxmlformats.org/officeDocument/2006/relationships" id="285" r:id="R8380d32fe6f94777"/>
    <p:sldId xmlns:r="http://schemas.openxmlformats.org/officeDocument/2006/relationships" id="286" r:id="Rbdcc61762f5a4dfd"/>
  </p:sldIdLst>
  <p:sldSz cx="9144000" cy="5143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ea4e61991304db1" /><Relationship Type="http://schemas.openxmlformats.org/officeDocument/2006/relationships/slideMaster" Target="/ppt/slideMasters/slideMaster1.xml" Id="R9a1a7cdd1d014e43" /><Relationship Type="http://schemas.openxmlformats.org/officeDocument/2006/relationships/notesMaster" Target="/ppt/notesMasters/notesMaster1.xml" Id="Rc0d331afb8014b1d" /><Relationship Type="http://schemas.openxmlformats.org/officeDocument/2006/relationships/presProps" Target="/ppt/presProps.xml" Id="R88f97a3a1e1a4401" /><Relationship Type="http://schemas.openxmlformats.org/officeDocument/2006/relationships/tableStyles" Target="/ppt/tableStyles.xml" Id="R88e4e720344a4d89" /><Relationship Type="http://schemas.openxmlformats.org/officeDocument/2006/relationships/slide" Target="/ppt/slides/slide1.xml" Id="Ra4740f2fee0140bf" /><Relationship Type="http://schemas.openxmlformats.org/officeDocument/2006/relationships/slide" Target="/ppt/slides/slide2.xml" Id="R797206162290478a" /><Relationship Type="http://schemas.openxmlformats.org/officeDocument/2006/relationships/slide" Target="/ppt/slides/slide3.xml" Id="R6b4030dcdaf449a7" /><Relationship Type="http://schemas.openxmlformats.org/officeDocument/2006/relationships/slide" Target="/ppt/slides/slide4.xml" Id="Rd47f175984a44af2" /><Relationship Type="http://schemas.openxmlformats.org/officeDocument/2006/relationships/slide" Target="/ppt/slides/slide5.xml" Id="Rfbdda2c57fd849c7" /><Relationship Type="http://schemas.openxmlformats.org/officeDocument/2006/relationships/slide" Target="/ppt/slides/slide6.xml" Id="R02f04c4eba574d1d" /><Relationship Type="http://schemas.openxmlformats.org/officeDocument/2006/relationships/slide" Target="/ppt/slides/slide7.xml" Id="R50b9055e2a4240b8" /><Relationship Type="http://schemas.openxmlformats.org/officeDocument/2006/relationships/slide" Target="/ppt/slides/slide8.xml" Id="Rb88835f0f7b1478e" /><Relationship Type="http://schemas.openxmlformats.org/officeDocument/2006/relationships/slide" Target="/ppt/slides/slide9.xml" Id="Rc5b915de71454eaf" /><Relationship Type="http://schemas.openxmlformats.org/officeDocument/2006/relationships/slide" Target="/ppt/slides/slide10.xml" Id="R33a35622e4704f54" /><Relationship Type="http://schemas.openxmlformats.org/officeDocument/2006/relationships/slide" Target="/ppt/slides/slide11.xml" Id="R41995e9db5c14206" /><Relationship Type="http://schemas.openxmlformats.org/officeDocument/2006/relationships/slide" Target="/ppt/slides/slide12.xml" Id="Raa1f4430839a42a1" /><Relationship Type="http://schemas.openxmlformats.org/officeDocument/2006/relationships/slide" Target="/ppt/slides/slide13.xml" Id="Rc36e394fac5e4e5e" /><Relationship Type="http://schemas.openxmlformats.org/officeDocument/2006/relationships/slide" Target="/ppt/slides/slide14.xml" Id="Rb6554ffd254e4e6e" /><Relationship Type="http://schemas.openxmlformats.org/officeDocument/2006/relationships/slide" Target="/ppt/slides/slide15.xml" Id="R7fbd163bcbc44df6" /><Relationship Type="http://schemas.openxmlformats.org/officeDocument/2006/relationships/slide" Target="/ppt/slides/slide16.xml" Id="R520e1f7af95d4c88" /><Relationship Type="http://schemas.openxmlformats.org/officeDocument/2006/relationships/slide" Target="/ppt/slides/slide17.xml" Id="R44fcb6936c004f37" /><Relationship Type="http://schemas.openxmlformats.org/officeDocument/2006/relationships/slide" Target="/ppt/slides/slide18.xml" Id="R05a0b3f07418454f" /><Relationship Type="http://schemas.openxmlformats.org/officeDocument/2006/relationships/slide" Target="/ppt/slides/slide19.xml" Id="R92a0d8e381744791" /><Relationship Type="http://schemas.openxmlformats.org/officeDocument/2006/relationships/slide" Target="/ppt/slides/slide20.xml" Id="Ra589534c3b49448d" /><Relationship Type="http://schemas.openxmlformats.org/officeDocument/2006/relationships/slide" Target="/ppt/slides/slide21.xml" Id="Rea2eb61a28f444a2" /><Relationship Type="http://schemas.openxmlformats.org/officeDocument/2006/relationships/slide" Target="/ppt/slides/slide22.xml" Id="Rb0347e9fc0974834" /><Relationship Type="http://schemas.openxmlformats.org/officeDocument/2006/relationships/slide" Target="/ppt/slides/slide23.xml" Id="R0b0bcbe16ffa40e5" /><Relationship Type="http://schemas.openxmlformats.org/officeDocument/2006/relationships/slide" Target="/ppt/slides/slide24.xml" Id="R6af1389c2d3b4ae6" /><Relationship Type="http://schemas.openxmlformats.org/officeDocument/2006/relationships/slide" Target="/ppt/slides/slide25.xml" Id="R0a42cf91cb8a48d1" /><Relationship Type="http://schemas.openxmlformats.org/officeDocument/2006/relationships/slide" Target="/ppt/slides/slide26.xml" Id="Re4eea635b0b24095" /><Relationship Type="http://schemas.openxmlformats.org/officeDocument/2006/relationships/slide" Target="/ppt/slides/slide27.xml" Id="R438483ddc73c4115" /><Relationship Type="http://schemas.openxmlformats.org/officeDocument/2006/relationships/slide" Target="/ppt/slides/slide28.xml" Id="R314c52c22cf94f27" /><Relationship Type="http://schemas.openxmlformats.org/officeDocument/2006/relationships/slide" Target="/ppt/slides/slide29.xml" Id="R4d317f2871974ad8" /><Relationship Type="http://schemas.openxmlformats.org/officeDocument/2006/relationships/slide" Target="/ppt/slides/slide30.xml" Id="R8380d32fe6f94777" /><Relationship Type="http://schemas.openxmlformats.org/officeDocument/2006/relationships/slide" Target="/ppt/slides/slide31.xml" Id="Rbdcc61762f5a4df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49ac73b01224af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aa4d329cf57483b" /><Relationship Type="http://schemas.openxmlformats.org/officeDocument/2006/relationships/notesMaster" Target="/ppt/notesMasters/notesMaster1.xml" Id="Ra21cb298fa4d4370" /></Relationships>
</file>

<file path=ppt/notesSlides/_rels/notesSlide2.xml.rels>&#65279;<?xml version="1.0" encoding="utf-8"?><Relationships xmlns="http://schemas.openxmlformats.org/package/2006/relationships"><Relationship Type="http://schemas.openxmlformats.org/officeDocument/2006/relationships/slide" Target="/ppt/slides/slide2.xml" Id="Rbdbc9c667ac04148" /><Relationship Type="http://schemas.openxmlformats.org/officeDocument/2006/relationships/notesMaster" Target="/ppt/notesMasters/notesMaster1.xml" Id="Rbd56ea4c4c7346b9" /></Relationships>
</file>

<file path=ppt/notesSlides/_rels/notesSlide3.xml.rels>&#65279;<?xml version="1.0" encoding="utf-8"?><Relationships xmlns="http://schemas.openxmlformats.org/package/2006/relationships"><Relationship Type="http://schemas.openxmlformats.org/officeDocument/2006/relationships/slide" Target="/ppt/slides/slide3.xml" Id="R5000d184b62b4807" /><Relationship Type="http://schemas.openxmlformats.org/officeDocument/2006/relationships/notesMaster" Target="/ppt/notesMasters/notesMaster1.xml" Id="R47575a15896b4721" /></Relationships>
</file>

<file path=ppt/notesSlides/_rels/notesSlide4.xml.rels>&#65279;<?xml version="1.0" encoding="utf-8"?><Relationships xmlns="http://schemas.openxmlformats.org/package/2006/relationships"><Relationship Type="http://schemas.openxmlformats.org/officeDocument/2006/relationships/slide" Target="/ppt/slides/slide4.xml" Id="Rfd4b2a89663f49ab" /><Relationship Type="http://schemas.openxmlformats.org/officeDocument/2006/relationships/notesMaster" Target="/ppt/notesMasters/notesMaster1.xml" Id="Rd9ff2aae505c41dc" /></Relationships>
</file>

<file path=ppt/notesSlides/_rels/notesSlide5.xml.rels>&#65279;<?xml version="1.0" encoding="utf-8"?><Relationships xmlns="http://schemas.openxmlformats.org/package/2006/relationships"><Relationship Type="http://schemas.openxmlformats.org/officeDocument/2006/relationships/slide" Target="/ppt/slides/slide5.xml" Id="R004b080233a84309" /><Relationship Type="http://schemas.openxmlformats.org/officeDocument/2006/relationships/notesMaster" Target="/ppt/notesMasters/notesMaster1.xml" Id="R7de91ca7568a447d" /></Relationships>
</file>

<file path=ppt/notesSlides/_rels/notesSlide6.xml.rels>&#65279;<?xml version="1.0" encoding="utf-8"?><Relationships xmlns="http://schemas.openxmlformats.org/package/2006/relationships"><Relationship Type="http://schemas.openxmlformats.org/officeDocument/2006/relationships/slide" Target="/ppt/slides/slide6.xml" Id="R7e93948e98df4560" /><Relationship Type="http://schemas.openxmlformats.org/officeDocument/2006/relationships/notesMaster" Target="/ppt/notesMasters/notesMaster1.xml" Id="R02945f2f46cf4e49" /></Relationships>
</file>

<file path=ppt/notesSlides/_rels/notesSlide7.xml.rels>&#65279;<?xml version="1.0" encoding="utf-8"?><Relationships xmlns="http://schemas.openxmlformats.org/package/2006/relationships"><Relationship Type="http://schemas.openxmlformats.org/officeDocument/2006/relationships/slide" Target="/ppt/slides/slide7.xml" Id="Rfa0f3807b52a4e44" /><Relationship Type="http://schemas.openxmlformats.org/officeDocument/2006/relationships/notesMaster" Target="/ppt/notesMasters/notesMaster1.xml" Id="R4a4256ea104a403d" /></Relationships>
</file>

<file path=ppt/notesSlides/_rels/notesSlide8.xml.rels>&#65279;<?xml version="1.0" encoding="utf-8"?><Relationships xmlns="http://schemas.openxmlformats.org/package/2006/relationships"><Relationship Type="http://schemas.openxmlformats.org/officeDocument/2006/relationships/slide" Target="/ppt/slides/slide8.xml" Id="R4822fa9f8e3444a2" /><Relationship Type="http://schemas.openxmlformats.org/officeDocument/2006/relationships/notesMaster" Target="/ppt/notesMasters/notesMaster1.xml" Id="R62c8700d3ed946dd" /></Relationships>
</file>

<file path=ppt/notesSlides/_rels/notesSlide9.xml.rels>&#65279;<?xml version="1.0" encoding="utf-8"?><Relationships xmlns="http://schemas.openxmlformats.org/package/2006/relationships"><Relationship Type="http://schemas.openxmlformats.org/officeDocument/2006/relationships/slide" Target="/ppt/slides/slide9.xml" Id="Red97ac5ebe094583" /><Relationship Type="http://schemas.openxmlformats.org/officeDocument/2006/relationships/notesMaster" Target="/ppt/notesMasters/notesMaster1.xml" Id="R4cd38a73192347d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35d062023584db1" /><Relationship Type="http://schemas.openxmlformats.org/officeDocument/2006/relationships/notesMaster" Target="/ppt/notesMasters/notesMaster1.xml" Id="Rbd436a2e4bee411b"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30589587bd5942e6" /><Relationship Type="http://schemas.openxmlformats.org/officeDocument/2006/relationships/notesMaster" Target="/ppt/notesMasters/notesMaster1.xml" Id="Ra283031bc880487f"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ad2ee213d40e42dd" /><Relationship Type="http://schemas.openxmlformats.org/officeDocument/2006/relationships/notesMaster" Target="/ppt/notesMasters/notesMaster1.xml" Id="R716e00b7ab974c26"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e24f846fb5f446a2" /><Relationship Type="http://schemas.openxmlformats.org/officeDocument/2006/relationships/notesMaster" Target="/ppt/notesMasters/notesMaster1.xml" Id="R5f93fbe2422545f7"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d1aa1498a57a4d3b" /><Relationship Type="http://schemas.openxmlformats.org/officeDocument/2006/relationships/notesMaster" Target="/ppt/notesMasters/notesMaster1.xml" Id="Rc79cb502e38b4d2a"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acf1171f54aa4e7c" /><Relationship Type="http://schemas.openxmlformats.org/officeDocument/2006/relationships/notesMaster" Target="/ppt/notesMasters/notesMaster1.xml" Id="R1e98933a12784efa"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b4ab11f643634e26" /><Relationship Type="http://schemas.openxmlformats.org/officeDocument/2006/relationships/notesMaster" Target="/ppt/notesMasters/notesMaster1.xml" Id="R0583e672345c41bf"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9efe9236eb884519" /><Relationship Type="http://schemas.openxmlformats.org/officeDocument/2006/relationships/notesMaster" Target="/ppt/notesMasters/notesMaster1.xml" Id="R502a09a477394b60"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3916b9da2ecf411c" /><Relationship Type="http://schemas.openxmlformats.org/officeDocument/2006/relationships/notesMaster" Target="/ppt/notesMasters/notesMaster1.xml" Id="Rb64e40c488284370"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32db8fd632a84172" /><Relationship Type="http://schemas.openxmlformats.org/officeDocument/2006/relationships/notesMaster" Target="/ppt/notesMasters/notesMaster1.xml" Id="R23b9f629ff114c1d"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176b23075b0643d8" /><Relationship Type="http://schemas.openxmlformats.org/officeDocument/2006/relationships/notesMaster" Target="/ppt/notesMasters/notesMaster1.xml" Id="R50a5d291e50e4f54"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8ab4faed1eb2485c" /><Relationship Type="http://schemas.openxmlformats.org/officeDocument/2006/relationships/notesMaster" Target="/ppt/notesMasters/notesMaster1.xml" Id="Re165187d29f2410d"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29d5eb0c9adc47ce" /><Relationship Type="http://schemas.openxmlformats.org/officeDocument/2006/relationships/notesMaster" Target="/ppt/notesMasters/notesMaster1.xml" Id="R1a0dae3c9af04812"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9d1a242c33a0498a" /><Relationship Type="http://schemas.openxmlformats.org/officeDocument/2006/relationships/notesMaster" Target="/ppt/notesMasters/notesMaster1.xml" Id="R0e9b53ba449b4321"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8b0ffc599a73454c" /><Relationship Type="http://schemas.openxmlformats.org/officeDocument/2006/relationships/notesMaster" Target="/ppt/notesMasters/notesMaster1.xml" Id="R8b851986642f4cdd"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5e5286d63ea2464c" /><Relationship Type="http://schemas.openxmlformats.org/officeDocument/2006/relationships/notesMaster" Target="/ppt/notesMasters/notesMaster1.xml" Id="R2127e1d76a2c4e12"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9ed200f3563e44cf" /><Relationship Type="http://schemas.openxmlformats.org/officeDocument/2006/relationships/notesMaster" Target="/ppt/notesMasters/notesMaster1.xml" Id="Rd5e82c4f641f4d55"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874a1701be8d411f" /><Relationship Type="http://schemas.openxmlformats.org/officeDocument/2006/relationships/notesMaster" Target="/ppt/notesMasters/notesMaster1.xml" Id="R931f9527d3d94f01"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70aecdf6240b4f27" /><Relationship Type="http://schemas.openxmlformats.org/officeDocument/2006/relationships/notesMaster" Target="/ppt/notesMasters/notesMaster1.xml" Id="Ra0a12c43104b4a85"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5d13951632b545d7" /><Relationship Type="http://schemas.openxmlformats.org/officeDocument/2006/relationships/notesMaster" Target="/ppt/notesMasters/notesMaster1.xml" Id="R5da0240fab484d2a"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2537c778cec14ac6" /><Relationship Type="http://schemas.openxmlformats.org/officeDocument/2006/relationships/notesMaster" Target="/ppt/notesMasters/notesMaster1.xml" Id="R6d74ffcd94a74efa"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3b62a586480d4a71" /><Relationship Type="http://schemas.openxmlformats.org/officeDocument/2006/relationships/notesMaster" Target="/ppt/notesMasters/notesMaster1.xml" Id="Rd9af4cdc3304421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아버지와의 6분45초 통화와 제출 초안에서 시작했다. Codex가 STT·문맥 보완, PRD·8개 유즈케이스와 종원 페르소나10명, 공식 법령·판례·필지 자료, UIx·CLJS·MCP 코드와 단위·PBT 검사를 만들었다. 별도 에이전트가 화면을 검수했다. 이는 자료 수집·구현·검사 기록에 관한 설명이며 실제 고객 인터뷰나 전체 live E2E 완료를 뜻하지 않는다.</a:t>
            </a:r>
          </a:p>
          <a:p xmlns:a="http://schemas.openxmlformats.org/drawingml/2006/main">
            <a:r>
              <a:t>출처: D:/Project/royal-family/ppt/data/implementation-evidence-v7.json</a:t>
            </a:r>
          </a:p>
          <a:p xmlns:a="http://schemas.openxmlformats.org/drawingml/2006/main">
            <a:r>
              <a:t>출처: D:/Project/royal-family/docs/prd/hackathon-prd.md</a:t>
            </a:r>
          </a:p>
          <a:p xmlns:a="http://schemas.openxmlformats.org/drawingml/2006/main">
            <a:r>
              <a:t>출처: D:/Project/royal-family/docs/architecture/system-design.md</a:t>
            </a:r>
          </a:p>
          <a:p xmlns:a="http://schemas.openxmlformats.org/drawingml/2006/main">
            <a:r>
              <a:t>출처: D:/Project/royal-family/qa/ui-acceptance-2026-10-09.md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발표자가 아버지와의 통화 녹음을 외부 플레이어로 재생한다. PPT에는 오디오를 삽입하지 않았다.</a:t>
            </a:r>
          </a:p>
          <a:p xmlns:a="http://schemas.openxmlformats.org/drawingml/2006/main">
            <a:r>
              <a:t>출처: D:/Project/royal-family/rawdata/PPTPlan/script.md</a:t>
            </a:r>
          </a:p>
          <a:p xmlns:a="http://schemas.openxmlformats.org/drawingml/2006/main">
            <a:r>
              <a:t>출처: D:/Project/royal-family/rawdata/TTS/02_전사_보완본.md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청중에게 자신의 종중을 떠올릴 시간을 준다.</a:t>
            </a:r>
          </a:p>
          <a:p xmlns:a="http://schemas.openxmlformats.org/drawingml/2006/main">
            <a:r>
              <a:t>출처: D:/Project/royal-family/rawdata/PPTPlan/script.md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사용자 제공 가족 대화와 지번 지도 원본을 비율 그대로 사용한다. 대화 속 주장이나 지도 표시는 소유권과 매각 범위의 검증 결과가 아니다.</a:t>
            </a:r>
          </a:p>
          <a:p xmlns:a="http://schemas.openxmlformats.org/drawingml/2006/main">
            <a:r>
              <a:t>출처: D:/Project/royal-family/ppt/assets/family-land-chat-source.json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가문의 뿌리, 공동재산, 기록, 종원을 연결한 설명용 개념도다. 특정 지목이나 산림에 한정하지 않는다.</a:t>
            </a:r>
          </a:p>
          <a:p xmlns:a="http://schemas.openxmlformats.org/drawingml/2006/main">
            <a:r>
              <a:t>출처: D:/Project/royal-family/rawdata/PPTPlan/script.md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보도는 가짜 종중 대표와 토지 거래, 약 4년에 걸친 법정 다툼을 다룬다. 뉴스 화면은 실제 보도 캡처다. 기간은 보도 문맥의 수치이며 모든 종중 분쟁의 평균이 아니다.</a:t>
            </a:r>
          </a:p>
          <a:p xmlns:a="http://schemas.openxmlformats.org/drawingml/2006/main">
            <a:r>
              <a:t>전주MBC 2026.09.22 보도. 발표자 가족의 사건과는 별개의 보도 사례.</a:t>
            </a:r>
          </a:p>
          <a:p xmlns:a="http://schemas.openxmlformats.org/drawingml/2006/main">
            <a:r>
              <a:t>출처: https://www.jmbc.co.kr/news/view/68182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세 매체의 실제 제목 캡처다. 세 번째 사례의 41.85억원은 토지 매매대금이며 손해액이나 소송비용이 아니다. 각 보도는 별개 사건이고 당사자 주장과 법원 판단을 구분한다.</a:t>
            </a:r>
          </a:p>
          <a:p xmlns:a="http://schemas.openxmlformats.org/drawingml/2006/main">
            <a:r>
              <a:t>출처: https://www.bubb.co.kr/news/articleView.html?idxno=4550</a:t>
            </a:r>
          </a:p>
          <a:p xmlns:a="http://schemas.openxmlformats.org/drawingml/2006/main">
            <a:r>
              <a:t>출처: https://www.cctoday.co.kr/news/articleView.html?idxno=2233033</a:t>
            </a:r>
          </a:p>
          <a:p xmlns:a="http://schemas.openxmlformats.org/drawingml/2006/main">
            <a:r>
              <a:t>출처: https://magazine.hankyung.com/business/article/202607168245b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"cumulative": {</a:t>
            </a:r>
          </a:p>
          <a:p xmlns:a="http://schemas.openxmlformats.org/drawingml/2006/main">
            <a:r>
              <a:t>    "displayed_entries": 1416,</a:t>
            </a:r>
          </a:p>
          <a:p xmlns:a="http://schemas.openxmlformats.org/drawingml/2006/main">
            <a:r>
              <a:t>    "date": "2026-10-09",</a:t>
            </a:r>
          </a:p>
          <a:p xmlns:a="http://schemas.openxmlformats.org/drawingml/2006/main">
            <a:r>
              <a:t>    "query": "종중",</a:t>
            </a:r>
          </a:p>
          <a:p xmlns:a="http://schemas.openxmlformats.org/drawingml/2006/main">
            <a:r>
              <a:t>    "scope": "국가법령정보센터 판례 검색, 전체 검색, 기간 제한 없음",</a:t>
            </a:r>
          </a:p>
          <a:p xmlns:a="http://schemas.openxmlformats.org/drawingml/2006/main">
            <a:r>
              <a:t>    "source": "https://www.law.go.kr/precSc.do?menuId=7&amp;query=%EC%A2%85%EC%A4%91",</a:t>
            </a:r>
          </a:p>
          <a:p xmlns:a="http://schemas.openxmlformats.org/drawingml/2006/main">
            <a:r>
              <a:t>    "evidence": "evidence/precedent-search-20261009.jpg",</a:t>
            </a:r>
          </a:p>
          <a:p xmlns:a="http://schemas.openxmlformats.org/drawingml/2006/main">
            <a:r>
              <a:t>    "boundary": "전국 연간 분쟁 건수나 고유 사건 수가 아닌 공개 판례 검색 결과 수. 심급·요약 등 중복 항목과 조세 사건이 포함될 수 있음."</a:t>
            </a:r>
          </a:p>
          <a:p xmlns:a="http://schemas.openxmlformats.org/drawingml/2006/main">
            <a:r>
              <a:t>  },</a:t>
            </a:r>
          </a:p>
          <a:p xmlns:a="http://schemas.openxmlformats.org/drawingml/2006/main">
            <a:r>
              <a:t>  "annual": {</a:t>
            </a:r>
          </a:p>
          <a:p xmlns:a="http://schemas.openxmlformats.org/drawingml/2006/main">
            <a:r>
              <a:t>    "retrieved_at": "2026-10-09",</a:t>
            </a:r>
          </a:p>
          <a:p xmlns:a="http://schemas.openxmlformats.org/drawingml/2006/main">
            <a:r>
              <a:t>    "source": "https://www.law.go.kr/precSc.do?menuId=7&amp;query=%EC%A2%85%EC%A4%91",</a:t>
            </a:r>
          </a:p>
          <a:p xmlns:a="http://schemas.openxmlformats.org/drawingml/2006/main">
            <a:r>
              <a:t>    "court_scope": "전체",</a:t>
            </a:r>
          </a:p>
          <a:p xmlns:a="http://schemas.openxmlformats.org/drawingml/2006/main">
            <a:r>
              <a:t>    "case_scope": "전체",</a:t>
            </a:r>
          </a:p>
          <a:p xmlns:a="http://schemas.openxmlformats.org/drawingml/2006/main">
            <a:r>
              <a:t>    "keyword_field": "판례본문",</a:t>
            </a:r>
          </a:p>
          <a:p xmlns:a="http://schemas.openxmlformats.org/drawingml/2006/main">
            <a:r>
              <a:t>    "keyword": "종중",</a:t>
            </a:r>
          </a:p>
          <a:p xmlns:a="http://schemas.openxmlformats.org/drawingml/2006/main">
            <a:r>
              <a:t>    "date_field": "선고일자",</a:t>
            </a:r>
          </a:p>
          <a:p xmlns:a="http://schemas.openxmlformats.org/drawingml/2006/main">
            <a:r>
              <a:t>    "rows": [</a:t>
            </a:r>
          </a:p>
          <a:p xmlns:a="http://schemas.openxmlformats.org/drawingml/2006/main">
            <a:r>
              <a:t>      {</a:t>
            </a:r>
          </a:p>
          <a:p xmlns:a="http://schemas.openxmlformats.org/drawingml/2006/main">
            <a:r>
              <a:t>        "year": 2021,</a:t>
            </a:r>
          </a:p>
          <a:p xmlns:a="http://schemas.openxmlformats.org/drawingml/2006/main">
            <a:r>
              <a:t>        "entries": 32,</a:t>
            </a:r>
          </a:p>
          <a:p xmlns:a="http://schemas.openxmlformats.org/drawingml/2006/main">
            <a:r>
              <a:t>        "start": "20210101",</a:t>
            </a:r>
          </a:p>
          <a:p xmlns:a="http://schemas.openxmlformats.org/drawingml/2006/main">
            <a:r>
              <a:t>        "end": "20211231",</a:t>
            </a:r>
          </a:p>
          <a:p xmlns:a="http://schemas.openxmlformats.org/drawingml/2006/main">
            <a:r>
              <a:t>        "evidence": "evidence/precedent-years/2021.jpg"</a:t>
            </a:r>
          </a:p>
          <a:p xmlns:a="http://schemas.openxmlformats.org/drawingml/2006/main">
            <a:r>
              <a:t>      },</a:t>
            </a:r>
          </a:p>
          <a:p xmlns:a="http://schemas.openxmlformats.org/drawingml/2006/main">
            <a:r>
              <a:t>      {</a:t>
            </a:r>
          </a:p>
          <a:p xmlns:a="http://schemas.openxmlformats.org/drawingml/2006/main">
            <a:r>
              <a:t>        "year": 2022,</a:t>
            </a:r>
          </a:p>
          <a:p xmlns:a="http://schemas.openxmlformats.org/drawingml/2006/main">
            <a:r>
              <a:t>        "entries": 37,</a:t>
            </a:r>
          </a:p>
          <a:p xmlns:a="http://schemas.openxmlformats.org/drawingml/2006/main">
            <a:r>
              <a:t>        "start": "20220101",</a:t>
            </a:r>
          </a:p>
          <a:p xmlns:a="http://schemas.openxmlformats.org/drawingml/2006/main">
            <a:r>
              <a:t>        "end": "20221231",</a:t>
            </a:r>
          </a:p>
          <a:p xmlns:a="http://schemas.openxmlformats.org/drawingml/2006/main">
            <a:r>
              <a:t>        "evidence": "evidence/precedent-years/2022.jpg"</a:t>
            </a:r>
          </a:p>
          <a:p xmlns:a="http://schemas.openxmlformats.org/drawingml/2006/main">
            <a:r>
              <a:t>      },</a:t>
            </a:r>
          </a:p>
          <a:p xmlns:a="http://schemas.openxmlformats.org/drawingml/2006/main">
            <a:r>
              <a:t>      {</a:t>
            </a:r>
          </a:p>
          <a:p xmlns:a="http://schemas.openxmlformats.org/drawingml/2006/main">
            <a:r>
              <a:t>        "year": 2023,</a:t>
            </a:r>
          </a:p>
          <a:p xmlns:a="http://schemas.openxmlformats.org/drawingml/2006/main">
            <a:r>
              <a:t>        "entries": 34,</a:t>
            </a:r>
          </a:p>
          <a:p xmlns:a="http://schemas.openxmlformats.org/drawingml/2006/main">
            <a:r>
              <a:t>        "start": "20230101",</a:t>
            </a:r>
          </a:p>
          <a:p xmlns:a="http://schemas.openxmlformats.org/drawingml/2006/main">
            <a:r>
              <a:t>        "end": "20231231",</a:t>
            </a:r>
          </a:p>
          <a:p xmlns:a="http://schemas.openxmlformats.org/drawingml/2006/main">
            <a:r>
              <a:t>        "evidence": "evidence/precedent-years/2023.jpg"</a:t>
            </a:r>
          </a:p>
          <a:p xmlns:a="http://schemas.openxmlformats.org/drawingml/2006/main">
            <a:r>
              <a:t>      },</a:t>
            </a:r>
          </a:p>
          <a:p xmlns:a="http://schemas.openxmlformats.org/drawingml/2006/main">
            <a:r>
              <a:t>      {</a:t>
            </a:r>
          </a:p>
          <a:p xmlns:a="http://schemas.openxmlformats.org/drawingml/2006/main">
            <a:r>
              <a:t>        "year": 2024,</a:t>
            </a:r>
          </a:p>
          <a:p xmlns:a="http://schemas.openxmlformats.org/drawingml/2006/main">
            <a:r>
              <a:t>        "entries": 23,</a:t>
            </a:r>
          </a:p>
          <a:p xmlns:a="http://schemas.openxmlformats.org/drawingml/2006/main">
            <a:r>
              <a:t>        "start": "20240101",</a:t>
            </a:r>
          </a:p>
          <a:p xmlns:a="http://schemas.openxmlformats.org/drawingml/2006/main">
            <a:r>
              <a:t>        "end": "20241231",</a:t>
            </a:r>
          </a:p>
          <a:p xmlns:a="http://schemas.openxmlformats.org/drawingml/2006/main">
            <a:r>
              <a:t>        "evidence": "evidence/precedent-years/2024.jpg"</a:t>
            </a:r>
          </a:p>
          <a:p xmlns:a="http://schemas.openxmlformats.org/drawingml/2006/main">
            <a:r>
              <a:t>      },</a:t>
            </a:r>
          </a:p>
          <a:p xmlns:a="http://schemas.openxmlformats.org/drawingml/2006/main">
            <a:r>
              <a:t>      {</a:t>
            </a:r>
          </a:p>
          <a:p xmlns:a="http://schemas.openxmlformats.org/drawingml/2006/main">
            <a:r>
              <a:t>        "year": 2025,</a:t>
            </a:r>
          </a:p>
          <a:p xmlns:a="http://schemas.openxmlformats.org/drawingml/2006/main">
            <a:r>
              <a:t>        "entries": 12,</a:t>
            </a:r>
          </a:p>
          <a:p xmlns:a="http://schemas.openxmlformats.org/drawingml/2006/main">
            <a:r>
              <a:t>        "start": "20250101",</a:t>
            </a:r>
          </a:p>
          <a:p xmlns:a="http://schemas.openxmlformats.org/drawingml/2006/main">
            <a:r>
              <a:t>        "end": "20251231",</a:t>
            </a:r>
          </a:p>
          <a:p xmlns:a="http://schemas.openxmlformats.org/drawingml/2006/main">
            <a:r>
              <a:t>        "evidence": "evidence/precedent-years/2025.jpg"</a:t>
            </a:r>
          </a:p>
          <a:p xmlns:a="http://schemas.openxmlformats.org/drawingml/2006/main">
            <a:r>
              <a:t>      }</a:t>
            </a:r>
          </a:p>
          <a:p xmlns:a="http://schemas.openxmlformats.org/drawingml/2006/main">
            <a:r>
              <a:t>    ],</a:t>
            </a:r>
          </a:p>
          <a:p xmlns:a="http://schemas.openxmlformats.org/drawingml/2006/main">
            <a:r>
              <a:t>    "measure": "공개 판례의 선고연도별 검색 결과 수",</a:t>
            </a:r>
          </a:p>
          <a:p xmlns:a="http://schemas.openxmlformats.org/drawingml/2006/main">
            <a:r>
              <a:t>    "boundary": "같은 사건의 심급과 요약, 조세 사건 등이 포함될 수 있으며 전국의 연간 신규 분쟁이나 고유 사건 수가 아님. 공개 수록 범위의 차이 때문에 분쟁 증감을 결론 내릴 수 없음.",</a:t>
            </a:r>
          </a:p>
          <a:p xmlns:a="http://schemas.openxmlformats.org/drawingml/2006/main">
            <a:r>
              <a:t>    "five_year_search_entries": 138</a:t>
            </a:r>
          </a:p>
          <a:p xmlns:a="http://schemas.openxmlformats.org/drawingml/2006/main">
            <a:r>
              <a:t>  }</a:t>
            </a:r>
          </a:p>
          <a:p xmlns:a="http://schemas.openxmlformats.org/drawingml/2006/main">
            <a:r>
              <a:t>}</a:t>
            </a:r>
          </a:p>
          <a:p xmlns:a="http://schemas.openxmlformats.org/drawingml/2006/main">
            <a:r>
              <a:t>공개 판례 검색 건수. 신규 분쟁·고유 사건 수와 다르며, 수록 범위 차이로 증감 해석 불가.</a:t>
            </a:r>
          </a:p>
          <a:p xmlns:a="http://schemas.openxmlformats.org/drawingml/2006/main">
            <a:r>
              <a:t>출처: https://www.law.go.kr/precSc.do?menuId=7&amp;query=%EC%A2%85%EC%A4%91</a:t>
            </a:r>
          </a:p>
          <a:p xmlns:a="http://schemas.openxmlformats.org/drawingml/2006/main">
            <a:r>
              <a:t>출처: D:/Project/royal-family/ppt/data/precedent-year-search-20261009.json</a:t>
            </a:r>
          </a:p>
          <a:p xmlns:a="http://schemas.openxmlformats.org/drawingml/2006/main">
            <a:r>
              <a:t>출처: D:/Project/royal-family/ppt/data/market-estimate-v6.json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과거의 유산, 현재의 일상, 다음 세대의 인수인계 흐름을 설명한다.</a:t>
            </a:r>
          </a:p>
          <a:p xmlns:a="http://schemas.openxmlformats.org/drawingml/2006/main">
            <a:r>
              <a:t>출처: D:/Project/royal-family/rawdata/PPTPlan/script.md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사용자 본인의 종중 관련 창업 실패 경험을 말하는 장면. 매출, 기간, 성과 수치는 추가하지 않는다.</a:t>
            </a:r>
          </a:p>
          <a:p xmlns:a="http://schemas.openxmlformats.org/drawingml/2006/main">
            <a:r>
              <a:t>출처: D:/Project/royal-family/rawdata/PPTPlan/script.md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다음 기능은 목표와 시연 구현을 구분해서 소개한다. 배경은 개념 일러스트이며 제품 실행 결과가 아니다.</a:t>
            </a:r>
          </a:p>
          <a:p xmlns:a="http://schemas.openxmlformats.org/drawingml/2006/main">
            <a:r>
              <a:t>출처: D:/Project/royal-family/rawdata/PPTPlan/script.md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소나무와 사당 배경은 특정 실제 장소가 아닌 생성 일러스트다.</a:t>
            </a:r>
          </a:p>
          <a:p xmlns:a="http://schemas.openxmlformats.org/drawingml/2006/main">
            <a:r>
              <a:t>출처: D:/Project/royal-family/rawdata/PPTPlan/script.md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현재 구현된 앱 홈 화면. 가상 종원과 예시 업무를 사용하는 시연이다. 목업과 화면은 각각 교체 가능한 이미지다.</a:t>
            </a:r>
          </a:p>
          <a:p xmlns:a="http://schemas.openxmlformats.org/drawingml/2006/main">
            <a:r>
              <a:t>실제 구현 화면 · 예시 데이터</a:t>
            </a:r>
          </a:p>
          <a:p xmlns:a="http://schemas.openxmlformats.org/drawingml/2006/main">
            <a:r>
              <a:t>출처: D:/Project/royal-family/ppt/data/implementation-evidence-v7.json</a:t>
            </a:r>
          </a:p>
          <a:p xmlns:a="http://schemas.openxmlformats.org/drawingml/2006/main">
            <a:r>
              <a:t>출처: D:/Project/royal-family/ppt/assets/ir/ui-home.jpg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보유 서류와 부족한 자료를 확인하고, 조건에 맞는 가상 법무사 후보를 비교하는 흐름이다. 외부 전문가 접수는 아직 연결하지 않았다.</a:t>
            </a:r>
          </a:p>
          <a:p xmlns:a="http://schemas.openxmlformats.org/drawingml/2006/main">
            <a:r>
              <a:t>준비 서류 화면 구현 · 전문가 후보는 가상 데이터</a:t>
            </a:r>
          </a:p>
          <a:p xmlns:a="http://schemas.openxmlformats.org/drawingml/2006/main">
            <a:r>
              <a:t>출처: D:/Project/royal-family/docs/prd/hackathon-prd.md</a:t>
            </a:r>
          </a:p>
          <a:p xmlns:a="http://schemas.openxmlformats.org/drawingml/2006/main">
            <a:r>
              <a:t>출처: D:/Project/royal-family/ppt/data/implementation-evidence-v7.json</a:t>
            </a:r>
          </a:p>
          <a:p xmlns:a="http://schemas.openxmlformats.org/drawingml/2006/main">
            <a:r>
              <a:t>출처: D:/Project/royal-family/ppt/assets/ir/ui-preparation.jpg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실제 앱의 휴대폰 회의록 화면이다. 고정된 시연 전사문을 표시하며 Whisper 어댑터는 구현됐으며 이 화면은 해당 연결 이전에 확보한 고정 시연 전사문이다. 녹음, 불명확한 항목 확인, 회의록 작성이라는 목표를 보여준다.</a:t>
            </a:r>
          </a:p>
          <a:p xmlns:a="http://schemas.openxmlformats.org/drawingml/2006/main">
            <a:r>
              <a:t>시연 전사문 캡처. Whisper 어댑터 구현과 실제 호출 검증은 별도.</a:t>
            </a:r>
          </a:p>
          <a:p xmlns:a="http://schemas.openxmlformats.org/drawingml/2006/main">
            <a:r>
              <a:t>출처: D:/Project/royal-family/ppt/data/implementation-evidence-v7.json</a:t>
            </a:r>
          </a:p>
          <a:p xmlns:a="http://schemas.openxmlformats.org/drawingml/2006/main">
            <a:r>
              <a:t>출처: D:/Project/royal-family/ppt/assets/ir/ui-records-phone.jpg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기존 문서의 키워드 검색, 초안·개정·버전 이력·검토 기록을 보여준다. 현재 화면의 초안은 시연 데이터다. 별도로 Responses·File Search 서버 어댑터가 구현됐다. 실제 API 검증 결과와 구분한다.</a:t>
            </a:r>
          </a:p>
          <a:p xmlns:a="http://schemas.openxmlformats.org/drawingml/2006/main">
            <a:r>
              <a:t>문서·버전·검토 화면. Responses·File Search 서버 어댑터 코드와 실제 호출 검증은 별도.</a:t>
            </a:r>
          </a:p>
          <a:p xmlns:a="http://schemas.openxmlformats.org/drawingml/2006/main">
            <a:r>
              <a:t>출처: D:/Project/royal-family/ppt/data/implementation-evidence-v7.json</a:t>
            </a:r>
          </a:p>
          <a:p xmlns:a="http://schemas.openxmlformats.org/drawingml/2006/main">
            <a:r>
              <a:t>출처: D:/Project/royal-family/ppt/assets/ir/ui-draft.jpg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휴대폰의 실제 동의 현황 화면이다. 응답은 대상자와 특정 문서 버전에 연결한다. 현재는 관리자 시연 입력이며 실제 종원 본인 인증과 외부 발송은 연결 전이다.</a:t>
            </a:r>
          </a:p>
          <a:p xmlns:a="http://schemas.openxmlformats.org/drawingml/2006/main">
            <a:r>
              <a:t>대상자·문서 버전별 시연 응답 · 본인 인증·외부 발송은 연결 전</a:t>
            </a:r>
          </a:p>
          <a:p xmlns:a="http://schemas.openxmlformats.org/drawingml/2006/main">
            <a:r>
              <a:t>출처: D:/Project/royal-family/ppt/data/implementation-evidence-v7.json</a:t>
            </a:r>
          </a:p>
          <a:p xmlns:a="http://schemas.openxmlformats.org/drawingml/2006/main">
            <a:r>
              <a:t>출처: D:/Project/royal-family/ppt/assets/ir/ui-consent-phone.jpg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토지·계약·회계·변경 기록을 한 업무 영역에서 관리한다. 화면은 실제 앱의 예시 회계이며 실제 금융 거래가 아니다. 토지 후속 자료 비교는 별도 규칙으로 구현됐고 등기 소유권 실조회와 외부 알림은 미연결이다.</a:t>
            </a:r>
          </a:p>
          <a:p xmlns:a="http://schemas.openxmlformats.org/drawingml/2006/main">
            <a:r>
              <a:t>시연 금액 · 재산 비교는 등록 자료 기준 · 실제 금융 거래 없음</a:t>
            </a:r>
          </a:p>
          <a:p xmlns:a="http://schemas.openxmlformats.org/drawingml/2006/main">
            <a:r>
              <a:t>출처: D:/Project/royal-family/ppt/data/implementation-evidence-v7.json</a:t>
            </a:r>
          </a:p>
          <a:p xmlns:a="http://schemas.openxmlformats.org/drawingml/2006/main">
            <a:r>
              <a:t>출처: D:/Project/royal-family/ppt/assets/ir/ui-accounting.jpg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등록된 법령·판례 링크, 규약, 자료 누락 및 조건별 가상 전문가 후보와 상담 준비를 다룬다. 법률 판단을 자동 확정하거나 실제 전문가 매칭이 완료된다는 주장이 아니다.</a:t>
            </a:r>
          </a:p>
          <a:p xmlns:a="http://schemas.openxmlformats.org/drawingml/2006/main">
            <a:r>
              <a:t>공식 근거 링크와 상담 준비 화면 · 후보는 가상 데이터</a:t>
            </a:r>
          </a:p>
          <a:p xmlns:a="http://schemas.openxmlformats.org/drawingml/2006/main">
            <a:r>
              <a:t>출처: D:/Project/royal-family/ppt/data/implementation-evidence-v7.json</a:t>
            </a:r>
          </a:p>
          <a:p xmlns:a="http://schemas.openxmlformats.org/drawingml/2006/main">
            <a:r>
              <a:t>출처: D:/Project/royal-family/ppt/assets/ir/ui-legal.jpg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{"value":237071,"basis_date":"2024-06","source":"https://ebook.kabl.kr/registrationforum/202409/11/","source_detail":"2024년 제1회 등기법포럼 발표자료, 인쇄면 9쪽, 김영대. 국토부 부동산종합공부시스템 조회 결과 인용.","boundary":"부동산등기용 등록 종중. 모든 자연발생 종중이나 유료 구매자를 센 통계가 아님."}</a:t>
            </a:r>
          </a:p>
          <a:p xmlns:a="http://schemas.openxmlformats.org/drawingml/2006/main">
            <a:r>
              <a:t>2024.6 기준, 등기법포럼 자료의 국토교통부 조회값. 등록 종중 수이며 유료 고객 수는 아님.</a:t>
            </a:r>
          </a:p>
          <a:p xmlns:a="http://schemas.openxmlformats.org/drawingml/2006/main">
            <a:r>
              <a:t>출처: https://ebook.kabl.kr/registrationforum/202409/11/</a:t>
            </a:r>
          </a:p>
          <a:p xmlns:a="http://schemas.openxmlformats.org/drawingml/2006/main">
            <a:r>
              <a:t>출처: D:/Project/royal-family/ppt/data/market-estimate-v6.json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"as_of": "2026-10-09",</a:t>
            </a:r>
          </a:p>
          <a:p xmlns:a="http://schemas.openxmlformats.org/drawingml/2006/main">
            <a:r>
              <a:t>  "currency": "KRW",</a:t>
            </a:r>
          </a:p>
          <a:p xmlns:a="http://schemas.openxmlformats.org/drawingml/2006/main">
            <a:r>
              <a:t>  "purpose": "발표용 구독매출 환산. 실제 매출, 검증된 수요, 확정 요금 아님.",</a:t>
            </a:r>
          </a:p>
          <a:p xmlns:a="http://schemas.openxmlformats.org/drawingml/2006/main">
            <a:r>
              <a:t>  "registered_clans": {</a:t>
            </a:r>
          </a:p>
          <a:p xmlns:a="http://schemas.openxmlformats.org/drawingml/2006/main">
            <a:r>
              <a:t>    "value": 237071,</a:t>
            </a:r>
          </a:p>
          <a:p xmlns:a="http://schemas.openxmlformats.org/drawingml/2006/main">
            <a:r>
              <a:t>    "basis_date": "2024-06",</a:t>
            </a:r>
          </a:p>
          <a:p xmlns:a="http://schemas.openxmlformats.org/drawingml/2006/main">
            <a:r>
              <a:t>    "source": "https://ebook.kabl.kr/registrationforum/202409/11/",</a:t>
            </a:r>
          </a:p>
          <a:p xmlns:a="http://schemas.openxmlformats.org/drawingml/2006/main">
            <a:r>
              <a:t>    "source_detail": "2024년 제1회 등기법포럼 발표자료, 인쇄면 9쪽, 김영대. 국토부 부동산종합공부시스템 조회 결과 인용.",</a:t>
            </a:r>
          </a:p>
          <a:p xmlns:a="http://schemas.openxmlformats.org/drawingml/2006/main">
            <a:r>
              <a:t>    "boundary": "부동산등기용 등록 종중. 모든 자연발생 종중이나 유료 구매자를 센 통계가 아님."</a:t>
            </a:r>
          </a:p>
          <a:p xmlns:a="http://schemas.openxmlformats.org/drawingml/2006/main">
            <a:r>
              <a:t>  },</a:t>
            </a:r>
          </a:p>
          <a:p xmlns:a="http://schemas.openxmlformats.org/drawingml/2006/main">
            <a:r>
              <a:t>  "subscription_assumption": {</a:t>
            </a:r>
          </a:p>
          <a:p xmlns:a="http://schemas.openxmlformats.org/drawingml/2006/main">
            <a:r>
              <a:t>    "annual_fee_per_clan": 500000,</a:t>
            </a:r>
          </a:p>
          <a:p xmlns:a="http://schemas.openxmlformats.org/drawingml/2006/main">
            <a:r>
              <a:t>    "vat_included": false,</a:t>
            </a:r>
          </a:p>
          <a:p xmlns:a="http://schemas.openxmlformats.org/drawingml/2006/main">
            <a:r>
              <a:t>    "benchmark": "https://fundservice.zuzu.network/fund-pricing/",</a:t>
            </a:r>
          </a:p>
          <a:p xmlns:a="http://schemas.openxmlformats.org/drawingml/2006/main">
            <a:r>
              <a:t>    "benchmark_detail": "ZUZU Fund Service의 20억 원 미만 투자조합 운영·관리 공개 요금: 연 500000원, VAT 별도, 2026-10-09 브라우저 확인.",</a:t>
            </a:r>
          </a:p>
          <a:p xmlns:a="http://schemas.openxmlformats.org/drawingml/2006/main">
            <a:r>
              <a:t>    "boundary": "다른 고객군의 인접 서비스 요금을 계산 기준으로 참고. 종중의 지불 의사나 명문가의 확정 판매 가격은 검증 전. 전문가 수임료와 일회성 설립비 제외."</a:t>
            </a:r>
          </a:p>
          <a:p xmlns:a="http://schemas.openxmlformats.org/drawingml/2006/main">
            <a:r>
              <a:t>  },</a:t>
            </a:r>
          </a:p>
          <a:p xmlns:a="http://schemas.openxmlformats.org/drawingml/2006/main">
            <a:r>
              <a:t>  "professional_management_exclusion": {</a:t>
            </a:r>
          </a:p>
          <a:p xmlns:a="http://schemas.openxmlformats.org/drawingml/2006/main">
            <a:r>
              <a:t>    "definition": "전담 인력과 관리 체계를 갖춘 종중. 사용자 확인 기준. 수익사업이나 토지 종류만으로 제외하지 않음.",</a:t>
            </a:r>
          </a:p>
          <a:p xmlns:a="http://schemas.openxmlformats.org/drawingml/2006/main">
            <a:r>
              <a:t>    "fraction_assumption": 0.2,</a:t>
            </a:r>
          </a:p>
          <a:p xmlns:a="http://schemas.openxmlformats.org/drawingml/2006/main">
            <a:r>
              <a:t>    "basis": "직접 집계된 전국 통계가 확인되지 않아 사용한 초안 시나리오. 실제 사업형 종중 비중으로 제시하지 않음.",</a:t>
            </a:r>
          </a:p>
          <a:p xmlns:a="http://schemas.openxmlformats.org/drawingml/2006/main">
            <a:r>
              <a:t>    "excluded_clans": 47414,</a:t>
            </a:r>
          </a:p>
          <a:p xmlns:a="http://schemas.openxmlformats.org/drawingml/2006/main">
            <a:r>
              <a:t>    "eligible_fraction_assumption": 0.8</a:t>
            </a:r>
          </a:p>
          <a:p xmlns:a="http://schemas.openxmlformats.org/drawingml/2006/main">
            <a:r>
              <a:t>  },</a:t>
            </a:r>
          </a:p>
          <a:p xmlns:a="http://schemas.openxmlformats.org/drawingml/2006/main">
            <a:r>
              <a:t>  "TAM": {</a:t>
            </a:r>
          </a:p>
          <a:p xmlns:a="http://schemas.openxmlformats.org/drawingml/2006/main">
            <a:r>
              <a:t>    "clans": 237071,</a:t>
            </a:r>
          </a:p>
          <a:p xmlns:a="http://schemas.openxmlformats.org/drawingml/2006/main">
            <a:r>
              <a:t>    "annual_subscription_revenue_won": 118535500000,</a:t>
            </a:r>
          </a:p>
          <a:p xmlns:a="http://schemas.openxmlformats.org/drawingml/2006/main">
            <a:r>
              <a:t>    "display_eok": 1185.36,</a:t>
            </a:r>
          </a:p>
          <a:p xmlns:a="http://schemas.openxmlformats.org/drawingml/2006/main">
            <a:r>
              <a:t>    "definition": "국내 부동산등기용 등록 종중. 확인 가능한 잠재 고객 모수."</a:t>
            </a:r>
          </a:p>
          <a:p xmlns:a="http://schemas.openxmlformats.org/drawingml/2006/main">
            <a:r>
              <a:t>  },</a:t>
            </a:r>
          </a:p>
          <a:p xmlns:a="http://schemas.openxmlformats.org/drawingml/2006/main">
            <a:r>
              <a:t>  "SAM": {</a:t>
            </a:r>
          </a:p>
          <a:p xmlns:a="http://schemas.openxmlformats.org/drawingml/2006/main">
            <a:r>
              <a:t>    "clans": 189657,</a:t>
            </a:r>
          </a:p>
          <a:p xmlns:a="http://schemas.openxmlformats.org/drawingml/2006/main">
            <a:r>
              <a:t>    "annual_subscription_revenue_won": 94828500000,</a:t>
            </a:r>
          </a:p>
          <a:p xmlns:a="http://schemas.openxmlformats.org/drawingml/2006/main">
            <a:r>
              <a:t>    "display_eok": 948.29,</a:t>
            </a:r>
          </a:p>
          <a:p xmlns:a="http://schemas.openxmlformats.org/drawingml/2006/main">
            <a:r>
              <a:t>    "definition": "전국 등록 종중 중 전담 관리 체계를 갖춘 종중을 20% 제외하는 초안 가정."</a:t>
            </a:r>
          </a:p>
          <a:p xmlns:a="http://schemas.openxmlformats.org/drawingml/2006/main">
            <a:r>
              <a:t>  },</a:t>
            </a:r>
          </a:p>
          <a:p xmlns:a="http://schemas.openxmlformats.org/drawingml/2006/main">
            <a:r>
              <a:t>  "SOM": {</a:t>
            </a:r>
          </a:p>
          <a:p xmlns:a="http://schemas.openxmlformats.org/drawingml/2006/main">
            <a:r>
              <a:t>    "clans": 1897,</a:t>
            </a:r>
          </a:p>
          <a:p xmlns:a="http://schemas.openxmlformats.org/drawingml/2006/main">
            <a:r>
              <a:t>    "annual_run_rate_won": 948500000,</a:t>
            </a:r>
          </a:p>
          <a:p xmlns:a="http://schemas.openxmlformats.org/drawingml/2006/main">
            <a:r>
              <a:t>    "display_eok": 9.49,</a:t>
            </a:r>
          </a:p>
          <a:p xmlns:a="http://schemas.openxmlformats.org/drawingml/2006/main">
            <a:r>
              <a:t>    "penetration_assumption": 0.01,</a:t>
            </a:r>
          </a:p>
          <a:p xmlns:a="http://schemas.openxmlformats.org/drawingml/2006/main">
            <a:r>
              <a:t>    "horizon_years": 3</a:t>
            </a:r>
          </a:p>
          <a:p xmlns:a="http://schemas.openxmlformats.org/drawingml/2006/main">
            <a:r>
              <a:t>  },</a:t>
            </a:r>
          </a:p>
          <a:p xmlns:a="http://schemas.openxmlformats.org/drawingml/2006/main">
            <a:r>
              <a:t>  "SOM_scenarios": [</a:t>
            </a:r>
          </a:p>
          <a:p xmlns:a="http://schemas.openxmlformats.org/drawingml/2006/main">
            <a:r>
              <a:t>    {</a:t>
            </a:r>
          </a:p>
          <a:p xmlns:a="http://schemas.openxmlformats.org/drawingml/2006/main">
            <a:r>
              <a:t>      "penetration_assumption": 0.005,</a:t>
            </a:r>
          </a:p>
          <a:p xmlns:a="http://schemas.openxmlformats.org/drawingml/2006/main">
            <a:r>
              <a:t>      "clans": 948,</a:t>
            </a:r>
          </a:p>
          <a:p xmlns:a="http://schemas.openxmlformats.org/drawingml/2006/main">
            <a:r>
              <a:t>      "annual_run_rate_won": 474000000,</a:t>
            </a:r>
          </a:p>
          <a:p xmlns:a="http://schemas.openxmlformats.org/drawingml/2006/main">
            <a:r>
              <a:t>      "display_eok": 4.74</a:t>
            </a:r>
          </a:p>
          <a:p xmlns:a="http://schemas.openxmlformats.org/drawingml/2006/main">
            <a:r>
              <a:t>    },</a:t>
            </a:r>
          </a:p>
          <a:p xmlns:a="http://schemas.openxmlformats.org/drawingml/2006/main">
            <a:r>
              <a:t>    {</a:t>
            </a:r>
          </a:p>
          <a:p xmlns:a="http://schemas.openxmlformats.org/drawingml/2006/main">
            <a:r>
              <a:t>      "penetration_assumption": 0.01,</a:t>
            </a:r>
          </a:p>
          <a:p xmlns:a="http://schemas.openxmlformats.org/drawingml/2006/main">
            <a:r>
              <a:t>      "clans": 1897,</a:t>
            </a:r>
          </a:p>
          <a:p xmlns:a="http://schemas.openxmlformats.org/drawingml/2006/main">
            <a:r>
              <a:t>      "annual_run_rate_won": 948500000,</a:t>
            </a:r>
          </a:p>
          <a:p xmlns:a="http://schemas.openxmlformats.org/drawingml/2006/main">
            <a:r>
              <a:t>      "display_eok": 9.49</a:t>
            </a:r>
          </a:p>
          <a:p xmlns:a="http://schemas.openxmlformats.org/drawingml/2006/main">
            <a:r>
              <a:t>    },</a:t>
            </a:r>
          </a:p>
          <a:p xmlns:a="http://schemas.openxmlformats.org/drawingml/2006/main">
            <a:r>
              <a:t>    {</a:t>
            </a:r>
          </a:p>
          <a:p xmlns:a="http://schemas.openxmlformats.org/drawingml/2006/main">
            <a:r>
              <a:t>      "penetration_assumption": 0.02,</a:t>
            </a:r>
          </a:p>
          <a:p xmlns:a="http://schemas.openxmlformats.org/drawingml/2006/main">
            <a:r>
              <a:t>      "clans": 3793,</a:t>
            </a:r>
          </a:p>
          <a:p xmlns:a="http://schemas.openxmlformats.org/drawingml/2006/main">
            <a:r>
              <a:t>      "annual_run_rate_won": 1896500000,</a:t>
            </a:r>
          </a:p>
          <a:p xmlns:a="http://schemas.openxmlformats.org/drawingml/2006/main">
            <a:r>
              <a:t>      "display_eok": 18.97</a:t>
            </a:r>
          </a:p>
          <a:p xmlns:a="http://schemas.openxmlformats.org/drawingml/2006/main">
            <a:r>
              <a:t>    }</a:t>
            </a:r>
          </a:p>
          <a:p xmlns:a="http://schemas.openxmlformats.org/drawingml/2006/main">
            <a:r>
              <a:t>  ],</a:t>
            </a:r>
          </a:p>
          <a:p xmlns:a="http://schemas.openxmlformats.org/drawingml/2006/main">
            <a:r>
              <a:t>  "SAM_scenarios": [</a:t>
            </a:r>
          </a:p>
          <a:p xmlns:a="http://schemas.openxmlformats.org/drawingml/2006/main">
            <a:r>
              <a:t>    {</a:t>
            </a:r>
          </a:p>
          <a:p xmlns:a="http://schemas.openxmlformats.org/drawingml/2006/main">
            <a:r>
              <a:t>      "professional_exclusion_assumption": 0.1,</a:t>
            </a:r>
          </a:p>
          <a:p xmlns:a="http://schemas.openxmlformats.org/drawingml/2006/main">
            <a:r>
              <a:t>      "clans": 213364,</a:t>
            </a:r>
          </a:p>
          <a:p xmlns:a="http://schemas.openxmlformats.org/drawingml/2006/main">
            <a:r>
              <a:t>      "annual_subscription_revenue_won": 106682000000,</a:t>
            </a:r>
          </a:p>
          <a:p xmlns:a="http://schemas.openxmlformats.org/drawingml/2006/main">
            <a:r>
              <a:t>      "display_eok": 1066.82</a:t>
            </a:r>
          </a:p>
          <a:p xmlns:a="http://schemas.openxmlformats.org/drawingml/2006/main">
            <a:r>
              <a:t>    },</a:t>
            </a:r>
          </a:p>
          <a:p xmlns:a="http://schemas.openxmlformats.org/drawingml/2006/main">
            <a:r>
              <a:t>    {</a:t>
            </a:r>
          </a:p>
          <a:p xmlns:a="http://schemas.openxmlformats.org/drawingml/2006/main">
            <a:r>
              <a:t>      "professional_exclusion_assumption": 0.2,</a:t>
            </a:r>
          </a:p>
          <a:p xmlns:a="http://schemas.openxmlformats.org/drawingml/2006/main">
            <a:r>
              <a:t>      "clans": 189657,</a:t>
            </a:r>
          </a:p>
          <a:p xmlns:a="http://schemas.openxmlformats.org/drawingml/2006/main">
            <a:r>
              <a:t>      "annual_subscription_revenue_won": 94828500000,</a:t>
            </a:r>
          </a:p>
          <a:p xmlns:a="http://schemas.openxmlformats.org/drawingml/2006/main">
            <a:r>
              <a:t>      "display_eok": 948.29</a:t>
            </a:r>
          </a:p>
          <a:p xmlns:a="http://schemas.openxmlformats.org/drawingml/2006/main">
            <a:r>
              <a:t>    },</a:t>
            </a:r>
          </a:p>
          <a:p xmlns:a="http://schemas.openxmlformats.org/drawingml/2006/main">
            <a:r>
              <a:t>    {</a:t>
            </a:r>
          </a:p>
          <a:p xmlns:a="http://schemas.openxmlformats.org/drawingml/2006/main">
            <a:r>
              <a:t>      "professional_exclusion_assumption": 0.3,</a:t>
            </a:r>
          </a:p>
          <a:p xmlns:a="http://schemas.openxmlformats.org/drawingml/2006/main">
            <a:r>
              <a:t>      "clans": 165950,</a:t>
            </a:r>
          </a:p>
          <a:p xmlns:a="http://schemas.openxmlformats.org/drawingml/2006/main">
            <a:r>
              <a:t>      "annual_subscription_revenue_won": 82975000000,</a:t>
            </a:r>
          </a:p>
          <a:p xmlns:a="http://schemas.openxmlformats.org/drawingml/2006/main">
            <a:r>
              <a:t>      "display_eok": 829.75</a:t>
            </a:r>
          </a:p>
          <a:p xmlns:a="http://schemas.openxmlformats.org/drawingml/2006/main">
            <a:r>
              <a:t>    }</a:t>
            </a:r>
          </a:p>
          <a:p xmlns:a="http://schemas.openxmlformats.org/drawingml/2006/main">
            <a:r>
              <a:t>  ],</a:t>
            </a:r>
          </a:p>
          <a:p xmlns:a="http://schemas.openxmlformats.org/drawingml/2006/main">
            <a:r>
              <a:t>  "rounding": "SAM 고객 수와 SOM 고객 수는 각각 계산 후 정수 반올림. 억원 표시는 원 금액에서 0.01억원 단위 반올림.",</a:t>
            </a:r>
          </a:p>
          <a:p xmlns:a="http://schemas.openxmlformats.org/drawingml/2006/main">
            <a:r>
              <a:t>  "market_boundary": "TAM과 SAM은 각 모수 전체가 가정 구독료를 낼 때의 연간 매출 환산. SOM은 3년 도달 시점의 연환산 매출 시나리오. 토지 자산가치, 현재 매출이나 3년 누적 매출 아님.",</a:t>
            </a:r>
          </a:p>
          <a:p xmlns:a="http://schemas.openxmlformats.org/drawingml/2006/main">
            <a:r>
              <a:t>  "diagram_boundary": "중첩 원은 집합의 포함 관계. 원 면적은 시장 규모나 비율에 비례하지 않음.",</a:t>
            </a:r>
          </a:p>
          <a:p xmlns:a="http://schemas.openxmlformats.org/drawingml/2006/main">
            <a:r>
              <a:t>  "precedent_search": {</a:t>
            </a:r>
          </a:p>
          <a:p xmlns:a="http://schemas.openxmlformats.org/drawingml/2006/main">
            <a:r>
              <a:t>    "displayed_entries": 1416,</a:t>
            </a:r>
          </a:p>
          <a:p xmlns:a="http://schemas.openxmlformats.org/drawingml/2006/main">
            <a:r>
              <a:t>    "date": "2026-10-09",</a:t>
            </a:r>
          </a:p>
          <a:p xmlns:a="http://schemas.openxmlformats.org/drawingml/2006/main">
            <a:r>
              <a:t>    "query": "종중",</a:t>
            </a:r>
          </a:p>
          <a:p xmlns:a="http://schemas.openxmlformats.org/drawingml/2006/main">
            <a:r>
              <a:t>    "scope": "국가법령정보센터 판례 검색, 전체 검색, 기간 제한 없음",</a:t>
            </a:r>
          </a:p>
          <a:p xmlns:a="http://schemas.openxmlformats.org/drawingml/2006/main">
            <a:r>
              <a:t>    "source": "https://www.law.go.kr/precSc.do?menuId=7&amp;query=%EC%A2%85%EC%A4%91",</a:t>
            </a:r>
          </a:p>
          <a:p xmlns:a="http://schemas.openxmlformats.org/drawingml/2006/main">
            <a:r>
              <a:t>    "evidence": "evidence/precedent-search-20261009.jpg",</a:t>
            </a:r>
          </a:p>
          <a:p xmlns:a="http://schemas.openxmlformats.org/drawingml/2006/main">
            <a:r>
              <a:t>    "boundary": "전국 연간 분쟁 건수나 고유 사건 수가 아닌 공개 판례 검색 결과 수. 심급·요약 등 중복 항목과 조세 사건이 포함될 수 있음."</a:t>
            </a:r>
          </a:p>
          <a:p xmlns:a="http://schemas.openxmlformats.org/drawingml/2006/main">
            <a:r>
              <a:t>  }</a:t>
            </a:r>
          </a:p>
          <a:p xmlns:a="http://schemas.openxmlformats.org/drawingml/2006/main">
            <a:r>
              <a:t>}</a:t>
            </a:r>
          </a:p>
          <a:p xmlns:a="http://schemas.openxmlformats.org/drawingml/2006/main">
            <a:r>
              <a:t>연 50만원, 전담 관리 종중 20% 제외, 3년 내 1% 확보 가정. 원은 포함 관계이며 면적 비례 아님.</a:t>
            </a:r>
          </a:p>
          <a:p xmlns:a="http://schemas.openxmlformats.org/drawingml/2006/main">
            <a:r>
              <a:t>출처: https://ebook.kabl.kr/registrationforum/202409/11/</a:t>
            </a:r>
          </a:p>
          <a:p xmlns:a="http://schemas.openxmlformats.org/drawingml/2006/main">
            <a:r>
              <a:t>출처: https://fundservice.zuzu.network/fund-pricing/</a:t>
            </a:r>
          </a:p>
          <a:p xmlns:a="http://schemas.openxmlformats.org/drawingml/2006/main">
            <a:r>
              <a:t>출처: D:/Project/royal-family/ppt/data/market-estimate-v6.json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enetration_assumption":0.005,"clans":948,"annual_run_rate_won":474000000,"display_eok":4.74},{"penetration_assumption":0.01,"clans":1897,"annual_run_rate_won":948500000,"display_eok":9.49},{"penetration_assumption":0.02,"clans":3793,"annual_run_rate_won":1896500000,"display_eok":18.97}]</a:t>
            </a:r>
          </a:p>
          <a:p xmlns:a="http://schemas.openxmlformats.org/drawingml/2006/main">
            <a:r>
              <a:t>TAM과 SAM은 각 모수 전체가 가정 구독료를 낼 때의 연간 매출 환산. SOM은 3년 도달 시점의 연환산 매출 시나리오. 토지 자산가치, 현재 매출이나 3년 누적 매출 아님.</a:t>
            </a:r>
          </a:p>
          <a:p xmlns:a="http://schemas.openxmlformats.org/drawingml/2006/main">
            <a:r>
              <a:t>SAM 189,657개, 연 50만원 가정. 3년 도달 시점의 연환산 매출이며 누적 매출·실적이 아님.</a:t>
            </a:r>
          </a:p>
          <a:p xmlns:a="http://schemas.openxmlformats.org/drawingml/2006/main">
            <a:r>
              <a:t>출처: D:/Project/royal-family/ppt/data/market-estimate-v6.json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실제로 저장한 catalog.json에서 법령22개, 선별 조문108개, 실제 판례25개를 확인했다. 수집과 출처 검증이 끝난 자료이며 서비스의 AI 검색에 이미 색인됐거나 전문가 검토가 끝났다는 주장은 아니다.</a:t>
            </a:r>
          </a:p>
          <a:p xmlns:a="http://schemas.openxmlformats.org/drawingml/2006/main">
            <a:r>
              <a:t>국가법령정보센터 원문 기준 · 2026.10.09 수집 · 서비스 색인 전</a:t>
            </a:r>
          </a:p>
          <a:p xmlns:a="http://schemas.openxmlformats.org/drawingml/2006/main">
            <a:r>
              <a:t>출처: D:/Project/royal-family/rawdata/Law/catalog.json</a:t>
            </a:r>
          </a:p>
          <a:p xmlns:a="http://schemas.openxmlformats.org/drawingml/2006/main">
            <a:r>
              <a:t>출처: D:/Project/royal-family/ppt/data/implementation-evidence-v7.json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PNU 4415011300200410001의 WKT 좌표를 GeoJSON으로 가공했다. 그림은 공개 좌표를 경도에 위도 코사인 보정한 2차원 경계 도표다. 지도의 축척·측량 성과가 아니다. 14,154㎡는 공개 지도 조회 기록의 면적이며 화면의 소유자·계약은 시연 데이터다.</a:t>
            </a:r>
          </a:p>
          <a:p xmlns:a="http://schemas.openxmlformats.org/drawingml/2006/main">
            <a:r>
              <a:t>K-GeoP 공개 조회 자료. 표시 면적과 경계는 소유권·매각 범위를 확정하는 자료가 아님.</a:t>
            </a:r>
          </a:p>
          <a:p xmlns:a="http://schemas.openxmlformats.org/drawingml/2006/main">
            <a:r>
              <a:t>출처: https://www.kgeop.go.kr/info/infoMap.do?initMode=L</a:t>
            </a:r>
          </a:p>
          <a:p xmlns:a="http://schemas.openxmlformats.org/drawingml/2006/main">
            <a:r>
              <a:t>출처: D:/Project/royal-family/ppt/data/parcel-source-v7.json</a:t>
            </a:r>
          </a:p>
          <a:p xmlns:a="http://schemas.openxmlformats.org/drawingml/2006/main">
            <a:r>
              <a:t>출처: D:/Project/royal-family/docs/architecture/parcel-map.md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CLJS 모듈러 모놀리스다. 웹과 MCP는 같은 공개 업무 함수를 호출한다. D1은 모듈별 구획을 둔 종중 aggregate를 revision/generation 조건으로 원자 저장하며 R2는 원본 파일을 보관한다. 도형은 논리 구조를 설명하며 별도 마이크로서비스 배포라는 의미가 아니다.</a:t>
            </a:r>
          </a:p>
          <a:p xmlns:a="http://schemas.openxmlformats.org/drawingml/2006/main">
            <a:r>
              <a:t>Vinext HTTP · Cloudflare Workers · 외부 어댑터는 mock 기본</a:t>
            </a:r>
          </a:p>
          <a:p xmlns:a="http://schemas.openxmlformats.org/drawingml/2006/main">
            <a:r>
              <a:t>출처: D:/Project/royal-family/docs/architecture/system-design.md</a:t>
            </a:r>
          </a:p>
          <a:p xmlns:a="http://schemas.openxmlformats.org/drawingml/2006/main">
            <a:r>
              <a:t>출처: D:/Project/royal-family/ppt/data/implementation-evidence-v7.json</a:t>
            </a:r>
          </a:p>
          <a:p xmlns:a="http://schemas.openxmlformats.org/drawingml/2006/main">
            <a:r>
              <a:t>출처: D:/Project/royal-family/service/app/api/store.ts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서버 어댑터에 whisper-1 전사, Luna Decisions 모델 선택, gpt-6-luna 또는 gpt-6.1-sol Responses 구조화·초안·설명, File Search 근거 검색을 구현했다. Decisions는 다음 검토 단계도 선택한다. 키·토글·개발자 코드 조건으로 실제 호출을 선택하며 RF_FORCE_MOCK=1은 외부 호출을 차단한다. 결과는 D1 작업 상태에 남고 담당자가 검토 문서로 반영한다. 실제 API 성공과 전체 E2E는 이 자료에서 검증 완료로 주장하지 않는다.</a:t>
            </a:r>
          </a:p>
          <a:p xmlns:a="http://schemas.openxmlformats.org/drawingml/2006/main">
            <a:r>
              <a:t>OpenAI 어댑터 구현 코드 기준. 기본 mock이며 실제 API 성공 검증은 별도다.</a:t>
            </a:r>
          </a:p>
          <a:p xmlns:a="http://schemas.openxmlformats.org/drawingml/2006/main">
            <a:r>
              <a:t>출처: D:/Project/royal-family/docs/architecture/ai-runtime.md</a:t>
            </a:r>
          </a:p>
          <a:p xmlns:a="http://schemas.openxmlformats.org/drawingml/2006/main">
            <a:r>
              <a:t>출처: D:/Project/royal-family/service/connectors/openai/workflows.mjs</a:t>
            </a:r>
          </a:p>
          <a:p xmlns:a="http://schemas.openxmlformats.org/drawingml/2006/main">
            <a:r>
              <a:t>출처: D:/Project/royal-family/service/app/api/ai/jobs.ts</a:t>
            </a:r>
          </a:p>
          <a:p xmlns:a="http://schemas.openxmlformats.org/drawingml/2006/main">
            <a:r>
              <a:t>출처: D:/Project/royal-family/ppt/data/implementation-evidence-v7.json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카탈로그에서 읽기9개, 저장·준비 명령5개를 확인했다. 도구의 서버 계약과 업무 함수 연결은 구현돼 있지만 ChatGPT에서 실제 호출해 사용자 흐름을 검증한 것은 아니다. 시연 응답 기록은 실제 본인 인증 동의가 아니다.</a:t>
            </a:r>
          </a:p>
          <a:p xmlns:a="http://schemas.openxmlformats.org/drawingml/2006/main">
            <a:r>
              <a:t>도구 서버 구현 · 실제 ChatGPT 도구 실행은 미검증 · Events는 별도 연결 필요</a:t>
            </a:r>
          </a:p>
          <a:p xmlns:a="http://schemas.openxmlformats.org/drawingml/2006/main">
            <a:r>
              <a:t>출처: D:/Project/royal-family/service/connectors/mcp/tools/catalog.ts</a:t>
            </a:r>
          </a:p>
          <a:p xmlns:a="http://schemas.openxmlformats.org/drawingml/2006/main">
            <a:r>
              <a:t>출처: D:/Project/royal-family/service/app/mcp/route.ts</a:t>
            </a:r>
          </a:p>
          <a:p xmlns:a="http://schemas.openxmlformats.org/drawingml/2006/main">
            <a:r>
              <a:t>출처: D:/Project/royal-family/ppt/data/implementation-evidence-v7.json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확인한 단위 검사 로그는29개 테스트81개assertion, 실패0·오류0이다. 도메인 PBT12개 속성은 각각100개 입력, seed20261009로 검사한 기록이다. 별도 보안4개 검사를 통과한 문서와 독립UI PASS 기록이 있다.</a:t>
            </a:r>
          </a:p>
          <a:p xmlns:a="http://schemas.openxmlformats.org/drawingml/2006/main">
            <a:r>
              <a:t>저장된 로컬 검사 기록 기준 · 외부 연동 mock · 전체 E2E·실제 AI 검증은 미실행</a:t>
            </a:r>
          </a:p>
          <a:p xmlns:a="http://schemas.openxmlformats.org/drawingml/2006/main">
            <a:r>
              <a:t>출처: D:/Project/royal-family/ppt/data/implementation-evidence-v7.json</a:t>
            </a:r>
          </a:p>
          <a:p xmlns:a="http://schemas.openxmlformats.org/drawingml/2006/main">
            <a:r>
              <a:t>출처: D:/Project/royal-family/service/target/unit-results.txt</a:t>
            </a:r>
          </a:p>
          <a:p xmlns:a="http://schemas.openxmlformats.org/drawingml/2006/main">
            <a:r>
              <a:t>출처: D:/Project/royal-family/service/test/royal/domain_test.cljs</a:t>
            </a:r>
          </a:p>
          <a:p xmlns:a="http://schemas.openxmlformats.org/drawingml/2006/main">
            <a:r>
              <a:t>출처: D:/Project/royal-family/qa/ui-acceptance-2026-10-09.md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업무 기록을 바탕으로 확인할 일을 안내하는 Events 흐름을 소개한다.</a:t>
            </a:r>
          </a:p>
          <a:p xmlns:a="http://schemas.openxmlformats.org/drawingml/2006/main">
            <a:r>
              <a:t>출처: D:/Project/royal-family/rawdata/PPTPlan/script.md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이번 구현 범위의 Events 흐름이다. 확인 시점에는 자료 비교와 시연 outbox를 함께 저장한다. Events capability 광고, 구독 생명주기, 서명과 실제 callback 전달, ChatGPT 수신은 아직 연결되지 않았다. 서비스 Skill은 자료 조회·추가 확인·상담 준비 절차를 안내하는 계획이다.</a:t>
            </a:r>
          </a:p>
          <a:p xmlns:a="http://schemas.openxmlformats.org/drawingml/2006/main">
            <a:r>
              <a:t>자료 비교·시연 outbox 구현 · 구독·서명·전달·ChatGPT 수신과 서비스 Skill은 연결 전</a:t>
            </a:r>
          </a:p>
          <a:p xmlns:a="http://schemas.openxmlformats.org/drawingml/2006/main">
            <a:r>
              <a:t>출처: D:/Project/royal-family/docs/architecture/mcp-and-skills.md</a:t>
            </a:r>
          </a:p>
          <a:p xmlns:a="http://schemas.openxmlformats.org/drawingml/2006/main">
            <a:r>
              <a:t>출처: D:/Project/royal-family/ppt/data/implementation-evidence-v7.json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질의응답.</a:t>
            </a:r>
          </a:p>
          <a:p xmlns:a="http://schemas.openxmlformats.org/drawingml/2006/main">
            <a:r>
              <a:t>출처: D:/Project/royal-family/rawdata/PPTPlan/script.md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8ca979e291348e5"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70b3419ccbfd4513"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ba705c52b9f84642"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a9a3f0bab3144637"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c7f8d6c6a0154f40"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4455433f56df490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E7EACE9-1975-4AE9-B1B1-0C57BB09B272}"/>
              </a:ext>
            </a:extLst>
          </p:cNvPr>
          <p:cNvSpPr>
            <a:spLocks xmlns:a="http://schemas.openxmlformats.org/drawingml/2006/main" noGrp="1"/>
          </p:cNvSpPr>
          <p:nvPr>
            <p:ph type="title" idx="0"/>
          </p:nvPr>
        </p:nvSpPr>
        <p:spPr>
          <a:xfrm xmlns:a="http://schemas.openxmlformats.org/drawingml/2006/main">
            <a:off x="914400" y="1943100"/>
            <a:ext cx="7315200" cy="7429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36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53C0E3DF-1045-4DC1-9E7C-63C752670AAA}"/>
              </a:ext>
            </a:extLst>
          </p:cNvPr>
          <p:cNvSpPr>
            <a:spLocks xmlns:a="http://schemas.openxmlformats.org/drawingml/2006/main" noGrp="1"/>
          </p:cNvSpPr>
          <p:nvPr>
            <p:ph type="subTitle" idx="1"/>
          </p:nvPr>
        </p:nvSpPr>
        <p:spPr>
          <a:xfrm xmlns:a="http://schemas.openxmlformats.org/drawingml/2006/main">
            <a:off x="1371600" y="2828925"/>
            <a:ext cx="6400800" cy="5715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1575"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7F63337E-1666-481A-A64D-F6DB9A861BE0}"/>
              </a:ext>
            </a:extLst>
          </p:cNvPr>
          <p:cNvSpPr>
            <a:spLocks xmlns:a="http://schemas.openxmlformats.org/drawingml/2006/main" noGrp="1"/>
          </p:cNvSpPr>
          <p:nvPr>
            <p:ph type="title" idx="0"/>
          </p:nvPr>
        </p:nvSpPr>
        <p:spPr>
          <a:xfrm xmlns:a="http://schemas.openxmlformats.org/drawingml/2006/main">
            <a:off x="914400" y="2143125"/>
            <a:ext cx="7315200" cy="8572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315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7D187FF-48FF-412D-BD88-050C0A40855D}"/>
              </a:ext>
            </a:extLst>
          </p:cNvPr>
          <p:cNvSpPr>
            <a:spLocks xmlns:a="http://schemas.openxmlformats.org/drawingml/2006/main" noGrp="1"/>
          </p:cNvSpPr>
          <p:nvPr>
            <p:ph type="title" idx="0"/>
          </p:nvPr>
        </p:nvSpPr>
        <p:spPr>
          <a:xfrm xmlns:a="http://schemas.openxmlformats.org/drawingml/2006/main">
            <a:off x="514350" y="400050"/>
            <a:ext cx="8115300" cy="6286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475"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49819D40-1AE9-4E67-8A8A-CBBB038A1D72}"/>
              </a:ext>
            </a:extLst>
          </p:cNvPr>
          <p:cNvSpPr>
            <a:spLocks xmlns:a="http://schemas.openxmlformats.org/drawingml/2006/main" noGrp="1"/>
          </p:cNvSpPr>
          <p:nvPr>
            <p:ph type="body" idx="1"/>
          </p:nvPr>
        </p:nvSpPr>
        <p:spPr>
          <a:xfrm xmlns:a="http://schemas.openxmlformats.org/drawingml/2006/main">
            <a:off x="514350" y="1428750"/>
            <a:ext cx="8115300" cy="32004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688" b="0">
                <a:solidFill>
                  <a:schemeClr val="tx1"/>
                </a:solidFill>
                <a:latin typeface="+mn-lt"/>
                <a:ea typeface="+mn-lt"/>
                <a:cs typeface="+mn-lt"/>
              </a:defRPr>
            </a:defPPr>
            <a:lvl1pPr marL="171450" indent="-171450">
              <a:lnSpc>
                <a:spcPct val="110000"/>
              </a:lnSpc>
              <a:spcBef>
                <a:spcPts val="0"/>
              </a:spcBef>
              <a:spcAft>
                <a:spcPts val="900"/>
              </a:spcAft>
              <a:buChar char="•"/>
            </a:lvl1pPr>
            <a:lvl2pPr marL="400050" indent="-171450">
              <a:lnSpc>
                <a:spcPct val="110000"/>
              </a:lnSpc>
              <a:spcBef>
                <a:spcPts val="0"/>
              </a:spcBef>
              <a:spcAft>
                <a:spcPts val="900"/>
              </a:spcAft>
              <a:buChar char="•"/>
            </a:lvl2pPr>
            <a:lvl3pPr marL="628650" indent="-171450">
              <a:lnSpc>
                <a:spcPct val="110000"/>
              </a:lnSpc>
              <a:spcBef>
                <a:spcPts val="0"/>
              </a:spcBef>
              <a:spcAft>
                <a:spcPts val="900"/>
              </a:spcAft>
              <a:buChar char="•"/>
            </a:lvl3pPr>
            <a:lvl4pPr marL="857250" indent="-171450">
              <a:lnSpc>
                <a:spcPct val="110000"/>
              </a:lnSpc>
              <a:spcBef>
                <a:spcPts val="0"/>
              </a:spcBef>
              <a:spcAft>
                <a:spcPts val="900"/>
              </a:spcAft>
              <a:buChar char="•"/>
            </a:lvl4pPr>
            <a:lvl5pPr marL="1085850" indent="-171450">
              <a:lnSpc>
                <a:spcPct val="110000"/>
              </a:lnSpc>
              <a:spcBef>
                <a:spcPts val="0"/>
              </a:spcBef>
              <a:spcAft>
                <a:spcPts val="900"/>
              </a:spcAft>
              <a:buChar char="•"/>
            </a:lvl5pPr>
            <a:lvl6pPr marL="1314450" indent="-171450">
              <a:lnSpc>
                <a:spcPct val="110000"/>
              </a:lnSpc>
              <a:spcBef>
                <a:spcPts val="0"/>
              </a:spcBef>
              <a:spcAft>
                <a:spcPts val="900"/>
              </a:spcAft>
              <a:buChar char="•"/>
            </a:lvl6pPr>
            <a:lvl7pPr marL="1543050" indent="-171450">
              <a:lnSpc>
                <a:spcPct val="110000"/>
              </a:lnSpc>
              <a:spcBef>
                <a:spcPts val="0"/>
              </a:spcBef>
              <a:spcAft>
                <a:spcPts val="900"/>
              </a:spcAft>
              <a:buChar char="•"/>
            </a:lvl7pPr>
            <a:lvl8pPr marL="1771650" indent="-171450">
              <a:lnSpc>
                <a:spcPct val="110000"/>
              </a:lnSpc>
              <a:spcBef>
                <a:spcPts val="0"/>
              </a:spcBef>
              <a:spcAft>
                <a:spcPts val="900"/>
              </a:spcAft>
              <a:buChar char="•"/>
            </a:lvl8pPr>
            <a:lvl9pPr marL="2000250" indent="-171450">
              <a:lnSpc>
                <a:spcPct val="110000"/>
              </a:lnSpc>
              <a:spcBef>
                <a:spcPts val="0"/>
              </a:spcBef>
              <a:spcAft>
                <a:spcPts val="9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FDBEB996-45A0-4032-96C0-2BCEE0746D4C}"/>
              </a:ext>
            </a:extLst>
          </p:cNvPr>
          <p:cNvSpPr>
            <a:spLocks xmlns:a="http://schemas.openxmlformats.org/drawingml/2006/main" noGrp="1"/>
          </p:cNvSpPr>
          <p:nvPr>
            <p:ph type="title" idx="0"/>
          </p:nvPr>
        </p:nvSpPr>
        <p:spPr>
          <a:xfrm xmlns:a="http://schemas.openxmlformats.org/drawingml/2006/main">
            <a:off x="514350" y="400050"/>
            <a:ext cx="8115300" cy="6286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475"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C26B267-0E22-4A7F-A5D5-475C456B2335}"/>
              </a:ext>
            </a:extLst>
          </p:cNvPr>
          <p:cNvSpPr>
            <a:spLocks xmlns:a="http://schemas.openxmlformats.org/drawingml/2006/main" noGrp="1"/>
          </p:cNvSpPr>
          <p:nvPr>
            <p:ph type="body" idx="1"/>
          </p:nvPr>
        </p:nvSpPr>
        <p:spPr>
          <a:xfrm xmlns:a="http://schemas.openxmlformats.org/drawingml/2006/main">
            <a:off x="514350" y="1428750"/>
            <a:ext cx="3771900" cy="32004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575" b="0">
                <a:solidFill>
                  <a:schemeClr val="tx1"/>
                </a:solidFill>
                <a:latin typeface="+mn-lt"/>
                <a:ea typeface="+mn-lt"/>
                <a:cs typeface="+mn-lt"/>
              </a:defRPr>
            </a:defPPr>
            <a:lvl1pPr marL="171450" indent="-171450">
              <a:lnSpc>
                <a:spcPct val="110000"/>
              </a:lnSpc>
              <a:spcBef>
                <a:spcPts val="0"/>
              </a:spcBef>
              <a:spcAft>
                <a:spcPts val="900"/>
              </a:spcAft>
              <a:buChar char="•"/>
            </a:lvl1pPr>
            <a:lvl2pPr marL="400050" indent="-171450">
              <a:lnSpc>
                <a:spcPct val="110000"/>
              </a:lnSpc>
              <a:spcBef>
                <a:spcPts val="0"/>
              </a:spcBef>
              <a:spcAft>
                <a:spcPts val="900"/>
              </a:spcAft>
              <a:buChar char="•"/>
            </a:lvl2pPr>
            <a:lvl3pPr marL="628650" indent="-171450">
              <a:lnSpc>
                <a:spcPct val="110000"/>
              </a:lnSpc>
              <a:spcBef>
                <a:spcPts val="0"/>
              </a:spcBef>
              <a:spcAft>
                <a:spcPts val="900"/>
              </a:spcAft>
              <a:buChar char="•"/>
            </a:lvl3pPr>
            <a:lvl4pPr marL="857250" indent="-171450">
              <a:lnSpc>
                <a:spcPct val="110000"/>
              </a:lnSpc>
              <a:spcBef>
                <a:spcPts val="0"/>
              </a:spcBef>
              <a:spcAft>
                <a:spcPts val="900"/>
              </a:spcAft>
              <a:buChar char="•"/>
            </a:lvl4pPr>
            <a:lvl5pPr marL="1085850" indent="-171450">
              <a:lnSpc>
                <a:spcPct val="110000"/>
              </a:lnSpc>
              <a:spcBef>
                <a:spcPts val="0"/>
              </a:spcBef>
              <a:spcAft>
                <a:spcPts val="900"/>
              </a:spcAft>
              <a:buChar char="•"/>
            </a:lvl5pPr>
            <a:lvl6pPr marL="1314450" indent="-171450">
              <a:lnSpc>
                <a:spcPct val="110000"/>
              </a:lnSpc>
              <a:spcBef>
                <a:spcPts val="0"/>
              </a:spcBef>
              <a:spcAft>
                <a:spcPts val="900"/>
              </a:spcAft>
              <a:buChar char="•"/>
            </a:lvl6pPr>
            <a:lvl7pPr marL="1543050" indent="-171450">
              <a:lnSpc>
                <a:spcPct val="110000"/>
              </a:lnSpc>
              <a:spcBef>
                <a:spcPts val="0"/>
              </a:spcBef>
              <a:spcAft>
                <a:spcPts val="900"/>
              </a:spcAft>
              <a:buChar char="•"/>
            </a:lvl7pPr>
            <a:lvl8pPr marL="1771650" indent="-171450">
              <a:lnSpc>
                <a:spcPct val="110000"/>
              </a:lnSpc>
              <a:spcBef>
                <a:spcPts val="0"/>
              </a:spcBef>
              <a:spcAft>
                <a:spcPts val="900"/>
              </a:spcAft>
              <a:buChar char="•"/>
            </a:lvl8pPr>
            <a:lvl9pPr marL="2000250" indent="-171450">
              <a:lnSpc>
                <a:spcPct val="110000"/>
              </a:lnSpc>
              <a:spcBef>
                <a:spcPts val="0"/>
              </a:spcBef>
              <a:spcAft>
                <a:spcPts val="9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6D67E4E7-2D3E-4F72-A569-5E4219B8C68C}"/>
              </a:ext>
            </a:extLst>
          </p:cNvPr>
          <p:cNvSpPr>
            <a:spLocks xmlns:a="http://schemas.openxmlformats.org/drawingml/2006/main" noGrp="1"/>
          </p:cNvSpPr>
          <p:nvPr>
            <p:ph type="body" idx="2"/>
          </p:nvPr>
        </p:nvSpPr>
        <p:spPr>
          <a:xfrm xmlns:a="http://schemas.openxmlformats.org/drawingml/2006/main">
            <a:off x="4857750" y="1428750"/>
            <a:ext cx="3771900" cy="32004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575" b="0">
                <a:solidFill>
                  <a:schemeClr val="tx1"/>
                </a:solidFill>
                <a:latin typeface="+mn-lt"/>
                <a:ea typeface="+mn-lt"/>
                <a:cs typeface="+mn-lt"/>
              </a:defRPr>
            </a:defPPr>
            <a:lvl1pPr marL="171450" indent="-171450">
              <a:lnSpc>
                <a:spcPct val="110000"/>
              </a:lnSpc>
              <a:spcBef>
                <a:spcPts val="0"/>
              </a:spcBef>
              <a:spcAft>
                <a:spcPts val="900"/>
              </a:spcAft>
              <a:buChar char="•"/>
            </a:lvl1pPr>
            <a:lvl2pPr marL="400050" indent="-171450">
              <a:lnSpc>
                <a:spcPct val="110000"/>
              </a:lnSpc>
              <a:spcBef>
                <a:spcPts val="0"/>
              </a:spcBef>
              <a:spcAft>
                <a:spcPts val="900"/>
              </a:spcAft>
              <a:buChar char="•"/>
            </a:lvl2pPr>
            <a:lvl3pPr marL="628650" indent="-171450">
              <a:lnSpc>
                <a:spcPct val="110000"/>
              </a:lnSpc>
              <a:spcBef>
                <a:spcPts val="0"/>
              </a:spcBef>
              <a:spcAft>
                <a:spcPts val="900"/>
              </a:spcAft>
              <a:buChar char="•"/>
            </a:lvl3pPr>
            <a:lvl4pPr marL="857250" indent="-171450">
              <a:lnSpc>
                <a:spcPct val="110000"/>
              </a:lnSpc>
              <a:spcBef>
                <a:spcPts val="0"/>
              </a:spcBef>
              <a:spcAft>
                <a:spcPts val="900"/>
              </a:spcAft>
              <a:buChar char="•"/>
            </a:lvl4pPr>
            <a:lvl5pPr marL="1085850" indent="-171450">
              <a:lnSpc>
                <a:spcPct val="110000"/>
              </a:lnSpc>
              <a:spcBef>
                <a:spcPts val="0"/>
              </a:spcBef>
              <a:spcAft>
                <a:spcPts val="900"/>
              </a:spcAft>
              <a:buChar char="•"/>
            </a:lvl5pPr>
            <a:lvl6pPr marL="1314450" indent="-171450">
              <a:lnSpc>
                <a:spcPct val="110000"/>
              </a:lnSpc>
              <a:spcBef>
                <a:spcPts val="0"/>
              </a:spcBef>
              <a:spcAft>
                <a:spcPts val="900"/>
              </a:spcAft>
              <a:buChar char="•"/>
            </a:lvl6pPr>
            <a:lvl7pPr marL="1543050" indent="-171450">
              <a:lnSpc>
                <a:spcPct val="110000"/>
              </a:lnSpc>
              <a:spcBef>
                <a:spcPts val="0"/>
              </a:spcBef>
              <a:spcAft>
                <a:spcPts val="900"/>
              </a:spcAft>
              <a:buChar char="•"/>
            </a:lvl7pPr>
            <a:lvl8pPr marL="1771650" indent="-171450">
              <a:lnSpc>
                <a:spcPct val="110000"/>
              </a:lnSpc>
              <a:spcBef>
                <a:spcPts val="0"/>
              </a:spcBef>
              <a:spcAft>
                <a:spcPts val="900"/>
              </a:spcAft>
              <a:buChar char="•"/>
            </a:lvl8pPr>
            <a:lvl9pPr marL="2000250" indent="-171450">
              <a:lnSpc>
                <a:spcPct val="110000"/>
              </a:lnSpc>
              <a:spcBef>
                <a:spcPts val="0"/>
              </a:spcBef>
              <a:spcAft>
                <a:spcPts val="9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A9D70E6-E33F-4048-966B-E4202BBD8328}"/>
              </a:ext>
            </a:extLst>
          </p:cNvPr>
          <p:cNvSpPr>
            <a:spLocks xmlns:a="http://schemas.openxmlformats.org/drawingml/2006/main" noGrp="1"/>
          </p:cNvSpPr>
          <p:nvPr>
            <p:ph type="title" idx="0"/>
          </p:nvPr>
        </p:nvSpPr>
        <p:spPr>
          <a:xfrm xmlns:a="http://schemas.openxmlformats.org/drawingml/2006/main">
            <a:off x="514350" y="400050"/>
            <a:ext cx="8115300" cy="6286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475"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B175D1A-2843-44CB-BD79-268FEAD87952}"/>
              </a:ext>
            </a:extLst>
          </p:cNvPr>
          <p:cNvSpPr>
            <a:spLocks xmlns:a="http://schemas.openxmlformats.org/drawingml/2006/main" noGrp="1"/>
          </p:cNvSpPr>
          <p:nvPr>
            <p:ph type="body" idx="1"/>
          </p:nvPr>
        </p:nvSpPr>
        <p:spPr>
          <a:xfrm xmlns:a="http://schemas.openxmlformats.org/drawingml/2006/main">
            <a:off x="514350" y="1428750"/>
            <a:ext cx="3771900" cy="32004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688" b="0">
                <a:solidFill>
                  <a:schemeClr val="tx1"/>
                </a:solidFill>
                <a:latin typeface="+mn-lt"/>
                <a:ea typeface="+mn-lt"/>
                <a:cs typeface="+mn-lt"/>
              </a:defRPr>
            </a:defPPr>
            <a:lvl1pPr marL="171450" indent="-171450">
              <a:lnSpc>
                <a:spcPct val="110000"/>
              </a:lnSpc>
              <a:spcBef>
                <a:spcPts val="0"/>
              </a:spcBef>
              <a:spcAft>
                <a:spcPts val="900"/>
              </a:spcAft>
              <a:buChar char="•"/>
            </a:lvl1pPr>
            <a:lvl2pPr marL="400050" indent="-171450">
              <a:lnSpc>
                <a:spcPct val="110000"/>
              </a:lnSpc>
              <a:spcBef>
                <a:spcPts val="0"/>
              </a:spcBef>
              <a:spcAft>
                <a:spcPts val="900"/>
              </a:spcAft>
              <a:buChar char="•"/>
            </a:lvl2pPr>
            <a:lvl3pPr marL="628650" indent="-171450">
              <a:lnSpc>
                <a:spcPct val="110000"/>
              </a:lnSpc>
              <a:spcBef>
                <a:spcPts val="0"/>
              </a:spcBef>
              <a:spcAft>
                <a:spcPts val="900"/>
              </a:spcAft>
              <a:buChar char="•"/>
            </a:lvl3pPr>
            <a:lvl4pPr marL="857250" indent="-171450">
              <a:lnSpc>
                <a:spcPct val="110000"/>
              </a:lnSpc>
              <a:spcBef>
                <a:spcPts val="0"/>
              </a:spcBef>
              <a:spcAft>
                <a:spcPts val="900"/>
              </a:spcAft>
              <a:buChar char="•"/>
            </a:lvl4pPr>
            <a:lvl5pPr marL="1085850" indent="-171450">
              <a:lnSpc>
                <a:spcPct val="110000"/>
              </a:lnSpc>
              <a:spcBef>
                <a:spcPts val="0"/>
              </a:spcBef>
              <a:spcAft>
                <a:spcPts val="900"/>
              </a:spcAft>
              <a:buChar char="•"/>
            </a:lvl5pPr>
            <a:lvl6pPr marL="1314450" indent="-171450">
              <a:lnSpc>
                <a:spcPct val="110000"/>
              </a:lnSpc>
              <a:spcBef>
                <a:spcPts val="0"/>
              </a:spcBef>
              <a:spcAft>
                <a:spcPts val="900"/>
              </a:spcAft>
              <a:buChar char="•"/>
            </a:lvl6pPr>
            <a:lvl7pPr marL="1543050" indent="-171450">
              <a:lnSpc>
                <a:spcPct val="110000"/>
              </a:lnSpc>
              <a:spcBef>
                <a:spcPts val="0"/>
              </a:spcBef>
              <a:spcAft>
                <a:spcPts val="900"/>
              </a:spcAft>
              <a:buChar char="•"/>
            </a:lvl7pPr>
            <a:lvl8pPr marL="1771650" indent="-171450">
              <a:lnSpc>
                <a:spcPct val="110000"/>
              </a:lnSpc>
              <a:spcBef>
                <a:spcPts val="0"/>
              </a:spcBef>
              <a:spcAft>
                <a:spcPts val="900"/>
              </a:spcAft>
              <a:buChar char="•"/>
            </a:lvl8pPr>
            <a:lvl9pPr marL="2000250" indent="-171450">
              <a:lnSpc>
                <a:spcPct val="110000"/>
              </a:lnSpc>
              <a:spcBef>
                <a:spcPts val="0"/>
              </a:spcBef>
              <a:spcAft>
                <a:spcPts val="9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16259a0d4dc419f" /><Relationship Type="http://schemas.openxmlformats.org/officeDocument/2006/relationships/slideLayout" Target="/ppt/slideLayouts/slideLayout1.xml" Id="R56688bff26d9438c" /><Relationship Type="http://schemas.openxmlformats.org/officeDocument/2006/relationships/slideLayout" Target="/ppt/slideLayouts/slideLayout2.xml" Id="Rf8c6fb50baec4339" /><Relationship Type="http://schemas.openxmlformats.org/officeDocument/2006/relationships/slideLayout" Target="/ppt/slideLayouts/slideLayout3.xml" Id="Red41b272a8a04897" /><Relationship Type="http://schemas.openxmlformats.org/officeDocument/2006/relationships/slideLayout" Target="/ppt/slideLayouts/slideLayout4.xml" Id="R425ac5c24ba446f3" /><Relationship Type="http://schemas.openxmlformats.org/officeDocument/2006/relationships/slideLayout" Target="/ppt/slideLayouts/slideLayout5.xml" Id="R7d5ab38657fb45e1" /><Relationship Type="http://schemas.openxmlformats.org/officeDocument/2006/relationships/slideLayout" Target="/ppt/slideLayouts/slideLayout6.xml" Id="R90b42b936b9b43a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6688bff26d9438c"/>
    <p:sldLayoutId xmlns:r="http://schemas.openxmlformats.org/officeDocument/2006/relationships" id="2147483650" r:id="Rf8c6fb50baec4339"/>
    <p:sldLayoutId xmlns:r="http://schemas.openxmlformats.org/officeDocument/2006/relationships" id="2147483651" r:id="Red41b272a8a04897"/>
    <p:sldLayoutId xmlns:r="http://schemas.openxmlformats.org/officeDocument/2006/relationships" id="2147483652" r:id="R425ac5c24ba446f3"/>
    <p:sldLayoutId xmlns:r="http://schemas.openxmlformats.org/officeDocument/2006/relationships" id="2147483653" r:id="R7d5ab38657fb45e1"/>
    <p:sldLayoutId xmlns:r="http://schemas.openxmlformats.org/officeDocument/2006/relationships" id="2147483654" r:id="R90b42b936b9b43a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33c0aa1828064793" /><Relationship Type="http://schemas.openxmlformats.org/officeDocument/2006/relationships/notesSlide" Target="/ppt/notesSlides/notesSlide1.xml" Id="R5741b507429b45c1"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778cebfe705a4c50" /><Relationship Type="http://schemas.openxmlformats.org/officeDocument/2006/relationships/image" Target="/ppt/media/image.png" Id="Rc0af78cb7cf9479a" /><Relationship Type="http://schemas.openxmlformats.org/officeDocument/2006/relationships/notesSlide" Target="/ppt/notesSlides/notesSlide2.xml" Id="Rc21d2ff4cb80430a"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a84719b50203491f" /><Relationship Type="http://schemas.openxmlformats.org/officeDocument/2006/relationships/notesSlide" Target="/ppt/notesSlides/notesSlide3.xml" Id="R8af32646fe6d44b1"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aef7978151ac4223" /><Relationship Type="http://schemas.openxmlformats.org/officeDocument/2006/relationships/image" Target="/ppt/media/image2.png" Id="Rf303aed974094388" /><Relationship Type="http://schemas.openxmlformats.org/officeDocument/2006/relationships/notesSlide" Target="/ppt/notesSlides/notesSlide4.xml" Id="Rebf9b8c2044f433c"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64fd5530099e4ae0" /><Relationship Type="http://schemas.openxmlformats.org/officeDocument/2006/relationships/image" Target="/ppt/media/image3.png" Id="R7416e17c1ffd4822" /><Relationship Type="http://schemas.openxmlformats.org/officeDocument/2006/relationships/image" Target="/ppt/media/image4.png" Id="Rca41eeeed1e34c4a" /><Relationship Type="http://schemas.openxmlformats.org/officeDocument/2006/relationships/image" Target="/ppt/media/image5.png" Id="R0e9e05e02d644178" /><Relationship Type="http://schemas.openxmlformats.org/officeDocument/2006/relationships/image" Target="/ppt/media/image6.png" Id="Rada774255126416d" /><Relationship Type="http://schemas.openxmlformats.org/officeDocument/2006/relationships/notesSlide" Target="/ppt/notesSlides/notesSlide5.xml" Id="Re5a25e8318484275"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766abefd19c64f3d" /><Relationship Type="http://schemas.openxmlformats.org/officeDocument/2006/relationships/image" Target="/ppt/media/image.jpeg" Id="Re9f1a764955f4170" /><Relationship Type="http://schemas.openxmlformats.org/officeDocument/2006/relationships/notesSlide" Target="/ppt/notesSlides/notesSlide6.xml" Id="R327b54e8929d4ecc"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28232ba28dc046f4" /><Relationship Type="http://schemas.openxmlformats.org/officeDocument/2006/relationships/image" Target="/ppt/media/image2.jpeg" Id="R50399a3271404d90" /><Relationship Type="http://schemas.openxmlformats.org/officeDocument/2006/relationships/image" Target="/ppt/media/image3.jpeg" Id="R71219bab95b848e3" /><Relationship Type="http://schemas.openxmlformats.org/officeDocument/2006/relationships/image" Target="/ppt/media/image4.jpeg" Id="Rafe0a1008be449ef" /><Relationship Type="http://schemas.openxmlformats.org/officeDocument/2006/relationships/notesSlide" Target="/ppt/notesSlides/notesSlide7.xml" Id="R8a7712a82c884569"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eb91994b246248fd" /><Relationship Type="http://schemas.openxmlformats.org/officeDocument/2006/relationships/chart" Target="/ppt/slides/charts/chart1.xml" Id="R3d3fa1054d204bd1" /><Relationship Type="http://schemas.openxmlformats.org/officeDocument/2006/relationships/notesSlide" Target="/ppt/notesSlides/notesSlide8.xml" Id="R1fefcb4e00d64799"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9435df70aaff48d5" /><Relationship Type="http://schemas.openxmlformats.org/officeDocument/2006/relationships/image" Target="/ppt/media/image7.png" Id="R245af764ed6a40f9" /><Relationship Type="http://schemas.openxmlformats.org/officeDocument/2006/relationships/image" Target="/ppt/media/image8.png" Id="Rcd2b54ae149b4690" /><Relationship Type="http://schemas.openxmlformats.org/officeDocument/2006/relationships/image" Target="/ppt/media/image9.png" Id="R244e355329874e7d" /><Relationship Type="http://schemas.openxmlformats.org/officeDocument/2006/relationships/notesSlide" Target="/ppt/notesSlides/notesSlide9.xml" Id="Rcfaf2e01da794cc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ca8ae884a64a49b6" /><Relationship Type="http://schemas.openxmlformats.org/officeDocument/2006/relationships/notesSlide" Target="/ppt/notesSlides/notesSlide10.xml" Id="R167d51abd9b44826"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780af771b2404408" /><Relationship Type="http://schemas.openxmlformats.org/officeDocument/2006/relationships/image" Target="/ppt/media/image10.png" Id="R8bbe97b7b9fd482f" /><Relationship Type="http://schemas.openxmlformats.org/officeDocument/2006/relationships/notesSlide" Target="/ppt/notesSlides/notesSlide11.xml" Id="Ree542210b0554f39"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c95e8f6970f84081" /><Relationship Type="http://schemas.openxmlformats.org/officeDocument/2006/relationships/image" Target="/ppt/media/image11.png" Id="R456531e08ea94933" /><Relationship Type="http://schemas.openxmlformats.org/officeDocument/2006/relationships/notesSlide" Target="/ppt/notesSlides/notesSlide12.xml" Id="Rfed2400a729a441f"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d15d924b1e704720" /><Relationship Type="http://schemas.openxmlformats.org/officeDocument/2006/relationships/image" Target="/ppt/media/image12.png" Id="R2564b257462249b8" /><Relationship Type="http://schemas.openxmlformats.org/officeDocument/2006/relationships/image" Target="/ppt/media/image5.jpeg" Id="Rbedbd919791947c7" /><Relationship Type="http://schemas.openxmlformats.org/officeDocument/2006/relationships/notesSlide" Target="/ppt/notesSlides/notesSlide13.xml" Id="Rfc310712c1d14dbf"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01108458ccb64dcd" /><Relationship Type="http://schemas.openxmlformats.org/officeDocument/2006/relationships/image" Target="/ppt/media/image13.png" Id="Re2470f32bdb0480e" /><Relationship Type="http://schemas.openxmlformats.org/officeDocument/2006/relationships/image" Target="/ppt/media/image6.jpeg" Id="Rc1144a41f6204d76" /><Relationship Type="http://schemas.openxmlformats.org/officeDocument/2006/relationships/notesSlide" Target="/ppt/notesSlides/notesSlide14.xml" Id="Rd538981013324cce"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b33caf43145e47cd" /><Relationship Type="http://schemas.openxmlformats.org/officeDocument/2006/relationships/image" Target="/ppt/media/image14.png" Id="R7b8cbe2133514478" /><Relationship Type="http://schemas.openxmlformats.org/officeDocument/2006/relationships/image" Target="/ppt/media/image15.png" Id="Rc86fbe49a1c0425d" /><Relationship Type="http://schemas.openxmlformats.org/officeDocument/2006/relationships/image" Target="/ppt/media/image7.jpeg" Id="R09cc9ade0c2947f6" /><Relationship Type="http://schemas.openxmlformats.org/officeDocument/2006/relationships/notesSlide" Target="/ppt/notesSlides/notesSlide15.xml" Id="R37df1bf8ac8a4939"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8462ff9cc45340a8" /><Relationship Type="http://schemas.openxmlformats.org/officeDocument/2006/relationships/image" Target="/ppt/media/image16.png" Id="Rd09e3a36e24b4137" /><Relationship Type="http://schemas.openxmlformats.org/officeDocument/2006/relationships/image" Target="/ppt/media/image8.jpeg" Id="R3017c58e01d243c4" /><Relationship Type="http://schemas.openxmlformats.org/officeDocument/2006/relationships/notesSlide" Target="/ppt/notesSlides/notesSlide16.xml" Id="R9c353412886448f3"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8910f47c24824b9d" /><Relationship Type="http://schemas.openxmlformats.org/officeDocument/2006/relationships/image" Target="/ppt/media/image17.png" Id="R9699b89d47d04d74" /><Relationship Type="http://schemas.openxmlformats.org/officeDocument/2006/relationships/image" Target="/ppt/media/image9.jpeg" Id="Rd616f1dd14ef4995" /><Relationship Type="http://schemas.openxmlformats.org/officeDocument/2006/relationships/notesSlide" Target="/ppt/notesSlides/notesSlide17.xml" Id="Rf655530ac39d44d4"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3af47ee2aa314831" /><Relationship Type="http://schemas.openxmlformats.org/officeDocument/2006/relationships/image" Target="/ppt/media/image18.png" Id="R4b8ad33981874784" /><Relationship Type="http://schemas.openxmlformats.org/officeDocument/2006/relationships/image" Target="/ppt/media/image10.jpeg" Id="R29c00eec28f64f67" /><Relationship Type="http://schemas.openxmlformats.org/officeDocument/2006/relationships/notesSlide" Target="/ppt/notesSlides/notesSlide18.xml" Id="R4c061635a2d54db1"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7e5ff99f8a034a5b" /><Relationship Type="http://schemas.openxmlformats.org/officeDocument/2006/relationships/image" Target="/ppt/media/image19.png" Id="R90c7f9912acc416d" /><Relationship Type="http://schemas.openxmlformats.org/officeDocument/2006/relationships/image" Target="/ppt/media/image11.jpeg" Id="R552a10d4addc4b27" /><Relationship Type="http://schemas.openxmlformats.org/officeDocument/2006/relationships/notesSlide" Target="/ppt/notesSlides/notesSlide19.xml" Id="R7b36e9a5542340f2"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1f68e7a2aff14a57" /><Relationship Type="http://schemas.openxmlformats.org/officeDocument/2006/relationships/image" Target="/ppt/media/image20.png" Id="R4470ba2f05934bd6" /><Relationship Type="http://schemas.openxmlformats.org/officeDocument/2006/relationships/image" Target="/ppt/media/image21.png" Id="R97f76501aff1402c" /><Relationship Type="http://schemas.openxmlformats.org/officeDocument/2006/relationships/image" Target="/ppt/media/image22.png" Id="R3061da26673c4e86" /><Relationship Type="http://schemas.openxmlformats.org/officeDocument/2006/relationships/image" Target="/ppt/media/image23.png" Id="Rd6d6fa8b40134c81" /><Relationship Type="http://schemas.openxmlformats.org/officeDocument/2006/relationships/notesSlide" Target="/ppt/notesSlides/notesSlide20.xml" Id="R17dc7120778c4603"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7e73a961312c4c25" /><Relationship Type="http://schemas.openxmlformats.org/officeDocument/2006/relationships/notesSlide" Target="/ppt/notesSlides/notesSlide21.xml" Id="Rd1e089becc3744c3"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75ee922937e347a9" /><Relationship Type="http://schemas.openxmlformats.org/officeDocument/2006/relationships/chart" Target="/ppt/slides/charts/chart2.xml" Id="Rda52bf8f1df64d79" /><Relationship Type="http://schemas.openxmlformats.org/officeDocument/2006/relationships/notesSlide" Target="/ppt/notesSlides/notesSlide22.xml" Id="R1e8d3cb459b24f2e"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6d9ebfe4f7144060" /><Relationship Type="http://schemas.openxmlformats.org/officeDocument/2006/relationships/notesSlide" Target="/ppt/notesSlides/notesSlide23.xml" Id="Rbffc94a8a75b45d4"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5daa574e70a24121" /><Relationship Type="http://schemas.openxmlformats.org/officeDocument/2006/relationships/notesSlide" Target="/ppt/notesSlides/notesSlide24.xml" Id="Rd745cccba7cd4486"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cf7f1c1f666f4904" /><Relationship Type="http://schemas.openxmlformats.org/officeDocument/2006/relationships/notesSlide" Target="/ppt/notesSlides/notesSlide25.xml" Id="R1c2d3da1ef174592"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4b9d7e367dab4886" /><Relationship Type="http://schemas.openxmlformats.org/officeDocument/2006/relationships/image" Target="/ppt/media/image24.png" Id="R0b7f2a68f3704e0b" /><Relationship Type="http://schemas.openxmlformats.org/officeDocument/2006/relationships/image" Target="/ppt/media/image25.png" Id="R5b952d578a724add" /><Relationship Type="http://schemas.openxmlformats.org/officeDocument/2006/relationships/image" Target="/ppt/media/image26.png" Id="Rd7388bd642144d0d" /><Relationship Type="http://schemas.openxmlformats.org/officeDocument/2006/relationships/image" Target="/ppt/media/image27.png" Id="R66d5f8fdf327487d" /><Relationship Type="http://schemas.openxmlformats.org/officeDocument/2006/relationships/notesSlide" Target="/ppt/notesSlides/notesSlide26.xml" Id="Rea9ba0d8edba43e5"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65953b9b417b4d2f" /><Relationship Type="http://schemas.openxmlformats.org/officeDocument/2006/relationships/notesSlide" Target="/ppt/notesSlides/notesSlide27.xml" Id="Rd415ae714fb14d51"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385f4dc877c543a5" /><Relationship Type="http://schemas.openxmlformats.org/officeDocument/2006/relationships/notesSlide" Target="/ppt/notesSlides/notesSlide28.xml" Id="Rf711be85593e4efe"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3cfed790972a43e5" /><Relationship Type="http://schemas.openxmlformats.org/officeDocument/2006/relationships/notesSlide" Target="/ppt/notesSlides/notesSlide29.xml" Id="Rfed318acd3cb4d68"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1e72c6b1fa8c463b" /><Relationship Type="http://schemas.openxmlformats.org/officeDocument/2006/relationships/image" Target="/ppt/media/image28.png" Id="Ra2086d9e9c974da0" /><Relationship Type="http://schemas.openxmlformats.org/officeDocument/2006/relationships/image" Target="/ppt/media/image29.png" Id="R164aa338e7854db6" /><Relationship Type="http://schemas.openxmlformats.org/officeDocument/2006/relationships/image" Target="/ppt/media/image30.png" Id="R0e2308609ee547c6" /><Relationship Type="http://schemas.openxmlformats.org/officeDocument/2006/relationships/notesSlide" Target="/ppt/notesSlides/notesSlide30.xml" Id="Ra4656382ea5446af"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3788e5f5b894436d" /><Relationship Type="http://schemas.openxmlformats.org/officeDocument/2006/relationships/notesSlide" Target="/ppt/notesSlides/notesSlide31.xml" Id="R5da47f5c15384124"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검색 건수</c:v>
          </c:tx>
          <c:spPr>
            <a:solidFill xmlns:a="http://schemas.openxmlformats.org/drawingml/2006/main">
              <a:srgbClr val="567D89"/>
            </a:solidFill>
          </c:spPr>
          <c:cat>
            <c:numRef>
              <c:f>'Chart Data'!$A$2:$A$6</c:f>
              <c:numCache>
                <c:formatCode>General</c:formatCode>
                <c:ptCount val="5"/>
                <c:pt idx="0">
                  <c:v>2021</c:v>
                </c:pt>
                <c:pt idx="1">
                  <c:v>2022</c:v>
                </c:pt>
                <c:pt idx="2">
                  <c:v>2023</c:v>
                </c:pt>
                <c:pt idx="3">
                  <c:v>2024</c:v>
                </c:pt>
                <c:pt idx="4">
                  <c:v>2025</c:v>
                </c:pt>
              </c:numCache>
            </c:numRef>
          </c:cat>
          <c:val>
            <c:numRef>
              <c:f>'Chart Data'!$B$2:$B$6</c:f>
              <c:numCache>
                <c:formatCode>0</c:formatCode>
                <c:ptCount val="5"/>
                <c:pt idx="0">
                  <c:v>32</c:v>
                </c:pt>
                <c:pt idx="1">
                  <c:v>37</c:v>
                </c:pt>
                <c:pt idx="2">
                  <c:v>34</c:v>
                </c:pt>
                <c:pt idx="3">
                  <c:v>23</c:v>
                </c:pt>
                <c:pt idx="4">
                  <c:v>12</c:v>
                </c:pt>
              </c:numCache>
            </c:numRef>
          </c:val>
        </c:ser>
        <c:dLbls>
          <c:numFmt formatCode="0" sourceLinked="0"/>
          <c:txPr>
            <a:bodyPr xmlns:a="http://schemas.openxmlformats.org/drawingml/2006/main" anchorCtr="1"/>
            <a:lstStyle xmlns:a="http://schemas.openxmlformats.org/drawingml/2006/main"/>
            <a:p xmlns:a="http://schemas.openxmlformats.org/drawingml/2006/main">
              <a:pPr>
                <a:defRPr sz="1875">
                  <a:solidFill>
                    <a:srgbClr val="183E35"/>
                  </a:solidFill>
                  <a:latin typeface="Pretendard"/>
                  <a:ea typeface="Pretendard"/>
                  <a:cs typeface="Pretendard"/>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2DCD6"/>
            </a:solidFill>
          </a:ln>
        </c:spPr>
        <c:txPr>
          <a:bodyPr xmlns:a="http://schemas.openxmlformats.org/drawingml/2006/main" anchorCtr="1"/>
          <a:lstStyle xmlns:a="http://schemas.openxmlformats.org/drawingml/2006/main"/>
          <a:p xmlns:a="http://schemas.openxmlformats.org/drawingml/2006/main">
            <a:pPr>
              <a:defRPr sz="1350">
                <a:solidFill>
                  <a:srgbClr val="183E35"/>
                </a:solidFill>
                <a:latin typeface="Pretendard"/>
                <a:ea typeface="Pretendard"/>
                <a:cs typeface="Pretendard"/>
              </a:defRPr>
            </a:pPr>
          </a:p>
        </c:txPr>
        <c:crossAx val="48672768"/>
      </c:catAx>
      <c:valAx>
        <c:axId val="48672768"/>
        <c:scaling>
          <c:orientation val="minMax"/>
          <c:max val="40"/>
          <c:min val="0"/>
        </c:scaling>
        <c:delete val="0"/>
        <c:axPos val="l"/>
        <c:majorGridlines>
          <c:spPr>
            <a:ln xmlns:a="http://schemas.openxmlformats.org/drawingml/2006/main" w="9525">
              <a:solidFill>
                <a:srgbClr val="D2DCD6"/>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75">
                <a:solidFill>
                  <a:srgbClr val="687568"/>
                </a:solidFill>
                <a:latin typeface="Pretendard"/>
                <a:ea typeface="Pretendard"/>
                <a:cs typeface="Pretendard"/>
              </a:defRPr>
            </a:pPr>
          </a:p>
        </c:txPr>
        <c:crossAx val="48650112"/>
        <c:crossBetween val="between"/>
        <c:majorUnit val="10"/>
      </c:valAx>
      <c:spPr>
        <a:solidFill xmlns:a="http://schemas.openxmlformats.org/drawingml/2006/main">
          <a:srgbClr val="F5F2E9"/>
        </a:solidFill>
      </c:spPr>
    </c:plotArea>
    <c:plotVisOnly val="1"/>
  </c:chart>
  <c:spPr>
    <a:solidFill xmlns:a="http://schemas.openxmlformats.org/drawingml/2006/main">
      <a:srgbClr val="F5F2E9"/>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bar"/>
        <c:grouping val="clustered"/>
        <c:varyColors val="1"/>
        <c:ser>
          <c:idx val="0"/>
          <c:order val="0"/>
          <c:tx>
            <c:v>연환산 매출</c:v>
          </c:tx>
          <c:dPt>
            <c:idx val="0"/>
            <c:invertIfNegative val="0"/>
            <c:spPr>
              <a:solidFill xmlns:a="http://schemas.openxmlformats.org/drawingml/2006/main">
                <a:srgbClr val="729690"/>
              </a:solidFill>
            </c:spPr>
          </c:dPt>
          <c:dPt>
            <c:idx val="1"/>
            <c:invertIfNegative val="0"/>
            <c:spPr>
              <a:solidFill xmlns:a="http://schemas.openxmlformats.org/drawingml/2006/main">
                <a:srgbClr val="183E35"/>
              </a:solidFill>
            </c:spPr>
          </c:dPt>
          <c:dPt>
            <c:idx val="2"/>
            <c:invertIfNegative val="0"/>
            <c:spPr>
              <a:solidFill xmlns:a="http://schemas.openxmlformats.org/drawingml/2006/main">
                <a:srgbClr val="567D89"/>
              </a:solidFill>
            </c:spPr>
          </c:dPt>
          <c:cat>
            <c:strRef>
              <c:f>'Chart Data'!$A$2:$A$4</c:f>
              <c:strCache>
                <c:ptCount val="3"/>
                <c:pt idx="0">
                  <c:v>0.5%  948개</c:v>
                </c:pt>
                <c:pt idx="1">
                  <c:v>1%  1,897개</c:v>
                </c:pt>
                <c:pt idx="2">
                  <c:v>2%  3,793개</c:v>
                </c:pt>
              </c:strCache>
            </c:strRef>
          </c:cat>
          <c:val>
            <c:numRef>
              <c:f>'Chart Data'!$B$2:$B$4</c:f>
              <c:numCache>
                <c:formatCode>0</c:formatCode>
                <c:ptCount val="3"/>
                <c:pt idx="0">
                  <c:v>4.74</c:v>
                </c:pt>
                <c:pt idx="1">
                  <c:v>9.49</c:v>
                </c:pt>
                <c:pt idx="2">
                  <c:v>18.97</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2025">
                  <a:solidFill>
                    <a:srgbClr val="183E35"/>
                  </a:solidFill>
                  <a:latin typeface="Pretendard"/>
                  <a:ea typeface="Pretendard"/>
                  <a:cs typeface="Pretendard"/>
                </a:defRPr>
              </a:pPr>
            </a:p>
          </c:txPr>
          <c:dLblPos val="outEnd"/>
          <c:showLegendKey val="0"/>
          <c:showVal val="1"/>
          <c:showCatName val="0"/>
          <c:showSerName val="0"/>
          <c:showPercent val="0"/>
          <c:showBubbleSize val="0"/>
          <c:showLeaderLines val="0"/>
        </c:dLbls>
        <c:gapWidth val="86"/>
        <c:axId val="48650112"/>
        <c:axId val="48672768"/>
      </c:barChart>
      <c:catAx>
        <c:axId val="48650112"/>
        <c:scaling>
          <c:orientation val="minMax"/>
        </c:scaling>
        <c:delete val="0"/>
        <c:axPos val="l"/>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650">
                <a:solidFill>
                  <a:srgbClr val="183E35"/>
                </a:solidFill>
                <a:latin typeface="Pretendard"/>
                <a:ea typeface="Pretendard"/>
                <a:cs typeface="Pretendard"/>
              </a:defRPr>
            </a:pPr>
          </a:p>
        </c:txPr>
        <c:crossAx val="48672768"/>
      </c:catAx>
      <c:valAx>
        <c:axId val="48672768"/>
        <c:scaling>
          <c:orientation val="minMax"/>
          <c:max val="25"/>
          <c:min val="0"/>
        </c:scaling>
        <c:delete val="0"/>
        <c:axPos val="b"/>
        <c:majorGridlines>
          <c:spPr>
            <a:ln xmlns:a="http://schemas.openxmlformats.org/drawingml/2006/main" w="9525">
              <a:solidFill>
                <a:srgbClr val="D2DCD6"/>
              </a:solidFill>
            </a:ln>
          </c:spPr>
        </c:majorGridlines>
        <c:title>
          <c:tx>
            <c:rich>
              <a:bodyPr xmlns:a="http://schemas.openxmlformats.org/drawingml/2006/main"/>
              <a:lstStyle xmlns:a="http://schemas.openxmlformats.org/drawingml/2006/main"/>
              <a:p xmlns:a="http://schemas.openxmlformats.org/drawingml/2006/main">
                <a:r>
                  <a:rPr>
                    <a:latin typeface="Pretendard"/>
                    <a:ea typeface="Pretendard"/>
                    <a:cs typeface="Pretendard"/>
                  </a:rPr>
                  <a:t>억원 / 년</a:t>
                </a:r>
              </a:p>
            </c:rich>
          </c:tx>
          <c:overlay val="0"/>
          <c:txPr>
            <a:bodyPr xmlns:a="http://schemas.openxmlformats.org/drawingml/2006/main" anchorCtr="1"/>
            <a:lstStyle xmlns:a="http://schemas.openxmlformats.org/drawingml/2006/main"/>
            <a:p xmlns:a="http://schemas.openxmlformats.org/drawingml/2006/main">
              <a:pPr>
                <a:defRPr>
                  <a:latin typeface="Pretendard"/>
                  <a:ea typeface="Pretendard"/>
                  <a:cs typeface="Pretendard"/>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125">
                <a:solidFill>
                  <a:srgbClr val="687568"/>
                </a:solidFill>
                <a:latin typeface="Pretendard"/>
                <a:ea typeface="Pretendard"/>
                <a:cs typeface="Pretendard"/>
              </a:defRPr>
            </a:pPr>
          </a:p>
        </c:txPr>
        <c:crossAx val="48650112"/>
        <c:crossBetween val="between"/>
        <c:majorUnit val="5"/>
      </c:valAx>
      <c:spPr>
        <a:solidFill xmlns:a="http://schemas.openxmlformats.org/drawingml/2006/main">
          <a:srgbClr val="F5F2E9"/>
        </a:solidFill>
      </c:spPr>
    </c:plotArea>
    <c:plotVisOnly val="1"/>
  </c:chart>
  <c:spPr>
    <a:solidFill xmlns:a="http://schemas.openxmlformats.org/drawingml/2006/main">
      <a:srgbClr val="F5F2E9"/>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5F2E9"/>
        </a:solidFill>
      </p:bgPr>
    </p:bg>
    <p:spTree>
      <p:nvGrpSpPr>
        <p:cNvPr id="1" name=""/>
        <p:cNvGrpSpPr/>
        <p:nvPr/>
      </p:nvGrpSpPr>
      <p:grpSpPr>
        <a:xfrm xmlns:a="http://schemas.openxmlformats.org/drawingml/2006/main"/>
      </p:grpSpPr>
      <p:cxnSp>
        <p:nvCxnSpPr>
          <p:cNvPr id="27" name="">
            <a:extLst xmlns:a="http://schemas.openxmlformats.org/drawingml/2006/main">
              <a:ext uri="{FF2B5EF4-FFF2-40B4-BE49-F238E27FC236}">
                <a16:creationId xmlns:a16="http://schemas.microsoft.com/office/drawing/2014/main" id="{723847EB-1DAC-4017-AB15-16A718761C19}"/>
              </a:ext>
            </a:extLst>
          </p:cNvPr>
          <p:cNvCxnSpPr>
            <a:stCxn xmlns:a="http://schemas.openxmlformats.org/drawingml/2006/main" id="5" idx="3"/>
            <a:endCxn xmlns:a="http://schemas.openxmlformats.org/drawingml/2006/main" id="24" idx="1"/>
          </p:cNvCxnSpPr>
          <p:nvPr/>
        </p:nvCxnSpPr>
        <p:spPr>
          <a:xfrm xmlns:a="http://schemas.openxmlformats.org/drawingml/2006/main">
            <a:off x="5219700" y="2857500"/>
            <a:ext cx="1038225" cy="1524000"/>
          </a:xfrm>
          <a:prstGeom xmlns:a="http://schemas.openxmlformats.org/drawingml/2006/main" prst="bentConnector3">
            <a:avLst>
              <a:gd name="adj1" fmla="val 50000"/>
            </a:avLst>
          </a:prstGeom>
          <a:ln xmlns:a="http://schemas.openxmlformats.org/drawingml/2006/main" w="19050">
            <a:solidFill>
              <a:srgbClr val="567D89"/>
            </a:solidFill>
            <a:tailEnd type="triangle" w="sm" len="sm"/>
          </a:ln>
        </p:spPr>
      </p:cxnSp>
      <p:cxnSp>
        <p:nvCxnSpPr>
          <p:cNvPr id="23" name="">
            <a:extLst xmlns:a="http://schemas.openxmlformats.org/drawingml/2006/main">
              <a:ext uri="{FF2B5EF4-FFF2-40B4-BE49-F238E27FC236}">
                <a16:creationId xmlns:a16="http://schemas.microsoft.com/office/drawing/2014/main" id="{66D2FABF-9D50-43FF-83A4-34A1C44001C8}"/>
              </a:ext>
            </a:extLst>
          </p:cNvPr>
          <p:cNvCxnSpPr>
            <a:stCxn xmlns:a="http://schemas.openxmlformats.org/drawingml/2006/main" id="5" idx="3"/>
            <a:endCxn xmlns:a="http://schemas.openxmlformats.org/drawingml/2006/main" id="20" idx="1"/>
          </p:cNvCxnSpPr>
          <p:nvPr/>
        </p:nvCxnSpPr>
        <p:spPr>
          <a:xfrm xmlns:a="http://schemas.openxmlformats.org/drawingml/2006/main">
            <a:off x="5219700" y="2857500"/>
            <a:ext cx="1038225" cy="657225"/>
          </a:xfrm>
          <a:prstGeom xmlns:a="http://schemas.openxmlformats.org/drawingml/2006/main" prst="bentConnector3">
            <a:avLst>
              <a:gd name="adj1" fmla="val 50000"/>
            </a:avLst>
          </a:prstGeom>
          <a:ln xmlns:a="http://schemas.openxmlformats.org/drawingml/2006/main" w="19050">
            <a:solidFill>
              <a:srgbClr val="567D89"/>
            </a:solidFill>
            <a:tailEnd type="triangle" w="sm" len="sm"/>
          </a:ln>
        </p:spPr>
      </p:cxnSp>
      <p:cxnSp>
        <p:nvCxnSpPr>
          <p:cNvPr id="19" name="">
            <a:extLst xmlns:a="http://schemas.openxmlformats.org/drawingml/2006/main">
              <a:ext uri="{FF2B5EF4-FFF2-40B4-BE49-F238E27FC236}">
                <a16:creationId xmlns:a16="http://schemas.microsoft.com/office/drawing/2014/main" id="{C749AC2A-3272-4715-8FF3-F9FF7E7B90D1}"/>
              </a:ext>
            </a:extLst>
          </p:cNvPr>
          <p:cNvCxnSpPr>
            <a:stCxn xmlns:a="http://schemas.openxmlformats.org/drawingml/2006/main" id="5" idx="3"/>
            <a:endCxn xmlns:a="http://schemas.openxmlformats.org/drawingml/2006/main" id="16" idx="1"/>
          </p:cNvCxnSpPr>
          <p:nvPr/>
        </p:nvCxnSpPr>
        <p:spPr>
          <a:xfrm xmlns:a="http://schemas.openxmlformats.org/drawingml/2006/main" flipV="1">
            <a:off x="5219700" y="2647950"/>
            <a:ext cx="1038225" cy="209550"/>
          </a:xfrm>
          <a:prstGeom xmlns:a="http://schemas.openxmlformats.org/drawingml/2006/main" prst="bentConnector3">
            <a:avLst>
              <a:gd name="adj1" fmla="val 50000"/>
            </a:avLst>
          </a:prstGeom>
          <a:ln xmlns:a="http://schemas.openxmlformats.org/drawingml/2006/main" w="19050">
            <a:solidFill>
              <a:srgbClr val="567D89"/>
            </a:solidFill>
            <a:tailEnd type="triangle" w="sm" len="sm"/>
          </a:ln>
        </p:spPr>
      </p:cxnSp>
      <p:cxnSp>
        <p:nvCxnSpPr>
          <p:cNvPr id="15" name="">
            <a:extLst xmlns:a="http://schemas.openxmlformats.org/drawingml/2006/main">
              <a:ext uri="{FF2B5EF4-FFF2-40B4-BE49-F238E27FC236}">
                <a16:creationId xmlns:a16="http://schemas.microsoft.com/office/drawing/2014/main" id="{4CDE550E-BDA5-4308-979F-BF90081BF98B}"/>
              </a:ext>
            </a:extLst>
          </p:cNvPr>
          <p:cNvCxnSpPr>
            <a:stCxn xmlns:a="http://schemas.openxmlformats.org/drawingml/2006/main" id="5" idx="3"/>
            <a:endCxn xmlns:a="http://schemas.openxmlformats.org/drawingml/2006/main" id="12" idx="1"/>
          </p:cNvCxnSpPr>
          <p:nvPr/>
        </p:nvCxnSpPr>
        <p:spPr>
          <a:xfrm xmlns:a="http://schemas.openxmlformats.org/drawingml/2006/main" flipV="1">
            <a:off x="5219700" y="1781175"/>
            <a:ext cx="1038225" cy="1076325"/>
          </a:xfrm>
          <a:prstGeom xmlns:a="http://schemas.openxmlformats.org/drawingml/2006/main" prst="bentConnector3">
            <a:avLst>
              <a:gd name="adj1" fmla="val 50000"/>
            </a:avLst>
          </a:prstGeom>
          <a:ln xmlns:a="http://schemas.openxmlformats.org/drawingml/2006/main" w="19050">
            <a:solidFill>
              <a:srgbClr val="567D89"/>
            </a:solidFill>
            <a:tailEnd type="triangle" w="sm" len="sm"/>
          </a:ln>
        </p:spPr>
      </p:cxnSp>
      <p:cxnSp>
        <p:nvCxnSpPr>
          <p:cNvPr id="11" name="">
            <a:extLst xmlns:a="http://schemas.openxmlformats.org/drawingml/2006/main">
              <a:ext uri="{FF2B5EF4-FFF2-40B4-BE49-F238E27FC236}">
                <a16:creationId xmlns:a16="http://schemas.microsoft.com/office/drawing/2014/main" id="{06882F07-5975-4CDB-8238-682CB02FE154}"/>
              </a:ext>
            </a:extLst>
          </p:cNvPr>
          <p:cNvCxnSpPr>
            <a:stCxn xmlns:a="http://schemas.openxmlformats.org/drawingml/2006/main" id="4" idx="3"/>
            <a:endCxn xmlns:a="http://schemas.openxmlformats.org/drawingml/2006/main" id="5" idx="1"/>
          </p:cNvCxnSpPr>
          <p:nvPr/>
        </p:nvCxnSpPr>
        <p:spPr>
          <a:xfrm xmlns:a="http://schemas.openxmlformats.org/drawingml/2006/main" flipV="1">
            <a:off x="2333625" y="2857500"/>
            <a:ext cx="771525" cy="866775"/>
          </a:xfrm>
          <a:prstGeom xmlns:a="http://schemas.openxmlformats.org/drawingml/2006/main" prst="bentConnector3">
            <a:avLst>
              <a:gd name="adj1" fmla="val 50000"/>
            </a:avLst>
          </a:prstGeom>
          <a:ln xmlns:a="http://schemas.openxmlformats.org/drawingml/2006/main" w="19050">
            <a:solidFill>
              <a:srgbClr val="567D89"/>
            </a:solidFill>
            <a:tailEnd type="triangle" w="sm" len="sm"/>
          </a:ln>
        </p:spPr>
      </p:cxnSp>
      <p:cxnSp>
        <p:nvCxnSpPr>
          <p:cNvPr id="10" name="">
            <a:extLst xmlns:a="http://schemas.openxmlformats.org/drawingml/2006/main">
              <a:ext uri="{FF2B5EF4-FFF2-40B4-BE49-F238E27FC236}">
                <a16:creationId xmlns:a16="http://schemas.microsoft.com/office/drawing/2014/main" id="{18EADC98-1006-4E00-816E-C2610CC8A064}"/>
              </a:ext>
            </a:extLst>
          </p:cNvPr>
          <p:cNvCxnSpPr>
            <a:stCxn xmlns:a="http://schemas.openxmlformats.org/drawingml/2006/main" id="3" idx="3"/>
            <a:endCxn xmlns:a="http://schemas.openxmlformats.org/drawingml/2006/main" id="5" idx="1"/>
          </p:cNvCxnSpPr>
          <p:nvPr/>
        </p:nvCxnSpPr>
        <p:spPr>
          <a:xfrm xmlns:a="http://schemas.openxmlformats.org/drawingml/2006/main">
            <a:off x="2333625" y="2105025"/>
            <a:ext cx="771525" cy="752475"/>
          </a:xfrm>
          <a:prstGeom xmlns:a="http://schemas.openxmlformats.org/drawingml/2006/main" prst="bentConnector3">
            <a:avLst>
              <a:gd name="adj1" fmla="val 50000"/>
            </a:avLst>
          </a:prstGeom>
          <a:ln xmlns:a="http://schemas.openxmlformats.org/drawingml/2006/main" w="19050">
            <a:solidFill>
              <a:srgbClr val="567D89"/>
            </a:solidFill>
            <a:tailEnd type="triangle" w="sm" len="sm"/>
          </a:ln>
        </p:spPr>
      </p:cxnSp>
      <p:sp>
        <p:nvSpPr>
          <p:cNvPr id="28" name="Codex와 만든 명문가">
            <a:extLst xmlns:a="http://schemas.openxmlformats.org/drawingml/2006/main">
              <a:ext uri="{FF2B5EF4-FFF2-40B4-BE49-F238E27FC236}">
                <a16:creationId xmlns:a16="http://schemas.microsoft.com/office/drawing/2014/main" id="{380B6F95-BC79-4F79-9E80-2C38D3883A43}"/>
              </a:ext>
            </a:extLst>
          </p:cNvPr>
          <p:cNvSpPr>
            <a:spLocks xmlns:a="http://schemas.openxmlformats.org/drawingml/2006/main" noGrp="1"/>
          </p:cNvSpPr>
          <p:nvPr/>
        </p:nvSpPr>
        <p:spPr>
          <a:xfrm xmlns:a="http://schemas.openxmlformats.org/drawingml/2006/main">
            <a:off x="476250" y="628650"/>
            <a:ext cx="82486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000" b="1">
                <a:solidFill>
                  <a:srgbClr val="183E35"/>
                </a:solidFill>
                <a:latin typeface="Pretendard"/>
                <a:ea typeface="Pretendard"/>
                <a:cs typeface="Pretendard"/>
              </a:defRPr>
            </a:defPPr>
          </a:lstStyle>
          <a:p xmlns:a="http://schemas.openxmlformats.org/drawingml/2006/main">
            <a:pPr algn="l">
              <a:defRPr sz="3000" b="1">
                <a:solidFill>
                  <a:srgbClr val="183E35"/>
                </a:solidFill>
                <a:latin typeface="Pretendard"/>
                <a:ea typeface="Pretendard"/>
                <a:cs typeface="Pretendard"/>
              </a:defRPr>
            </a:pPr>
            <a:r>
              <a:rPr sz="3000" b="1">
                <a:solidFill>
                  <a:srgbClr val="183E35"/>
                </a:solidFill>
                <a:latin typeface="Pretendard"/>
                <a:ea typeface="Pretendard"/>
                <a:cs typeface="Pretendard"/>
              </a:rPr>
              <a:t>Codex와 만든 명문가</a:t>
            </a:r>
          </a:p>
        </p:txBody>
      </p:sp>
      <p:sp>
        <p:nvSpPr>
          <p:cNvPr id="2" name="01">
            <a:extLst xmlns:a="http://schemas.openxmlformats.org/drawingml/2006/main">
              <a:ext uri="{FF2B5EF4-FFF2-40B4-BE49-F238E27FC236}">
                <a16:creationId xmlns:a16="http://schemas.microsoft.com/office/drawing/2014/main" id="{C336D5CD-6787-4F04-A131-A351D0FD74C8}"/>
              </a:ext>
            </a:extLst>
          </p:cNvPr>
          <p:cNvSpPr>
            <a:spLocks xmlns:a="http://schemas.openxmlformats.org/drawingml/2006/main" noGrp="1"/>
          </p:cNvSpPr>
          <p:nvPr/>
        </p:nvSpPr>
        <p:spPr>
          <a:xfrm xmlns:a="http://schemas.openxmlformats.org/drawingml/2006/main">
            <a:off x="8534400" y="4781550"/>
            <a:ext cx="2952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975" b="0">
                <a:solidFill>
                  <a:srgbClr val="687568"/>
                </a:solidFill>
                <a:latin typeface="Pretendard"/>
                <a:ea typeface="Pretendard"/>
                <a:cs typeface="Pretendard"/>
              </a:defRPr>
            </a:defPPr>
          </a:lstStyle>
          <a:p xmlns:a="http://schemas.openxmlformats.org/drawingml/2006/main">
            <a:pPr algn="r">
              <a:defRPr sz="975" b="0">
                <a:solidFill>
                  <a:srgbClr val="687568"/>
                </a:solidFill>
                <a:latin typeface="Pretendard"/>
                <a:ea typeface="Pretendard"/>
                <a:cs typeface="Pretendard"/>
              </a:defRPr>
            </a:pPr>
            <a:r>
              <a:rPr sz="975" b="0">
                <a:solidFill>
                  <a:srgbClr val="687568"/>
                </a:solidFill>
                <a:latin typeface="Pretendard"/>
                <a:ea typeface="Pretendard"/>
                <a:cs typeface="Pretendard"/>
              </a:rPr>
              <a:t>01</a:t>
            </a:r>
          </a:p>
        </p:txBody>
      </p:sp>
      <p:sp>
        <p:nvSpPr>
          <p:cNvPr id="3" name="">
            <a:extLst xmlns:a="http://schemas.openxmlformats.org/drawingml/2006/main">
              <a:ext uri="{FF2B5EF4-FFF2-40B4-BE49-F238E27FC236}">
                <a16:creationId xmlns:a16="http://schemas.microsoft.com/office/drawing/2014/main" id="{3118407E-CC31-43BA-9D3C-4A579BD37603}"/>
              </a:ext>
            </a:extLst>
          </p:cNvPr>
          <p:cNvSpPr>
            <a:spLocks xmlns:a="http://schemas.openxmlformats.org/drawingml/2006/main" noGrp="1"/>
          </p:cNvSpPr>
          <p:nvPr/>
        </p:nvSpPr>
        <p:spPr>
          <a:xfrm xmlns:a="http://schemas.openxmlformats.org/drawingml/2006/main">
            <a:off x="495300" y="1619250"/>
            <a:ext cx="1838325" cy="971550"/>
          </a:xfrm>
          <a:prstGeom xmlns:a="http://schemas.openxmlformats.org/drawingml/2006/main" prst="rect">
            <a:avLst/>
          </a:prstGeom>
          <a:solidFill xmlns:a="http://schemas.openxmlformats.org/drawingml/2006/main">
            <a:srgbClr val="FFFFFF"/>
          </a:solidFill>
          <a:ln xmlns:a="http://schemas.openxmlformats.org/drawingml/2006/main" w="9525">
            <a:solidFill>
              <a:srgbClr val="D2DCD6"/>
            </a:solidFill>
          </a:ln>
        </p:spPr>
      </p:sp>
      <p:sp>
        <p:nvSpPr>
          <p:cNvPr id="4" name="">
            <a:extLst xmlns:a="http://schemas.openxmlformats.org/drawingml/2006/main">
              <a:ext uri="{FF2B5EF4-FFF2-40B4-BE49-F238E27FC236}">
                <a16:creationId xmlns:a16="http://schemas.microsoft.com/office/drawing/2014/main" id="{368AA48D-4480-4C5F-B5F4-797E7FBFFFFE}"/>
              </a:ext>
            </a:extLst>
          </p:cNvPr>
          <p:cNvSpPr>
            <a:spLocks xmlns:a="http://schemas.openxmlformats.org/drawingml/2006/main" noGrp="1"/>
          </p:cNvSpPr>
          <p:nvPr/>
        </p:nvSpPr>
        <p:spPr>
          <a:xfrm xmlns:a="http://schemas.openxmlformats.org/drawingml/2006/main">
            <a:off x="495300" y="3333750"/>
            <a:ext cx="1838325" cy="781050"/>
          </a:xfrm>
          <a:prstGeom xmlns:a="http://schemas.openxmlformats.org/drawingml/2006/main" prst="rect">
            <a:avLst/>
          </a:prstGeom>
          <a:solidFill xmlns:a="http://schemas.openxmlformats.org/drawingml/2006/main">
            <a:srgbClr val="FFFFFF"/>
          </a:solidFill>
          <a:ln xmlns:a="http://schemas.openxmlformats.org/drawingml/2006/main" w="9525">
            <a:solidFill>
              <a:srgbClr val="D2DCD6"/>
            </a:solidFill>
          </a:ln>
        </p:spPr>
      </p:sp>
      <p:sp>
        <p:nvSpPr>
          <p:cNvPr id="5" name="">
            <a:extLst xmlns:a="http://schemas.openxmlformats.org/drawingml/2006/main">
              <a:ext uri="{FF2B5EF4-FFF2-40B4-BE49-F238E27FC236}">
                <a16:creationId xmlns:a16="http://schemas.microsoft.com/office/drawing/2014/main" id="{D5141E0A-2D24-4E78-8687-703D3A007599}"/>
              </a:ext>
            </a:extLst>
          </p:cNvPr>
          <p:cNvSpPr>
            <a:spLocks xmlns:a="http://schemas.openxmlformats.org/drawingml/2006/main" noGrp="1"/>
          </p:cNvSpPr>
          <p:nvPr/>
        </p:nvSpPr>
        <p:spPr>
          <a:xfrm xmlns:a="http://schemas.openxmlformats.org/drawingml/2006/main">
            <a:off x="3105150" y="2381250"/>
            <a:ext cx="2114550" cy="952500"/>
          </a:xfrm>
          <a:prstGeom xmlns:a="http://schemas.openxmlformats.org/drawingml/2006/main" prst="rect">
            <a:avLst/>
          </a:prstGeom>
          <a:solidFill xmlns:a="http://schemas.openxmlformats.org/drawingml/2006/main">
            <a:srgbClr val="183E35"/>
          </a:solidFill>
          <a:ln xmlns:a="http://schemas.openxmlformats.org/drawingml/2006/main" w="0">
            <a:noFill/>
          </a:ln>
        </p:spPr>
      </p:sp>
      <p:sp>
        <p:nvSpPr>
          <p:cNvPr id="6" name="아버지와의 통화">
            <a:extLst xmlns:a="http://schemas.openxmlformats.org/drawingml/2006/main">
              <a:ext uri="{FF2B5EF4-FFF2-40B4-BE49-F238E27FC236}">
                <a16:creationId xmlns:a16="http://schemas.microsoft.com/office/drawing/2014/main" id="{3830E72D-67A8-4E24-9A5E-CE5859638F8D}"/>
              </a:ext>
            </a:extLst>
          </p:cNvPr>
          <p:cNvSpPr>
            <a:spLocks xmlns:a="http://schemas.openxmlformats.org/drawingml/2006/main" noGrp="1"/>
          </p:cNvSpPr>
          <p:nvPr/>
        </p:nvSpPr>
        <p:spPr>
          <a:xfrm xmlns:a="http://schemas.openxmlformats.org/drawingml/2006/main">
            <a:off x="638175" y="1781175"/>
            <a:ext cx="15621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650" b="1">
                <a:solidFill>
                  <a:srgbClr val="183E35"/>
                </a:solidFill>
                <a:latin typeface="Pretendard"/>
                <a:ea typeface="Pretendard"/>
                <a:cs typeface="Pretendard"/>
              </a:defRPr>
            </a:defPPr>
          </a:lstStyle>
          <a:p xmlns:a="http://schemas.openxmlformats.org/drawingml/2006/main">
            <a:pPr algn="ctr">
              <a:defRPr sz="1650" b="1">
                <a:solidFill>
                  <a:srgbClr val="183E35"/>
                </a:solidFill>
                <a:latin typeface="Pretendard"/>
                <a:ea typeface="Pretendard"/>
                <a:cs typeface="Pretendard"/>
              </a:defRPr>
            </a:pPr>
            <a:r>
              <a:rPr sz="1650" b="1">
                <a:solidFill>
                  <a:srgbClr val="183E35"/>
                </a:solidFill>
                <a:latin typeface="Pretendard"/>
                <a:ea typeface="Pretendard"/>
                <a:cs typeface="Pretendard"/>
              </a:rPr>
              <a:t>아버지와의 통화</a:t>
            </a:r>
          </a:p>
        </p:txBody>
      </p:sp>
      <p:sp>
        <p:nvSpPr>
          <p:cNvPr id="7" name="6분 45초">
            <a:extLst xmlns:a="http://schemas.openxmlformats.org/drawingml/2006/main">
              <a:ext uri="{FF2B5EF4-FFF2-40B4-BE49-F238E27FC236}">
                <a16:creationId xmlns:a16="http://schemas.microsoft.com/office/drawing/2014/main" id="{CED82D26-326A-4BFC-AFD5-07E2AD59F7BC}"/>
              </a:ext>
            </a:extLst>
          </p:cNvPr>
          <p:cNvSpPr>
            <a:spLocks xmlns:a="http://schemas.openxmlformats.org/drawingml/2006/main" noGrp="1"/>
          </p:cNvSpPr>
          <p:nvPr/>
        </p:nvSpPr>
        <p:spPr>
          <a:xfrm xmlns:a="http://schemas.openxmlformats.org/drawingml/2006/main">
            <a:off x="638175" y="2219325"/>
            <a:ext cx="1562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425">
                <a:solidFill>
                  <a:srgbClr val="687568"/>
                </a:solidFill>
                <a:latin typeface="Pretendard"/>
                <a:ea typeface="Pretendard"/>
                <a:cs typeface="Pretendard"/>
              </a:defRPr>
            </a:defPPr>
          </a:lstStyle>
          <a:p xmlns:a="http://schemas.openxmlformats.org/drawingml/2006/main">
            <a:pPr algn="ctr">
              <a:defRPr sz="1425">
                <a:solidFill>
                  <a:srgbClr val="687568"/>
                </a:solidFill>
                <a:latin typeface="Pretendard"/>
                <a:ea typeface="Pretendard"/>
                <a:cs typeface="Pretendard"/>
              </a:defRPr>
            </a:pPr>
            <a:r>
              <a:rPr sz="1425">
                <a:solidFill>
                  <a:srgbClr val="687568"/>
                </a:solidFill>
                <a:latin typeface="Pretendard"/>
                <a:ea typeface="Pretendard"/>
                <a:cs typeface="Pretendard"/>
              </a:rPr>
              <a:t>6분 45초</a:t>
            </a:r>
          </a:p>
        </p:txBody>
      </p:sp>
      <p:sp>
        <p:nvSpPr>
          <p:cNvPr id="8" name="제출 초안">
            <a:extLst xmlns:a="http://schemas.openxmlformats.org/drawingml/2006/main">
              <a:ext uri="{FF2B5EF4-FFF2-40B4-BE49-F238E27FC236}">
                <a16:creationId xmlns:a16="http://schemas.microsoft.com/office/drawing/2014/main" id="{DDD5C8C3-744C-4558-B1DE-1B56597B3CE2}"/>
              </a:ext>
            </a:extLst>
          </p:cNvPr>
          <p:cNvSpPr>
            <a:spLocks xmlns:a="http://schemas.openxmlformats.org/drawingml/2006/main" noGrp="1"/>
          </p:cNvSpPr>
          <p:nvPr/>
        </p:nvSpPr>
        <p:spPr>
          <a:xfrm xmlns:a="http://schemas.openxmlformats.org/drawingml/2006/main">
            <a:off x="619125" y="3552825"/>
            <a:ext cx="160972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1">
                <a:solidFill>
                  <a:srgbClr val="183E35"/>
                </a:solidFill>
                <a:latin typeface="Pretendard"/>
                <a:ea typeface="Pretendard"/>
                <a:cs typeface="Pretendard"/>
              </a:defRPr>
            </a:defPPr>
          </a:lstStyle>
          <a:p xmlns:a="http://schemas.openxmlformats.org/drawingml/2006/main">
            <a:pPr algn="ctr">
              <a:defRPr sz="1800" b="1">
                <a:solidFill>
                  <a:srgbClr val="183E35"/>
                </a:solidFill>
                <a:latin typeface="Pretendard"/>
                <a:ea typeface="Pretendard"/>
                <a:cs typeface="Pretendard"/>
              </a:defRPr>
            </a:pPr>
            <a:r>
              <a:rPr sz="1800" b="1">
                <a:solidFill>
                  <a:srgbClr val="183E35"/>
                </a:solidFill>
                <a:latin typeface="Pretendard"/>
                <a:ea typeface="Pretendard"/>
                <a:cs typeface="Pretendard"/>
              </a:rPr>
              <a:t>제출 초안</a:t>
            </a:r>
          </a:p>
        </p:txBody>
      </p:sp>
      <p:sp>
        <p:nvSpPr>
          <p:cNvPr id="9" name="Codex">
            <a:extLst xmlns:a="http://schemas.openxmlformats.org/drawingml/2006/main">
              <a:ext uri="{FF2B5EF4-FFF2-40B4-BE49-F238E27FC236}">
                <a16:creationId xmlns:a16="http://schemas.microsoft.com/office/drawing/2014/main" id="{EFF04B84-C6CD-40B7-8950-8B621E0FA232}"/>
              </a:ext>
            </a:extLst>
          </p:cNvPr>
          <p:cNvSpPr>
            <a:spLocks xmlns:a="http://schemas.openxmlformats.org/drawingml/2006/main" noGrp="1"/>
          </p:cNvSpPr>
          <p:nvPr/>
        </p:nvSpPr>
        <p:spPr>
          <a:xfrm xmlns:a="http://schemas.openxmlformats.org/drawingml/2006/main">
            <a:off x="3267075" y="2590800"/>
            <a:ext cx="17907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3075" b="1">
                <a:solidFill>
                  <a:srgbClr val="F5F2E9"/>
                </a:solidFill>
                <a:latin typeface="Pretendard"/>
                <a:ea typeface="Pretendard"/>
                <a:cs typeface="Pretendard"/>
              </a:defRPr>
            </a:defPPr>
          </a:lstStyle>
          <a:p xmlns:a="http://schemas.openxmlformats.org/drawingml/2006/main">
            <a:pPr algn="ctr">
              <a:defRPr sz="3075" b="1">
                <a:solidFill>
                  <a:srgbClr val="F5F2E9"/>
                </a:solidFill>
                <a:latin typeface="Pretendard"/>
                <a:ea typeface="Pretendard"/>
                <a:cs typeface="Pretendard"/>
              </a:defRPr>
            </a:pPr>
            <a:r>
              <a:rPr sz="3075" b="1">
                <a:solidFill>
                  <a:srgbClr val="F5F2E9"/>
                </a:solidFill>
                <a:latin typeface="Pretendard"/>
                <a:ea typeface="Pretendard"/>
                <a:cs typeface="Pretendard"/>
              </a:rPr>
              <a:t>Codex</a:t>
            </a:r>
          </a:p>
        </p:txBody>
      </p:sp>
      <p:sp>
        <p:nvSpPr>
          <p:cNvPr id="12" name="">
            <a:extLst xmlns:a="http://schemas.openxmlformats.org/drawingml/2006/main">
              <a:ext uri="{FF2B5EF4-FFF2-40B4-BE49-F238E27FC236}">
                <a16:creationId xmlns:a16="http://schemas.microsoft.com/office/drawing/2014/main" id="{5EACE181-8BC7-4B50-AAEF-91ABF66945B8}"/>
              </a:ext>
            </a:extLst>
          </p:cNvPr>
          <p:cNvSpPr>
            <a:spLocks xmlns:a="http://schemas.openxmlformats.org/drawingml/2006/main" noGrp="1"/>
          </p:cNvSpPr>
          <p:nvPr/>
        </p:nvSpPr>
        <p:spPr>
          <a:xfrm xmlns:a="http://schemas.openxmlformats.org/drawingml/2006/main">
            <a:off x="6257925" y="1438275"/>
            <a:ext cx="2371725"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D2DCD6"/>
            </a:solidFill>
          </a:ln>
        </p:spPr>
      </p:sp>
      <p:sp>
        <p:nvSpPr>
          <p:cNvPr id="13" name="기획">
            <a:extLst xmlns:a="http://schemas.openxmlformats.org/drawingml/2006/main">
              <a:ext uri="{FF2B5EF4-FFF2-40B4-BE49-F238E27FC236}">
                <a16:creationId xmlns:a16="http://schemas.microsoft.com/office/drawing/2014/main" id="{FC521ECC-4D41-44D8-BAD1-4B0A1514D6DB}"/>
              </a:ext>
            </a:extLst>
          </p:cNvPr>
          <p:cNvSpPr>
            <a:spLocks xmlns:a="http://schemas.openxmlformats.org/drawingml/2006/main" noGrp="1"/>
          </p:cNvSpPr>
          <p:nvPr/>
        </p:nvSpPr>
        <p:spPr>
          <a:xfrm xmlns:a="http://schemas.openxmlformats.org/drawingml/2006/main">
            <a:off x="6419850" y="1504950"/>
            <a:ext cx="20383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b="1">
                <a:solidFill>
                  <a:srgbClr val="183E35"/>
                </a:solidFill>
                <a:latin typeface="Pretendard"/>
                <a:ea typeface="Pretendard"/>
                <a:cs typeface="Pretendard"/>
              </a:defRPr>
            </a:defPPr>
          </a:lstStyle>
          <a:p xmlns:a="http://schemas.openxmlformats.org/drawingml/2006/main">
            <a:pPr algn="l">
              <a:defRPr sz="1725" b="1">
                <a:solidFill>
                  <a:srgbClr val="183E35"/>
                </a:solidFill>
                <a:latin typeface="Pretendard"/>
                <a:ea typeface="Pretendard"/>
                <a:cs typeface="Pretendard"/>
              </a:defRPr>
            </a:pPr>
            <a:r>
              <a:rPr sz="1725" b="1">
                <a:solidFill>
                  <a:srgbClr val="183E35"/>
                </a:solidFill>
                <a:latin typeface="Pretendard"/>
                <a:ea typeface="Pretendard"/>
                <a:cs typeface="Pretendard"/>
              </a:rPr>
              <a:t>기획</a:t>
            </a:r>
          </a:p>
        </p:txBody>
      </p:sp>
      <p:sp>
        <p:nvSpPr>
          <p:cNvPr id="14" name="PRD · 유스케이스">
            <a:extLst xmlns:a="http://schemas.openxmlformats.org/drawingml/2006/main">
              <a:ext uri="{FF2B5EF4-FFF2-40B4-BE49-F238E27FC236}">
                <a16:creationId xmlns:a16="http://schemas.microsoft.com/office/drawing/2014/main" id="{C73DB007-2803-4013-A6A5-A8984476B1B5}"/>
              </a:ext>
            </a:extLst>
          </p:cNvPr>
          <p:cNvSpPr>
            <a:spLocks xmlns:a="http://schemas.openxmlformats.org/drawingml/2006/main" noGrp="1"/>
          </p:cNvSpPr>
          <p:nvPr/>
        </p:nvSpPr>
        <p:spPr>
          <a:xfrm xmlns:a="http://schemas.openxmlformats.org/drawingml/2006/main">
            <a:off x="6419850" y="1838325"/>
            <a:ext cx="21050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75">
                <a:solidFill>
                  <a:srgbClr val="567D89"/>
                </a:solidFill>
                <a:latin typeface="Pretendard"/>
                <a:ea typeface="Pretendard"/>
                <a:cs typeface="Pretendard"/>
              </a:defRPr>
            </a:defPPr>
          </a:lstStyle>
          <a:p xmlns:a="http://schemas.openxmlformats.org/drawingml/2006/main">
            <a:pPr algn="l">
              <a:defRPr sz="1275">
                <a:solidFill>
                  <a:srgbClr val="567D89"/>
                </a:solidFill>
                <a:latin typeface="Pretendard"/>
                <a:ea typeface="Pretendard"/>
                <a:cs typeface="Pretendard"/>
              </a:defRPr>
            </a:pPr>
            <a:r>
              <a:rPr sz="1275">
                <a:solidFill>
                  <a:srgbClr val="567D89"/>
                </a:solidFill>
                <a:latin typeface="Pretendard"/>
                <a:ea typeface="Pretendard"/>
                <a:cs typeface="Pretendard"/>
              </a:rPr>
              <a:t>PRD · 유스케이스</a:t>
            </a:r>
          </a:p>
        </p:txBody>
      </p:sp>
      <p:sp>
        <p:nvSpPr>
          <p:cNvPr id="16" name="">
            <a:extLst xmlns:a="http://schemas.openxmlformats.org/drawingml/2006/main">
              <a:ext uri="{FF2B5EF4-FFF2-40B4-BE49-F238E27FC236}">
                <a16:creationId xmlns:a16="http://schemas.microsoft.com/office/drawing/2014/main" id="{4924E84A-3EB8-43D5-AECE-777B926DD5BB}"/>
              </a:ext>
            </a:extLst>
          </p:cNvPr>
          <p:cNvSpPr>
            <a:spLocks xmlns:a="http://schemas.openxmlformats.org/drawingml/2006/main" noGrp="1"/>
          </p:cNvSpPr>
          <p:nvPr/>
        </p:nvSpPr>
        <p:spPr>
          <a:xfrm xmlns:a="http://schemas.openxmlformats.org/drawingml/2006/main">
            <a:off x="6257925" y="2305050"/>
            <a:ext cx="2371725"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D2DCD6"/>
            </a:solidFill>
          </a:ln>
        </p:spPr>
      </p:sp>
      <p:sp>
        <p:nvSpPr>
          <p:cNvPr id="17" name="자료">
            <a:extLst xmlns:a="http://schemas.openxmlformats.org/drawingml/2006/main">
              <a:ext uri="{FF2B5EF4-FFF2-40B4-BE49-F238E27FC236}">
                <a16:creationId xmlns:a16="http://schemas.microsoft.com/office/drawing/2014/main" id="{B4E11439-C956-4B16-B694-694CB5A70EDB}"/>
              </a:ext>
            </a:extLst>
          </p:cNvPr>
          <p:cNvSpPr>
            <a:spLocks xmlns:a="http://schemas.openxmlformats.org/drawingml/2006/main" noGrp="1"/>
          </p:cNvSpPr>
          <p:nvPr/>
        </p:nvSpPr>
        <p:spPr>
          <a:xfrm xmlns:a="http://schemas.openxmlformats.org/drawingml/2006/main">
            <a:off x="6419850" y="2371725"/>
            <a:ext cx="20383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b="1">
                <a:solidFill>
                  <a:srgbClr val="183E35"/>
                </a:solidFill>
                <a:latin typeface="Pretendard"/>
                <a:ea typeface="Pretendard"/>
                <a:cs typeface="Pretendard"/>
              </a:defRPr>
            </a:defPPr>
          </a:lstStyle>
          <a:p xmlns:a="http://schemas.openxmlformats.org/drawingml/2006/main">
            <a:pPr algn="l">
              <a:defRPr sz="1725" b="1">
                <a:solidFill>
                  <a:srgbClr val="183E35"/>
                </a:solidFill>
                <a:latin typeface="Pretendard"/>
                <a:ea typeface="Pretendard"/>
                <a:cs typeface="Pretendard"/>
              </a:defRPr>
            </a:pPr>
            <a:r>
              <a:rPr sz="1725" b="1">
                <a:solidFill>
                  <a:srgbClr val="183E35"/>
                </a:solidFill>
                <a:latin typeface="Pretendard"/>
                <a:ea typeface="Pretendard"/>
                <a:cs typeface="Pretendard"/>
              </a:rPr>
              <a:t>자료</a:t>
            </a:r>
          </a:p>
        </p:txBody>
      </p:sp>
      <p:sp>
        <p:nvSpPr>
          <p:cNvPr id="18" name="법령 · 판례 · 필지">
            <a:extLst xmlns:a="http://schemas.openxmlformats.org/drawingml/2006/main">
              <a:ext uri="{FF2B5EF4-FFF2-40B4-BE49-F238E27FC236}">
                <a16:creationId xmlns:a16="http://schemas.microsoft.com/office/drawing/2014/main" id="{940779B8-CE60-4FA7-89D0-E83EEBFB2D63}"/>
              </a:ext>
            </a:extLst>
          </p:cNvPr>
          <p:cNvSpPr>
            <a:spLocks xmlns:a="http://schemas.openxmlformats.org/drawingml/2006/main" noGrp="1"/>
          </p:cNvSpPr>
          <p:nvPr/>
        </p:nvSpPr>
        <p:spPr>
          <a:xfrm xmlns:a="http://schemas.openxmlformats.org/drawingml/2006/main">
            <a:off x="6419850" y="2705100"/>
            <a:ext cx="21050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75">
                <a:solidFill>
                  <a:srgbClr val="567D89"/>
                </a:solidFill>
                <a:latin typeface="Pretendard"/>
                <a:ea typeface="Pretendard"/>
                <a:cs typeface="Pretendard"/>
              </a:defRPr>
            </a:defPPr>
          </a:lstStyle>
          <a:p xmlns:a="http://schemas.openxmlformats.org/drawingml/2006/main">
            <a:pPr algn="l">
              <a:defRPr sz="1275">
                <a:solidFill>
                  <a:srgbClr val="567D89"/>
                </a:solidFill>
                <a:latin typeface="Pretendard"/>
                <a:ea typeface="Pretendard"/>
                <a:cs typeface="Pretendard"/>
              </a:defRPr>
            </a:pPr>
            <a:r>
              <a:rPr sz="1275">
                <a:solidFill>
                  <a:srgbClr val="567D89"/>
                </a:solidFill>
                <a:latin typeface="Pretendard"/>
                <a:ea typeface="Pretendard"/>
                <a:cs typeface="Pretendard"/>
              </a:rPr>
              <a:t>법령 · 판례 · 필지</a:t>
            </a:r>
          </a:p>
        </p:txBody>
      </p:sp>
      <p:sp>
        <p:nvSpPr>
          <p:cNvPr id="20" name="">
            <a:extLst xmlns:a="http://schemas.openxmlformats.org/drawingml/2006/main">
              <a:ext uri="{FF2B5EF4-FFF2-40B4-BE49-F238E27FC236}">
                <a16:creationId xmlns:a16="http://schemas.microsoft.com/office/drawing/2014/main" id="{274B7938-DD05-4DD4-8732-4E3279A380BB}"/>
              </a:ext>
            </a:extLst>
          </p:cNvPr>
          <p:cNvSpPr>
            <a:spLocks xmlns:a="http://schemas.openxmlformats.org/drawingml/2006/main" noGrp="1"/>
          </p:cNvSpPr>
          <p:nvPr/>
        </p:nvSpPr>
        <p:spPr>
          <a:xfrm xmlns:a="http://schemas.openxmlformats.org/drawingml/2006/main">
            <a:off x="6257925" y="3171825"/>
            <a:ext cx="2371725"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D2DCD6"/>
            </a:solidFill>
          </a:ln>
        </p:spPr>
      </p:sp>
      <p:sp>
        <p:nvSpPr>
          <p:cNvPr id="21" name="구현">
            <a:extLst xmlns:a="http://schemas.openxmlformats.org/drawingml/2006/main">
              <a:ext uri="{FF2B5EF4-FFF2-40B4-BE49-F238E27FC236}">
                <a16:creationId xmlns:a16="http://schemas.microsoft.com/office/drawing/2014/main" id="{BF8F6D9A-0D6F-4410-BCEE-8F061EAA4618}"/>
              </a:ext>
            </a:extLst>
          </p:cNvPr>
          <p:cNvSpPr>
            <a:spLocks xmlns:a="http://schemas.openxmlformats.org/drawingml/2006/main" noGrp="1"/>
          </p:cNvSpPr>
          <p:nvPr/>
        </p:nvSpPr>
        <p:spPr>
          <a:xfrm xmlns:a="http://schemas.openxmlformats.org/drawingml/2006/main">
            <a:off x="6419850" y="3238500"/>
            <a:ext cx="20383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b="1">
                <a:solidFill>
                  <a:srgbClr val="183E35"/>
                </a:solidFill>
                <a:latin typeface="Pretendard"/>
                <a:ea typeface="Pretendard"/>
                <a:cs typeface="Pretendard"/>
              </a:defRPr>
            </a:defPPr>
          </a:lstStyle>
          <a:p xmlns:a="http://schemas.openxmlformats.org/drawingml/2006/main">
            <a:pPr algn="l">
              <a:defRPr sz="1725" b="1">
                <a:solidFill>
                  <a:srgbClr val="183E35"/>
                </a:solidFill>
                <a:latin typeface="Pretendard"/>
                <a:ea typeface="Pretendard"/>
                <a:cs typeface="Pretendard"/>
              </a:defRPr>
            </a:pPr>
            <a:r>
              <a:rPr sz="1725" b="1">
                <a:solidFill>
                  <a:srgbClr val="183E35"/>
                </a:solidFill>
                <a:latin typeface="Pretendard"/>
                <a:ea typeface="Pretendard"/>
                <a:cs typeface="Pretendard"/>
              </a:rPr>
              <a:t>구현</a:t>
            </a:r>
          </a:p>
        </p:txBody>
      </p:sp>
      <p:sp>
        <p:nvSpPr>
          <p:cNvPr id="22" name="UI · CLJS · MCP">
            <a:extLst xmlns:a="http://schemas.openxmlformats.org/drawingml/2006/main">
              <a:ext uri="{FF2B5EF4-FFF2-40B4-BE49-F238E27FC236}">
                <a16:creationId xmlns:a16="http://schemas.microsoft.com/office/drawing/2014/main" id="{EB534227-7507-4E91-B9B1-1E7F0A512B19}"/>
              </a:ext>
            </a:extLst>
          </p:cNvPr>
          <p:cNvSpPr>
            <a:spLocks xmlns:a="http://schemas.openxmlformats.org/drawingml/2006/main" noGrp="1"/>
          </p:cNvSpPr>
          <p:nvPr/>
        </p:nvSpPr>
        <p:spPr>
          <a:xfrm xmlns:a="http://schemas.openxmlformats.org/drawingml/2006/main">
            <a:off x="6419850" y="3571875"/>
            <a:ext cx="21050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75">
                <a:solidFill>
                  <a:srgbClr val="567D89"/>
                </a:solidFill>
                <a:latin typeface="Pretendard"/>
                <a:ea typeface="Pretendard"/>
                <a:cs typeface="Pretendard"/>
              </a:defRPr>
            </a:defPPr>
          </a:lstStyle>
          <a:p xmlns:a="http://schemas.openxmlformats.org/drawingml/2006/main">
            <a:pPr algn="l">
              <a:defRPr sz="1275">
                <a:solidFill>
                  <a:srgbClr val="567D89"/>
                </a:solidFill>
                <a:latin typeface="Pretendard"/>
                <a:ea typeface="Pretendard"/>
                <a:cs typeface="Pretendard"/>
              </a:defRPr>
            </a:pPr>
            <a:r>
              <a:rPr sz="1275">
                <a:solidFill>
                  <a:srgbClr val="567D89"/>
                </a:solidFill>
                <a:latin typeface="Pretendard"/>
                <a:ea typeface="Pretendard"/>
                <a:cs typeface="Pretendard"/>
              </a:rPr>
              <a:t>UI · CLJS · MCP</a:t>
            </a:r>
          </a:p>
        </p:txBody>
      </p:sp>
      <p:sp>
        <p:nvSpPr>
          <p:cNvPr id="24" name="">
            <a:extLst xmlns:a="http://schemas.openxmlformats.org/drawingml/2006/main">
              <a:ext uri="{FF2B5EF4-FFF2-40B4-BE49-F238E27FC236}">
                <a16:creationId xmlns:a16="http://schemas.microsoft.com/office/drawing/2014/main" id="{311B0F49-782B-4022-940A-AA5A6BDA74CA}"/>
              </a:ext>
            </a:extLst>
          </p:cNvPr>
          <p:cNvSpPr>
            <a:spLocks xmlns:a="http://schemas.openxmlformats.org/drawingml/2006/main" noGrp="1"/>
          </p:cNvSpPr>
          <p:nvPr/>
        </p:nvSpPr>
        <p:spPr>
          <a:xfrm xmlns:a="http://schemas.openxmlformats.org/drawingml/2006/main">
            <a:off x="6257925" y="4038600"/>
            <a:ext cx="2371725"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D2DCD6"/>
            </a:solidFill>
          </a:ln>
        </p:spPr>
      </p:sp>
      <p:sp>
        <p:nvSpPr>
          <p:cNvPr id="25" name="검증">
            <a:extLst xmlns:a="http://schemas.openxmlformats.org/drawingml/2006/main">
              <a:ext uri="{FF2B5EF4-FFF2-40B4-BE49-F238E27FC236}">
                <a16:creationId xmlns:a16="http://schemas.microsoft.com/office/drawing/2014/main" id="{1D504CDE-22E2-4550-9384-E4758813D7DD}"/>
              </a:ext>
            </a:extLst>
          </p:cNvPr>
          <p:cNvSpPr>
            <a:spLocks xmlns:a="http://schemas.openxmlformats.org/drawingml/2006/main" noGrp="1"/>
          </p:cNvSpPr>
          <p:nvPr/>
        </p:nvSpPr>
        <p:spPr>
          <a:xfrm xmlns:a="http://schemas.openxmlformats.org/drawingml/2006/main">
            <a:off x="6419850" y="4105275"/>
            <a:ext cx="20383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b="1">
                <a:solidFill>
                  <a:srgbClr val="183E35"/>
                </a:solidFill>
                <a:latin typeface="Pretendard"/>
                <a:ea typeface="Pretendard"/>
                <a:cs typeface="Pretendard"/>
              </a:defRPr>
            </a:defPPr>
          </a:lstStyle>
          <a:p xmlns:a="http://schemas.openxmlformats.org/drawingml/2006/main">
            <a:pPr algn="l">
              <a:defRPr sz="1725" b="1">
                <a:solidFill>
                  <a:srgbClr val="183E35"/>
                </a:solidFill>
                <a:latin typeface="Pretendard"/>
                <a:ea typeface="Pretendard"/>
                <a:cs typeface="Pretendard"/>
              </a:defRPr>
            </a:pPr>
            <a:r>
              <a:rPr sz="1725" b="1">
                <a:solidFill>
                  <a:srgbClr val="183E35"/>
                </a:solidFill>
                <a:latin typeface="Pretendard"/>
                <a:ea typeface="Pretendard"/>
                <a:cs typeface="Pretendard"/>
              </a:rPr>
              <a:t>검증</a:t>
            </a:r>
          </a:p>
        </p:txBody>
      </p:sp>
      <p:sp>
        <p:nvSpPr>
          <p:cNvPr id="26" name="단위 · PBT · 화면">
            <a:extLst xmlns:a="http://schemas.openxmlformats.org/drawingml/2006/main">
              <a:ext uri="{FF2B5EF4-FFF2-40B4-BE49-F238E27FC236}">
                <a16:creationId xmlns:a16="http://schemas.microsoft.com/office/drawing/2014/main" id="{6C50A4EC-2497-47F8-B198-A70ED233BB0C}"/>
              </a:ext>
            </a:extLst>
          </p:cNvPr>
          <p:cNvSpPr>
            <a:spLocks xmlns:a="http://schemas.openxmlformats.org/drawingml/2006/main" noGrp="1"/>
          </p:cNvSpPr>
          <p:nvPr/>
        </p:nvSpPr>
        <p:spPr>
          <a:xfrm xmlns:a="http://schemas.openxmlformats.org/drawingml/2006/main">
            <a:off x="6419850" y="4438650"/>
            <a:ext cx="21050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75">
                <a:solidFill>
                  <a:srgbClr val="567D89"/>
                </a:solidFill>
                <a:latin typeface="Pretendard"/>
                <a:ea typeface="Pretendard"/>
                <a:cs typeface="Pretendard"/>
              </a:defRPr>
            </a:defPPr>
          </a:lstStyle>
          <a:p xmlns:a="http://schemas.openxmlformats.org/drawingml/2006/main">
            <a:pPr algn="l">
              <a:defRPr sz="1275">
                <a:solidFill>
                  <a:srgbClr val="567D89"/>
                </a:solidFill>
                <a:latin typeface="Pretendard"/>
                <a:ea typeface="Pretendard"/>
                <a:cs typeface="Pretendard"/>
              </a:defRPr>
            </a:pPr>
            <a:r>
              <a:rPr sz="1275">
                <a:solidFill>
                  <a:srgbClr val="567D89"/>
                </a:solidFill>
                <a:latin typeface="Pretendard"/>
                <a:ea typeface="Pretendard"/>
                <a:cs typeface="Pretendard"/>
              </a:rPr>
              <a:t>단위 · PBT · 화면</a:t>
            </a:r>
          </a:p>
        </p:txBody>
      </p:sp>
    </p:spTree>
    <p:extLst>
      <p:ext uri="{BB962C8B-B14F-4D97-AF65-F5344CB8AC3E}">
        <p14:creationId xmlns:p14="http://schemas.microsoft.com/office/powerpoint/2010/main" val="1017916579"/>
      </p:ext>
    </p:extLst>
  </p:cSld>
</p:sld>
</file>

<file path=ppt/slides/slide2.xml><?xml version="1.0" encoding="utf-8"?>
<p:sld xmlns:p="http://schemas.openxmlformats.org/presentationml/2006/main">
  <p:cSld>
    <p:bg>
      <p:bgPr>
        <a:solidFill xmlns:a="http://schemas.openxmlformats.org/drawingml/2006/main">
          <a:srgbClr val="F5F2E9"/>
        </a:solidFill>
      </p:bgPr>
    </p:bg>
    <p:spTree>
      <p:nvGrpSpPr>
        <p:cNvPr id="1" name=""/>
        <p:cNvGrpSpPr/>
        <p:nvPr/>
      </p:nvGrpSpPr>
      <p:grpSpPr>
        <a:xfrm xmlns:a="http://schemas.openxmlformats.org/drawingml/2006/main"/>
      </p:grpSpPr>
      <p:pic>
        <p:nvPicPr>
          <p:cNvPr id="4" name="">
            <a:extLst xmlns:a="http://schemas.openxmlformats.org/drawingml/2006/main">
              <a:ext uri="{FF2B5EF4-FFF2-40B4-BE49-F238E27FC236}">
                <a16:creationId xmlns:a16="http://schemas.microsoft.com/office/drawing/2014/main" id="{F07E690E-5DC4-480B-B1DD-44136D66DD73}"/>
              </a:ext>
            </a:extLst>
          </p:cNvPr>
          <p:cNvPicPr>
            <a:picLocks xmlns:a="http://schemas.openxmlformats.org/drawingml/2006/main" noChangeAspect="1"/>
          </p:cNvPicPr>
          <p:nvPr/>
        </p:nvPicPr>
        <p:blipFill>
          <a:blip xmlns:r="http://schemas.openxmlformats.org/officeDocument/2006/relationships" xmlns:a="http://schemas.openxmlformats.org/drawingml/2006/main" r:embed="Rc0af78cb7cf9479a"/>
          <a:stretch xmlns:a="http://schemas.openxmlformats.org/drawingml/2006/main"/>
        </p:blipFill>
        <p:spPr>
          <a:xfrm xmlns:a="http://schemas.openxmlformats.org/drawingml/2006/main">
            <a:off x="3962400" y="819150"/>
            <a:ext cx="1219200" cy="1219200"/>
          </a:xfrm>
          <a:prstGeom xmlns:a="http://schemas.openxmlformats.org/drawingml/2006/main" prst="rect">
            <a:avLst/>
          </a:prstGeom>
        </p:spPr>
      </p:pic>
      <p:sp>
        <p:nvSpPr>
          <p:cNvPr id="2" name="아버지와의 통화">
            <a:extLst xmlns:a="http://schemas.openxmlformats.org/drawingml/2006/main">
              <a:ext uri="{FF2B5EF4-FFF2-40B4-BE49-F238E27FC236}">
                <a16:creationId xmlns:a16="http://schemas.microsoft.com/office/drawing/2014/main" id="{5BC7BDDA-1C20-4D45-AC06-654543E7B0C0}"/>
              </a:ext>
            </a:extLst>
          </p:cNvPr>
          <p:cNvSpPr>
            <a:spLocks xmlns:a="http://schemas.openxmlformats.org/drawingml/2006/main" noGrp="1"/>
          </p:cNvSpPr>
          <p:nvPr/>
        </p:nvSpPr>
        <p:spPr>
          <a:xfrm xmlns:a="http://schemas.openxmlformats.org/drawingml/2006/main">
            <a:off x="495300" y="2657475"/>
            <a:ext cx="81534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4125" b="1">
                <a:solidFill>
                  <a:srgbClr val="183E35"/>
                </a:solidFill>
                <a:latin typeface="Pretendard"/>
                <a:ea typeface="Pretendard"/>
                <a:cs typeface="Pretendard"/>
              </a:defRPr>
            </a:defPPr>
          </a:lstStyle>
          <a:p xmlns:a="http://schemas.openxmlformats.org/drawingml/2006/main">
            <a:pPr algn="ctr">
              <a:defRPr sz="4125" b="1">
                <a:solidFill>
                  <a:srgbClr val="183E35"/>
                </a:solidFill>
                <a:latin typeface="Pretendard"/>
                <a:ea typeface="Pretendard"/>
                <a:cs typeface="Pretendard"/>
              </a:defRPr>
            </a:pPr>
            <a:r>
              <a:rPr sz="4125" b="1">
                <a:solidFill>
                  <a:srgbClr val="183E35"/>
                </a:solidFill>
                <a:latin typeface="Pretendard"/>
                <a:ea typeface="Pretendard"/>
                <a:cs typeface="Pretendard"/>
              </a:rPr>
              <a:t>아버지와의 통화</a:t>
            </a:r>
          </a:p>
        </p:txBody>
      </p:sp>
      <p:sp>
        <p:nvSpPr>
          <p:cNvPr id="3" name="통화 녹음">
            <a:extLst xmlns:a="http://schemas.openxmlformats.org/drawingml/2006/main">
              <a:ext uri="{FF2B5EF4-FFF2-40B4-BE49-F238E27FC236}">
                <a16:creationId xmlns:a16="http://schemas.microsoft.com/office/drawing/2014/main" id="{DD3A576D-7363-4DD9-8D3A-00C56F62B784}"/>
              </a:ext>
            </a:extLst>
          </p:cNvPr>
          <p:cNvSpPr>
            <a:spLocks xmlns:a="http://schemas.openxmlformats.org/drawingml/2006/main" noGrp="1"/>
          </p:cNvSpPr>
          <p:nvPr/>
        </p:nvSpPr>
        <p:spPr>
          <a:xfrm xmlns:a="http://schemas.openxmlformats.org/drawingml/2006/main">
            <a:off x="495300" y="3838575"/>
            <a:ext cx="8153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650">
                <a:solidFill>
                  <a:srgbClr val="687568"/>
                </a:solidFill>
                <a:latin typeface="Pretendard"/>
                <a:ea typeface="Pretendard"/>
                <a:cs typeface="Pretendard"/>
              </a:defRPr>
            </a:defPPr>
          </a:lstStyle>
          <a:p xmlns:a="http://schemas.openxmlformats.org/drawingml/2006/main">
            <a:pPr algn="ctr">
              <a:defRPr sz="1650">
                <a:solidFill>
                  <a:srgbClr val="687568"/>
                </a:solidFill>
                <a:latin typeface="Pretendard"/>
                <a:ea typeface="Pretendard"/>
                <a:cs typeface="Pretendard"/>
              </a:defRPr>
            </a:pPr>
            <a:r>
              <a:rPr sz="1650">
                <a:solidFill>
                  <a:srgbClr val="687568"/>
                </a:solidFill>
                <a:latin typeface="Pretendard"/>
                <a:ea typeface="Pretendard"/>
                <a:cs typeface="Pretendard"/>
              </a:rPr>
              <a:t>통화 녹음</a:t>
            </a:r>
          </a:p>
        </p:txBody>
      </p:sp>
    </p:spTree>
    <p:extLst>
      <p:ext uri="{BB962C8B-B14F-4D97-AF65-F5344CB8AC3E}">
        <p14:creationId xmlns:p14="http://schemas.microsoft.com/office/powerpoint/2010/main" val="1907116735"/>
      </p:ext>
    </p:extLst>
  </p:cSld>
</p:sld>
</file>

<file path=ppt/slides/slide3.xml><?xml version="1.0" encoding="utf-8"?>
<p:sld xmlns:p="http://schemas.openxmlformats.org/presentationml/2006/main">
  <p:cSld>
    <p:bg>
      <p:bgPr>
        <a:solidFill xmlns:a="http://schemas.openxmlformats.org/drawingml/2006/main">
          <a:srgbClr val="183E35"/>
        </a:solidFill>
      </p:bgPr>
    </p:bg>
    <p:spTree>
      <p:nvGrpSpPr>
        <p:cNvPr id="1" name=""/>
        <p:cNvGrpSpPr/>
        <p:nvPr/>
      </p:nvGrpSpPr>
      <p:grpSpPr>
        <a:xfrm xmlns:a="http://schemas.openxmlformats.org/drawingml/2006/main"/>
      </p:grpSpPr>
      <p:sp>
        <p:nvSpPr>
          <p:cNvPr id="4" name="여러분의 종중은">
            <a:extLst xmlns:a="http://schemas.openxmlformats.org/drawingml/2006/main">
              <a:ext uri="{FF2B5EF4-FFF2-40B4-BE49-F238E27FC236}">
                <a16:creationId xmlns:a16="http://schemas.microsoft.com/office/drawing/2014/main" id="{BA3B79CD-3428-45E9-9FBC-F1ECD157D1B2}"/>
              </a:ext>
            </a:extLst>
          </p:cNvPr>
          <p:cNvSpPr>
            <a:spLocks xmlns:a="http://schemas.openxmlformats.org/drawingml/2006/main" noGrp="1"/>
          </p:cNvSpPr>
          <p:nvPr/>
        </p:nvSpPr>
        <p:spPr>
          <a:xfrm xmlns:a="http://schemas.openxmlformats.org/drawingml/2006/main">
            <a:off x="628650" y="1219200"/>
            <a:ext cx="78867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4875" b="1">
                <a:solidFill>
                  <a:srgbClr val="F5F2E9"/>
                </a:solidFill>
                <a:latin typeface="Pretendard"/>
                <a:ea typeface="Pretendard"/>
                <a:cs typeface="Pretendard"/>
              </a:defRPr>
            </a:defPPr>
          </a:lstStyle>
          <a:p xmlns:a="http://schemas.openxmlformats.org/drawingml/2006/main">
            <a:pPr algn="l">
              <a:defRPr sz="4875" b="1">
                <a:solidFill>
                  <a:srgbClr val="F5F2E9"/>
                </a:solidFill>
                <a:latin typeface="Pretendard"/>
                <a:ea typeface="Pretendard"/>
                <a:cs typeface="Pretendard"/>
              </a:defRPr>
            </a:pPr>
            <a:r>
              <a:rPr sz="4875" b="1">
                <a:solidFill>
                  <a:srgbClr val="F5F2E9"/>
                </a:solidFill>
                <a:latin typeface="Pretendard"/>
                <a:ea typeface="Pretendard"/>
                <a:cs typeface="Pretendard"/>
              </a:rPr>
              <a:t>여러분의 종중은</a:t>
            </a:r>
          </a:p>
        </p:txBody>
      </p:sp>
      <p:sp>
        <p:nvSpPr>
          <p:cNvPr id="2" name="안녕">
            <a:extLst xmlns:a="http://schemas.openxmlformats.org/drawingml/2006/main">
              <a:ext uri="{FF2B5EF4-FFF2-40B4-BE49-F238E27FC236}">
                <a16:creationId xmlns:a16="http://schemas.microsoft.com/office/drawing/2014/main" id="{B3F0DC88-3CF8-4AE3-A702-0CC9241D29FF}"/>
              </a:ext>
            </a:extLst>
          </p:cNvPr>
          <p:cNvSpPr>
            <a:spLocks xmlns:a="http://schemas.openxmlformats.org/drawingml/2006/main" noGrp="1"/>
          </p:cNvSpPr>
          <p:nvPr/>
        </p:nvSpPr>
        <p:spPr>
          <a:xfrm xmlns:a="http://schemas.openxmlformats.org/drawingml/2006/main">
            <a:off x="619125" y="2352675"/>
            <a:ext cx="1704975"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6300" b="1">
                <a:solidFill>
                  <a:srgbClr val="D05258"/>
                </a:solidFill>
                <a:latin typeface="Pretendard"/>
                <a:ea typeface="Pretendard"/>
                <a:cs typeface="Pretendard"/>
              </a:defRPr>
            </a:defPPr>
          </a:lstStyle>
          <a:p xmlns:a="http://schemas.openxmlformats.org/drawingml/2006/main">
            <a:pPr algn="l">
              <a:defRPr sz="6300" b="1">
                <a:solidFill>
                  <a:srgbClr val="D05258"/>
                </a:solidFill>
                <a:latin typeface="Pretendard"/>
                <a:ea typeface="Pretendard"/>
                <a:cs typeface="Pretendard"/>
              </a:defRPr>
            </a:pPr>
            <a:r>
              <a:rPr sz="6300" b="1">
                <a:solidFill>
                  <a:srgbClr val="D05258"/>
                </a:solidFill>
                <a:latin typeface="Pretendard"/>
                <a:ea typeface="Pretendard"/>
                <a:cs typeface="Pretendard"/>
              </a:rPr>
              <a:t>안녕</a:t>
            </a:r>
          </a:p>
        </p:txBody>
      </p:sp>
      <p:sp>
        <p:nvSpPr>
          <p:cNvPr id="3" name="하십니까?">
            <a:extLst xmlns:a="http://schemas.openxmlformats.org/drawingml/2006/main">
              <a:ext uri="{FF2B5EF4-FFF2-40B4-BE49-F238E27FC236}">
                <a16:creationId xmlns:a16="http://schemas.microsoft.com/office/drawing/2014/main" id="{87997C74-3F28-4AFA-843E-925A986670F2}"/>
              </a:ext>
            </a:extLst>
          </p:cNvPr>
          <p:cNvSpPr>
            <a:spLocks xmlns:a="http://schemas.openxmlformats.org/drawingml/2006/main" noGrp="1"/>
          </p:cNvSpPr>
          <p:nvPr/>
        </p:nvSpPr>
        <p:spPr>
          <a:xfrm xmlns:a="http://schemas.openxmlformats.org/drawingml/2006/main">
            <a:off x="2324100" y="2352675"/>
            <a:ext cx="5953125"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6300" b="1">
                <a:solidFill>
                  <a:srgbClr val="F5F2E9"/>
                </a:solidFill>
                <a:latin typeface="Pretendard"/>
                <a:ea typeface="Pretendard"/>
                <a:cs typeface="Pretendard"/>
              </a:defRPr>
            </a:defPPr>
          </a:lstStyle>
          <a:p xmlns:a="http://schemas.openxmlformats.org/drawingml/2006/main">
            <a:pPr algn="l">
              <a:defRPr sz="6300" b="1">
                <a:solidFill>
                  <a:srgbClr val="F5F2E9"/>
                </a:solidFill>
                <a:latin typeface="Pretendard"/>
                <a:ea typeface="Pretendard"/>
                <a:cs typeface="Pretendard"/>
              </a:defRPr>
            </a:pPr>
            <a:r>
              <a:rPr sz="6300" b="1">
                <a:solidFill>
                  <a:srgbClr val="F5F2E9"/>
                </a:solidFill>
                <a:latin typeface="Pretendard"/>
                <a:ea typeface="Pretendard"/>
                <a:cs typeface="Pretendard"/>
              </a:rPr>
              <a:t>하십니까?</a:t>
            </a:r>
          </a:p>
        </p:txBody>
      </p:sp>
    </p:spTree>
    <p:extLst>
      <p:ext uri="{BB962C8B-B14F-4D97-AF65-F5344CB8AC3E}">
        <p14:creationId xmlns:p14="http://schemas.microsoft.com/office/powerpoint/2010/main" val="900833520"/>
      </p:ext>
    </p:extLst>
  </p:cSld>
</p:sld>
</file>

<file path=ppt/slides/slide4.xml><?xml version="1.0" encoding="utf-8"?>
<p:sld xmlns:p="http://schemas.openxmlformats.org/presentationml/2006/main">
  <p:cSld>
    <p:bg>
      <p:bgPr>
        <a:solidFill xmlns:a="http://schemas.openxmlformats.org/drawingml/2006/main">
          <a:srgbClr val="F5F2E9"/>
        </a:solidFill>
      </p:bgPr>
    </p:bg>
    <p:spTree>
      <p:nvGrpSpPr>
        <p:cNvPr id="1" name=""/>
        <p:cNvGrpSpPr/>
        <p:nvPr/>
      </p:nvGrpSpPr>
      <p:grpSpPr>
        <a:xfrm xmlns:a="http://schemas.openxmlformats.org/drawingml/2006/main"/>
      </p:grpSpPr>
      <p:sp>
        <p:nvSpPr>
          <p:cNvPr id="4" name="전주이씨">
            <a:extLst xmlns:a="http://schemas.openxmlformats.org/drawingml/2006/main">
              <a:ext uri="{FF2B5EF4-FFF2-40B4-BE49-F238E27FC236}">
                <a16:creationId xmlns:a16="http://schemas.microsoft.com/office/drawing/2014/main" id="{0A7F9BC6-69F0-424E-88A4-35699A140DBF}"/>
              </a:ext>
            </a:extLst>
          </p:cNvPr>
          <p:cNvSpPr>
            <a:spLocks xmlns:a="http://schemas.openxmlformats.org/drawingml/2006/main" noGrp="1"/>
          </p:cNvSpPr>
          <p:nvPr/>
        </p:nvSpPr>
        <p:spPr>
          <a:xfrm xmlns:a="http://schemas.openxmlformats.org/drawingml/2006/main">
            <a:off x="485775" y="228600"/>
            <a:ext cx="81724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a:solidFill>
                  <a:srgbClr val="183E35"/>
                </a:solidFill>
                <a:latin typeface="Pretendard"/>
                <a:ea typeface="Pretendard"/>
                <a:cs typeface="Pretendard"/>
              </a:defRPr>
            </a:defPPr>
          </a:lstStyle>
          <a:p xmlns:a="http://schemas.openxmlformats.org/drawingml/2006/main">
            <a:pPr algn="ctr">
              <a:defRPr sz="1800">
                <a:solidFill>
                  <a:srgbClr val="183E35"/>
                </a:solidFill>
                <a:latin typeface="Pretendard"/>
                <a:ea typeface="Pretendard"/>
                <a:cs typeface="Pretendard"/>
              </a:defRPr>
            </a:pPr>
            <a:r>
              <a:rPr sz="1800">
                <a:solidFill>
                  <a:srgbClr val="183E35"/>
                </a:solidFill>
                <a:latin typeface="Pretendard"/>
                <a:ea typeface="Pretendard"/>
                <a:cs typeface="Pretendard"/>
              </a:rPr>
              <a:t>전주이씨</a:t>
            </a:r>
          </a:p>
        </p:txBody>
      </p:sp>
      <p:sp>
        <p:nvSpPr>
          <p:cNvPr id="2" name="임영대군파종중">
            <a:extLst xmlns:a="http://schemas.openxmlformats.org/drawingml/2006/main">
              <a:ext uri="{FF2B5EF4-FFF2-40B4-BE49-F238E27FC236}">
                <a16:creationId xmlns:a16="http://schemas.microsoft.com/office/drawing/2014/main" id="{3F689606-7233-4DDB-86B9-0540FE8917E8}"/>
              </a:ext>
            </a:extLst>
          </p:cNvPr>
          <p:cNvSpPr>
            <a:spLocks xmlns:a="http://schemas.openxmlformats.org/drawingml/2006/main" noGrp="1"/>
          </p:cNvSpPr>
          <p:nvPr/>
        </p:nvSpPr>
        <p:spPr>
          <a:xfrm xmlns:a="http://schemas.openxmlformats.org/drawingml/2006/main">
            <a:off x="485775" y="571500"/>
            <a:ext cx="81724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625" b="1">
                <a:solidFill>
                  <a:srgbClr val="183E35"/>
                </a:solidFill>
                <a:latin typeface="Pretendard"/>
                <a:ea typeface="Pretendard"/>
                <a:cs typeface="Pretendard"/>
              </a:defRPr>
            </a:defPPr>
          </a:lstStyle>
          <a:p xmlns:a="http://schemas.openxmlformats.org/drawingml/2006/main">
            <a:pPr algn="ctr">
              <a:defRPr sz="2625" b="1">
                <a:solidFill>
                  <a:srgbClr val="183E35"/>
                </a:solidFill>
                <a:latin typeface="Pretendard"/>
                <a:ea typeface="Pretendard"/>
                <a:cs typeface="Pretendard"/>
              </a:defRPr>
            </a:pPr>
            <a:r>
              <a:rPr sz="2625" b="1">
                <a:solidFill>
                  <a:srgbClr val="183E35"/>
                </a:solidFill>
                <a:latin typeface="Pretendard"/>
                <a:ea typeface="Pretendard"/>
                <a:cs typeface="Pretendard"/>
              </a:rPr>
              <a:t>임영대군파종중</a:t>
            </a:r>
          </a:p>
        </p:txBody>
      </p:sp>
      <p:pic>
        <p:nvPicPr>
          <p:cNvPr id="3" name="">
            <a:extLst xmlns:a="http://schemas.openxmlformats.org/drawingml/2006/main">
              <a:ext uri="{FF2B5EF4-FFF2-40B4-BE49-F238E27FC236}">
                <a16:creationId xmlns:a16="http://schemas.microsoft.com/office/drawing/2014/main" id="{878279AF-7216-472E-830B-8DE6C87EF829}"/>
              </a:ext>
            </a:extLst>
          </p:cNvPr>
          <p:cNvPicPr>
            <a:picLocks xmlns:a="http://schemas.openxmlformats.org/drawingml/2006/main" noChangeAspect="1"/>
          </p:cNvPicPr>
          <p:nvPr/>
        </p:nvPicPr>
        <p:blipFill>
          <a:blip xmlns:r="http://schemas.openxmlformats.org/officeDocument/2006/relationships" xmlns:a="http://schemas.openxmlformats.org/drawingml/2006/main" r:embed="Rf303aed974094388"/>
          <a:stretch xmlns:a="http://schemas.openxmlformats.org/drawingml/2006/main"/>
        </p:blipFill>
        <p:spPr>
          <a:xfrm xmlns:a="http://schemas.openxmlformats.org/drawingml/2006/main">
            <a:off x="3214878" y="1123950"/>
            <a:ext cx="2714244" cy="3914775"/>
          </a:xfrm>
          <a:prstGeom xmlns:a="http://schemas.openxmlformats.org/drawingml/2006/main" prst="rect">
            <a:avLst/>
          </a:prstGeom>
        </p:spPr>
      </p:pic>
    </p:spTree>
    <p:extLst>
      <p:ext uri="{BB962C8B-B14F-4D97-AF65-F5344CB8AC3E}">
        <p14:creationId xmlns:p14="http://schemas.microsoft.com/office/powerpoint/2010/main" val="170755996"/>
      </p:ext>
    </p:extLst>
  </p:cSld>
</p:sld>
</file>

<file path=ppt/slides/slide5.xml><?xml version="1.0" encoding="utf-8"?>
<p:sld xmlns:p="http://schemas.openxmlformats.org/presentationml/2006/main">
  <p:cSld>
    <p:bg>
      <p:bgPr>
        <a:solidFill xmlns:a="http://schemas.openxmlformats.org/drawingml/2006/main">
          <a:srgbClr val="F5F2E9"/>
        </a:solidFill>
      </p:bgPr>
    </p:bg>
    <p:spTree>
      <p:nvGrpSpPr>
        <p:cNvPr id="1" name=""/>
        <p:cNvGrpSpPr/>
        <p:nvPr/>
      </p:nvGrpSpPr>
      <p:grpSpPr>
        <a:xfrm xmlns:a="http://schemas.openxmlformats.org/drawingml/2006/main"/>
      </p:grpSpPr>
      <p:sp>
        <p:nvSpPr>
          <p:cNvPr id="12" name="우리 가족의 일">
            <a:extLst xmlns:a="http://schemas.openxmlformats.org/drawingml/2006/main">
              <a:ext uri="{FF2B5EF4-FFF2-40B4-BE49-F238E27FC236}">
                <a16:creationId xmlns:a16="http://schemas.microsoft.com/office/drawing/2014/main" id="{1106B23B-2D48-4D81-B9BF-27FF26147762}"/>
              </a:ext>
            </a:extLst>
          </p:cNvPr>
          <p:cNvSpPr>
            <a:spLocks xmlns:a="http://schemas.openxmlformats.org/drawingml/2006/main" noGrp="1"/>
          </p:cNvSpPr>
          <p:nvPr/>
        </p:nvSpPr>
        <p:spPr>
          <a:xfrm xmlns:a="http://schemas.openxmlformats.org/drawingml/2006/main">
            <a:off x="504825" y="257175"/>
            <a:ext cx="6286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a:solidFill>
                  <a:srgbClr val="687568"/>
                </a:solidFill>
                <a:latin typeface="Pretendard"/>
                <a:ea typeface="Pretendard"/>
                <a:cs typeface="Pretendard"/>
              </a:defRPr>
            </a:defPPr>
          </a:lstStyle>
          <a:p xmlns:a="http://schemas.openxmlformats.org/drawingml/2006/main">
            <a:pPr algn="l">
              <a:defRPr sz="1050">
                <a:solidFill>
                  <a:srgbClr val="687568"/>
                </a:solidFill>
                <a:latin typeface="Pretendard"/>
                <a:ea typeface="Pretendard"/>
                <a:cs typeface="Pretendard"/>
              </a:defRPr>
            </a:pPr>
            <a:r>
              <a:rPr sz="1050">
                <a:solidFill>
                  <a:srgbClr val="687568"/>
                </a:solidFill>
                <a:latin typeface="Pretendard"/>
                <a:ea typeface="Pretendard"/>
                <a:cs typeface="Pretendard"/>
              </a:rPr>
              <a:t>우리 가족의 일</a:t>
            </a:r>
          </a:p>
        </p:txBody>
      </p:sp>
      <p:sp>
        <p:nvSpPr>
          <p:cNvPr id="2" name="종중">
            <a:extLst xmlns:a="http://schemas.openxmlformats.org/drawingml/2006/main">
              <a:ext uri="{FF2B5EF4-FFF2-40B4-BE49-F238E27FC236}">
                <a16:creationId xmlns:a16="http://schemas.microsoft.com/office/drawing/2014/main" id="{848CBB7F-26E9-4D1E-B2C5-8C2583DDC794}"/>
              </a:ext>
            </a:extLst>
          </p:cNvPr>
          <p:cNvSpPr>
            <a:spLocks xmlns:a="http://schemas.openxmlformats.org/drawingml/2006/main" noGrp="1"/>
          </p:cNvSpPr>
          <p:nvPr/>
        </p:nvSpPr>
        <p:spPr>
          <a:xfrm xmlns:a="http://schemas.openxmlformats.org/drawingml/2006/main">
            <a:off x="476250" y="628650"/>
            <a:ext cx="82486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000" b="1">
                <a:solidFill>
                  <a:srgbClr val="183E35"/>
                </a:solidFill>
                <a:latin typeface="Pretendard"/>
                <a:ea typeface="Pretendard"/>
                <a:cs typeface="Pretendard"/>
              </a:defRPr>
            </a:defPPr>
          </a:lstStyle>
          <a:p xmlns:a="http://schemas.openxmlformats.org/drawingml/2006/main">
            <a:pPr algn="l">
              <a:defRPr sz="3000" b="1">
                <a:solidFill>
                  <a:srgbClr val="183E35"/>
                </a:solidFill>
                <a:latin typeface="Pretendard"/>
                <a:ea typeface="Pretendard"/>
                <a:cs typeface="Pretendard"/>
              </a:defRPr>
            </a:pPr>
            <a:r>
              <a:rPr sz="3000" b="1">
                <a:solidFill>
                  <a:srgbClr val="183E35"/>
                </a:solidFill>
                <a:latin typeface="Pretendard"/>
                <a:ea typeface="Pretendard"/>
                <a:cs typeface="Pretendard"/>
              </a:rPr>
              <a:t>종중</a:t>
            </a:r>
          </a:p>
        </p:txBody>
      </p:sp>
      <p:sp>
        <p:nvSpPr>
          <p:cNvPr id="3" name="05">
            <a:extLst xmlns:a="http://schemas.openxmlformats.org/drawingml/2006/main">
              <a:ext uri="{FF2B5EF4-FFF2-40B4-BE49-F238E27FC236}">
                <a16:creationId xmlns:a16="http://schemas.microsoft.com/office/drawing/2014/main" id="{49336E54-3A64-450B-9CC9-750A10E7E7AE}"/>
              </a:ext>
            </a:extLst>
          </p:cNvPr>
          <p:cNvSpPr>
            <a:spLocks xmlns:a="http://schemas.openxmlformats.org/drawingml/2006/main" noGrp="1"/>
          </p:cNvSpPr>
          <p:nvPr/>
        </p:nvSpPr>
        <p:spPr>
          <a:xfrm xmlns:a="http://schemas.openxmlformats.org/drawingml/2006/main">
            <a:off x="8534400" y="4781550"/>
            <a:ext cx="2952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975" b="0">
                <a:solidFill>
                  <a:srgbClr val="687568"/>
                </a:solidFill>
                <a:latin typeface="Pretendard"/>
                <a:ea typeface="Pretendard"/>
                <a:cs typeface="Pretendard"/>
              </a:defRPr>
            </a:defPPr>
          </a:lstStyle>
          <a:p xmlns:a="http://schemas.openxmlformats.org/drawingml/2006/main">
            <a:pPr algn="r">
              <a:defRPr sz="975" b="0">
                <a:solidFill>
                  <a:srgbClr val="687568"/>
                </a:solidFill>
                <a:latin typeface="Pretendard"/>
                <a:ea typeface="Pretendard"/>
                <a:cs typeface="Pretendard"/>
              </a:defRPr>
            </a:pPr>
            <a:r>
              <a:rPr sz="975" b="0">
                <a:solidFill>
                  <a:srgbClr val="687568"/>
                </a:solidFill>
                <a:latin typeface="Pretendard"/>
                <a:ea typeface="Pretendard"/>
                <a:cs typeface="Pretendard"/>
              </a:rPr>
              <a:t>05</a:t>
            </a:r>
          </a:p>
        </p:txBody>
      </p:sp>
      <p:pic>
        <p:nvPicPr>
          <p:cNvPr id="4" name="">
            <a:extLst xmlns:a="http://schemas.openxmlformats.org/drawingml/2006/main">
              <a:ext uri="{FF2B5EF4-FFF2-40B4-BE49-F238E27FC236}">
                <a16:creationId xmlns:a16="http://schemas.microsoft.com/office/drawing/2014/main" id="{AC808E28-BE2C-4295-A1CC-AE3BB62F7796}"/>
              </a:ext>
            </a:extLst>
          </p:cNvPr>
          <p:cNvPicPr>
            <a:picLocks xmlns:a="http://schemas.openxmlformats.org/drawingml/2006/main" noChangeAspect="1"/>
          </p:cNvPicPr>
          <p:nvPr/>
        </p:nvPicPr>
        <p:blipFill>
          <a:blip xmlns:r="http://schemas.openxmlformats.org/officeDocument/2006/relationships" xmlns:a="http://schemas.openxmlformats.org/drawingml/2006/main" r:embed="R7416e17c1ffd4822"/>
          <a:stretch xmlns:a="http://schemas.openxmlformats.org/drawingml/2006/main"/>
        </p:blipFill>
        <p:spPr>
          <a:xfrm xmlns:a="http://schemas.openxmlformats.org/drawingml/2006/main">
            <a:off x="1066800" y="1847850"/>
            <a:ext cx="952500" cy="952500"/>
          </a:xfrm>
          <a:prstGeom xmlns:a="http://schemas.openxmlformats.org/drawingml/2006/main" prst="rect">
            <a:avLst/>
          </a:prstGeom>
        </p:spPr>
      </p:pic>
      <p:sp>
        <p:nvSpPr>
          <p:cNvPr id="5" name="뿌리">
            <a:extLst xmlns:a="http://schemas.openxmlformats.org/drawingml/2006/main">
              <a:ext uri="{FF2B5EF4-FFF2-40B4-BE49-F238E27FC236}">
                <a16:creationId xmlns:a16="http://schemas.microsoft.com/office/drawing/2014/main" id="{3A93E15B-4715-4276-9FD9-11F6116094F0}"/>
              </a:ext>
            </a:extLst>
          </p:cNvPr>
          <p:cNvSpPr>
            <a:spLocks xmlns:a="http://schemas.openxmlformats.org/drawingml/2006/main" noGrp="1"/>
          </p:cNvSpPr>
          <p:nvPr/>
        </p:nvSpPr>
        <p:spPr>
          <a:xfrm xmlns:a="http://schemas.openxmlformats.org/drawingml/2006/main">
            <a:off x="581025" y="3333750"/>
            <a:ext cx="1924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325" b="1">
                <a:solidFill>
                  <a:srgbClr val="183E35"/>
                </a:solidFill>
                <a:latin typeface="Pretendard"/>
                <a:ea typeface="Pretendard"/>
                <a:cs typeface="Pretendard"/>
              </a:defRPr>
            </a:defPPr>
          </a:lstStyle>
          <a:p xmlns:a="http://schemas.openxmlformats.org/drawingml/2006/main">
            <a:pPr algn="ctr">
              <a:defRPr sz="2325" b="1">
                <a:solidFill>
                  <a:srgbClr val="183E35"/>
                </a:solidFill>
                <a:latin typeface="Pretendard"/>
                <a:ea typeface="Pretendard"/>
                <a:cs typeface="Pretendard"/>
              </a:defRPr>
            </a:pPr>
            <a:r>
              <a:rPr sz="2325" b="1">
                <a:solidFill>
                  <a:srgbClr val="183E35"/>
                </a:solidFill>
                <a:latin typeface="Pretendard"/>
                <a:ea typeface="Pretendard"/>
                <a:cs typeface="Pretendard"/>
              </a:rPr>
              <a:t>뿌리</a:t>
            </a:r>
          </a:p>
        </p:txBody>
      </p:sp>
      <p:pic>
        <p:nvPicPr>
          <p:cNvPr id="6" name="">
            <a:extLst xmlns:a="http://schemas.openxmlformats.org/drawingml/2006/main">
              <a:ext uri="{FF2B5EF4-FFF2-40B4-BE49-F238E27FC236}">
                <a16:creationId xmlns:a16="http://schemas.microsoft.com/office/drawing/2014/main" id="{C8AED7B8-CFEF-4C15-B53A-30053A7BF90F}"/>
              </a:ext>
            </a:extLst>
          </p:cNvPr>
          <p:cNvPicPr>
            <a:picLocks xmlns:a="http://schemas.openxmlformats.org/drawingml/2006/main" noChangeAspect="1"/>
          </p:cNvPicPr>
          <p:nvPr/>
        </p:nvPicPr>
        <p:blipFill>
          <a:blip xmlns:r="http://schemas.openxmlformats.org/officeDocument/2006/relationships" xmlns:a="http://schemas.openxmlformats.org/drawingml/2006/main" r:embed="Rca41eeeed1e34c4a"/>
          <a:stretch xmlns:a="http://schemas.openxmlformats.org/drawingml/2006/main"/>
        </p:blipFill>
        <p:spPr>
          <a:xfrm xmlns:a="http://schemas.openxmlformats.org/drawingml/2006/main">
            <a:off x="3181350" y="1847850"/>
            <a:ext cx="952500" cy="952500"/>
          </a:xfrm>
          <a:prstGeom xmlns:a="http://schemas.openxmlformats.org/drawingml/2006/main" prst="rect">
            <a:avLst/>
          </a:prstGeom>
        </p:spPr>
      </p:pic>
      <p:sp>
        <p:nvSpPr>
          <p:cNvPr id="7" name="공동재산">
            <a:extLst xmlns:a="http://schemas.openxmlformats.org/drawingml/2006/main">
              <a:ext uri="{FF2B5EF4-FFF2-40B4-BE49-F238E27FC236}">
                <a16:creationId xmlns:a16="http://schemas.microsoft.com/office/drawing/2014/main" id="{4D5C4AAC-77BA-4E58-8298-BC3ABD95D69D}"/>
              </a:ext>
            </a:extLst>
          </p:cNvPr>
          <p:cNvSpPr>
            <a:spLocks xmlns:a="http://schemas.openxmlformats.org/drawingml/2006/main" noGrp="1"/>
          </p:cNvSpPr>
          <p:nvPr/>
        </p:nvSpPr>
        <p:spPr>
          <a:xfrm xmlns:a="http://schemas.openxmlformats.org/drawingml/2006/main">
            <a:off x="2695575" y="3333750"/>
            <a:ext cx="1924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325" b="1">
                <a:solidFill>
                  <a:srgbClr val="183E35"/>
                </a:solidFill>
                <a:latin typeface="Pretendard"/>
                <a:ea typeface="Pretendard"/>
                <a:cs typeface="Pretendard"/>
              </a:defRPr>
            </a:defPPr>
          </a:lstStyle>
          <a:p xmlns:a="http://schemas.openxmlformats.org/drawingml/2006/main">
            <a:pPr algn="ctr">
              <a:defRPr sz="2325" b="1">
                <a:solidFill>
                  <a:srgbClr val="183E35"/>
                </a:solidFill>
                <a:latin typeface="Pretendard"/>
                <a:ea typeface="Pretendard"/>
                <a:cs typeface="Pretendard"/>
              </a:defRPr>
            </a:pPr>
            <a:r>
              <a:rPr sz="2325" b="1">
                <a:solidFill>
                  <a:srgbClr val="183E35"/>
                </a:solidFill>
                <a:latin typeface="Pretendard"/>
                <a:ea typeface="Pretendard"/>
                <a:cs typeface="Pretendard"/>
              </a:rPr>
              <a:t>공동재산</a:t>
            </a:r>
          </a:p>
        </p:txBody>
      </p:sp>
      <p:pic>
        <p:nvPicPr>
          <p:cNvPr id="8" name="">
            <a:extLst xmlns:a="http://schemas.openxmlformats.org/drawingml/2006/main">
              <a:ext uri="{FF2B5EF4-FFF2-40B4-BE49-F238E27FC236}">
                <a16:creationId xmlns:a16="http://schemas.microsoft.com/office/drawing/2014/main" id="{56F37EE7-BEE7-44A6-B404-609FD3059673}"/>
              </a:ext>
            </a:extLst>
          </p:cNvPr>
          <p:cNvPicPr>
            <a:picLocks xmlns:a="http://schemas.openxmlformats.org/drawingml/2006/main" noChangeAspect="1"/>
          </p:cNvPicPr>
          <p:nvPr/>
        </p:nvPicPr>
        <p:blipFill>
          <a:blip xmlns:r="http://schemas.openxmlformats.org/officeDocument/2006/relationships" xmlns:a="http://schemas.openxmlformats.org/drawingml/2006/main" r:embed="R0e9e05e02d644178"/>
          <a:stretch xmlns:a="http://schemas.openxmlformats.org/drawingml/2006/main"/>
        </p:blipFill>
        <p:spPr>
          <a:xfrm xmlns:a="http://schemas.openxmlformats.org/drawingml/2006/main">
            <a:off x="5295900" y="1847850"/>
            <a:ext cx="952500" cy="952500"/>
          </a:xfrm>
          <a:prstGeom xmlns:a="http://schemas.openxmlformats.org/drawingml/2006/main" prst="rect">
            <a:avLst/>
          </a:prstGeom>
        </p:spPr>
      </p:pic>
      <p:sp>
        <p:nvSpPr>
          <p:cNvPr id="9" name="기록">
            <a:extLst xmlns:a="http://schemas.openxmlformats.org/drawingml/2006/main">
              <a:ext uri="{FF2B5EF4-FFF2-40B4-BE49-F238E27FC236}">
                <a16:creationId xmlns:a16="http://schemas.microsoft.com/office/drawing/2014/main" id="{434BE69E-6801-44B7-BA29-C956B7C03582}"/>
              </a:ext>
            </a:extLst>
          </p:cNvPr>
          <p:cNvSpPr>
            <a:spLocks xmlns:a="http://schemas.openxmlformats.org/drawingml/2006/main" noGrp="1"/>
          </p:cNvSpPr>
          <p:nvPr/>
        </p:nvSpPr>
        <p:spPr>
          <a:xfrm xmlns:a="http://schemas.openxmlformats.org/drawingml/2006/main">
            <a:off x="4810125" y="3333750"/>
            <a:ext cx="1924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325" b="1">
                <a:solidFill>
                  <a:srgbClr val="183E35"/>
                </a:solidFill>
                <a:latin typeface="Pretendard"/>
                <a:ea typeface="Pretendard"/>
                <a:cs typeface="Pretendard"/>
              </a:defRPr>
            </a:defPPr>
          </a:lstStyle>
          <a:p xmlns:a="http://schemas.openxmlformats.org/drawingml/2006/main">
            <a:pPr algn="ctr">
              <a:defRPr sz="2325" b="1">
                <a:solidFill>
                  <a:srgbClr val="183E35"/>
                </a:solidFill>
                <a:latin typeface="Pretendard"/>
                <a:ea typeface="Pretendard"/>
                <a:cs typeface="Pretendard"/>
              </a:defRPr>
            </a:pPr>
            <a:r>
              <a:rPr sz="2325" b="1">
                <a:solidFill>
                  <a:srgbClr val="183E35"/>
                </a:solidFill>
                <a:latin typeface="Pretendard"/>
                <a:ea typeface="Pretendard"/>
                <a:cs typeface="Pretendard"/>
              </a:rPr>
              <a:t>기록</a:t>
            </a:r>
          </a:p>
        </p:txBody>
      </p:sp>
      <p:pic>
        <p:nvPicPr>
          <p:cNvPr id="10" name="">
            <a:extLst xmlns:a="http://schemas.openxmlformats.org/drawingml/2006/main">
              <a:ext uri="{FF2B5EF4-FFF2-40B4-BE49-F238E27FC236}">
                <a16:creationId xmlns:a16="http://schemas.microsoft.com/office/drawing/2014/main" id="{0CFEFF79-19EE-4DB1-9168-370A5DE63452}"/>
              </a:ext>
            </a:extLst>
          </p:cNvPr>
          <p:cNvPicPr>
            <a:picLocks xmlns:a="http://schemas.openxmlformats.org/drawingml/2006/main" noChangeAspect="1"/>
          </p:cNvPicPr>
          <p:nvPr/>
        </p:nvPicPr>
        <p:blipFill>
          <a:blip xmlns:r="http://schemas.openxmlformats.org/officeDocument/2006/relationships" xmlns:a="http://schemas.openxmlformats.org/drawingml/2006/main" r:embed="Rada774255126416d"/>
          <a:stretch xmlns:a="http://schemas.openxmlformats.org/drawingml/2006/main"/>
        </p:blipFill>
        <p:spPr>
          <a:xfrm xmlns:a="http://schemas.openxmlformats.org/drawingml/2006/main">
            <a:off x="7410450" y="1847850"/>
            <a:ext cx="952500" cy="952500"/>
          </a:xfrm>
          <a:prstGeom xmlns:a="http://schemas.openxmlformats.org/drawingml/2006/main" prst="rect">
            <a:avLst/>
          </a:prstGeom>
        </p:spPr>
      </p:pic>
      <p:sp>
        <p:nvSpPr>
          <p:cNvPr id="11" name="종원">
            <a:extLst xmlns:a="http://schemas.openxmlformats.org/drawingml/2006/main">
              <a:ext uri="{FF2B5EF4-FFF2-40B4-BE49-F238E27FC236}">
                <a16:creationId xmlns:a16="http://schemas.microsoft.com/office/drawing/2014/main" id="{E5892A29-1242-401E-BAD8-8BB1243A2245}"/>
              </a:ext>
            </a:extLst>
          </p:cNvPr>
          <p:cNvSpPr>
            <a:spLocks xmlns:a="http://schemas.openxmlformats.org/drawingml/2006/main" noGrp="1"/>
          </p:cNvSpPr>
          <p:nvPr/>
        </p:nvSpPr>
        <p:spPr>
          <a:xfrm xmlns:a="http://schemas.openxmlformats.org/drawingml/2006/main">
            <a:off x="6924675" y="3333750"/>
            <a:ext cx="1924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325" b="1">
                <a:solidFill>
                  <a:srgbClr val="183E35"/>
                </a:solidFill>
                <a:latin typeface="Pretendard"/>
                <a:ea typeface="Pretendard"/>
                <a:cs typeface="Pretendard"/>
              </a:defRPr>
            </a:defPPr>
          </a:lstStyle>
          <a:p xmlns:a="http://schemas.openxmlformats.org/drawingml/2006/main">
            <a:pPr algn="ctr">
              <a:defRPr sz="2325" b="1">
                <a:solidFill>
                  <a:srgbClr val="183E35"/>
                </a:solidFill>
                <a:latin typeface="Pretendard"/>
                <a:ea typeface="Pretendard"/>
                <a:cs typeface="Pretendard"/>
              </a:defRPr>
            </a:pPr>
            <a:r>
              <a:rPr sz="2325" b="1">
                <a:solidFill>
                  <a:srgbClr val="183E35"/>
                </a:solidFill>
                <a:latin typeface="Pretendard"/>
                <a:ea typeface="Pretendard"/>
                <a:cs typeface="Pretendard"/>
              </a:rPr>
              <a:t>종원</a:t>
            </a:r>
          </a:p>
        </p:txBody>
      </p:sp>
    </p:spTree>
    <p:extLst>
      <p:ext uri="{BB962C8B-B14F-4D97-AF65-F5344CB8AC3E}">
        <p14:creationId xmlns:p14="http://schemas.microsoft.com/office/powerpoint/2010/main" val="1946840982"/>
      </p:ext>
    </p:extLst>
  </p:cSld>
</p:sld>
</file>

<file path=ppt/slides/slide6.xml><?xml version="1.0" encoding="utf-8"?>
<p:sld xmlns:p="http://schemas.openxmlformats.org/presentationml/2006/main">
  <p:cSld>
    <p:bg>
      <p:bgPr>
        <a:solidFill xmlns:a="http://schemas.openxmlformats.org/drawingml/2006/main">
          <a:srgbClr val="F5F2E9"/>
        </a:solidFill>
      </p:bgPr>
    </p:bg>
    <p:spTree>
      <p:nvGrpSpPr>
        <p:cNvPr id="1" name=""/>
        <p:cNvGrpSpPr/>
        <p:nvPr/>
      </p:nvGrpSpPr>
      <p:grpSpPr>
        <a:xfrm xmlns:a="http://schemas.openxmlformats.org/drawingml/2006/main"/>
      </p:grpSpPr>
      <p:sp>
        <p:nvSpPr>
          <p:cNvPr id="9" name="공개 보도 사례">
            <a:extLst xmlns:a="http://schemas.openxmlformats.org/drawingml/2006/main">
              <a:ext uri="{FF2B5EF4-FFF2-40B4-BE49-F238E27FC236}">
                <a16:creationId xmlns:a16="http://schemas.microsoft.com/office/drawing/2014/main" id="{B54536A5-F694-44C3-A029-6B8149DE7396}"/>
              </a:ext>
            </a:extLst>
          </p:cNvPr>
          <p:cNvSpPr>
            <a:spLocks xmlns:a="http://schemas.openxmlformats.org/drawingml/2006/main" noGrp="1"/>
          </p:cNvSpPr>
          <p:nvPr/>
        </p:nvSpPr>
        <p:spPr>
          <a:xfrm xmlns:a="http://schemas.openxmlformats.org/drawingml/2006/main">
            <a:off x="504825" y="257175"/>
            <a:ext cx="6286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a:solidFill>
                  <a:srgbClr val="687568"/>
                </a:solidFill>
                <a:latin typeface="Pretendard"/>
                <a:ea typeface="Pretendard"/>
                <a:cs typeface="Pretendard"/>
              </a:defRPr>
            </a:defPPr>
          </a:lstStyle>
          <a:p xmlns:a="http://schemas.openxmlformats.org/drawingml/2006/main">
            <a:pPr algn="l">
              <a:defRPr sz="1050">
                <a:solidFill>
                  <a:srgbClr val="687568"/>
                </a:solidFill>
                <a:latin typeface="Pretendard"/>
                <a:ea typeface="Pretendard"/>
                <a:cs typeface="Pretendard"/>
              </a:defRPr>
            </a:pPr>
            <a:r>
              <a:rPr sz="1050">
                <a:solidFill>
                  <a:srgbClr val="687568"/>
                </a:solidFill>
                <a:latin typeface="Pretendard"/>
                <a:ea typeface="Pretendard"/>
                <a:cs typeface="Pretendard"/>
              </a:rPr>
              <a:t>공개 보도 사례</a:t>
            </a:r>
          </a:p>
        </p:txBody>
      </p:sp>
      <p:sp>
        <p:nvSpPr>
          <p:cNvPr id="2" name="대표권 다툼이 거래와 소송으로">
            <a:extLst xmlns:a="http://schemas.openxmlformats.org/drawingml/2006/main">
              <a:ext uri="{FF2B5EF4-FFF2-40B4-BE49-F238E27FC236}">
                <a16:creationId xmlns:a16="http://schemas.microsoft.com/office/drawing/2014/main" id="{F3C915C5-CF0F-4647-BE66-454DD82C1897}"/>
              </a:ext>
            </a:extLst>
          </p:cNvPr>
          <p:cNvSpPr>
            <a:spLocks xmlns:a="http://schemas.openxmlformats.org/drawingml/2006/main" noGrp="1"/>
          </p:cNvSpPr>
          <p:nvPr/>
        </p:nvSpPr>
        <p:spPr>
          <a:xfrm xmlns:a="http://schemas.openxmlformats.org/drawingml/2006/main">
            <a:off x="476250" y="628650"/>
            <a:ext cx="82486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000" b="1">
                <a:solidFill>
                  <a:srgbClr val="183E35"/>
                </a:solidFill>
                <a:latin typeface="Pretendard"/>
                <a:ea typeface="Pretendard"/>
                <a:cs typeface="Pretendard"/>
              </a:defRPr>
            </a:defPPr>
          </a:lstStyle>
          <a:p xmlns:a="http://schemas.openxmlformats.org/drawingml/2006/main">
            <a:pPr algn="l">
              <a:defRPr sz="3000" b="1">
                <a:solidFill>
                  <a:srgbClr val="183E35"/>
                </a:solidFill>
                <a:latin typeface="Pretendard"/>
                <a:ea typeface="Pretendard"/>
                <a:cs typeface="Pretendard"/>
              </a:defRPr>
            </a:pPr>
            <a:r>
              <a:rPr sz="3000" b="1">
                <a:solidFill>
                  <a:srgbClr val="183E35"/>
                </a:solidFill>
                <a:latin typeface="Pretendard"/>
                <a:ea typeface="Pretendard"/>
                <a:cs typeface="Pretendard"/>
              </a:rPr>
              <a:t>대표권 다툼이 거래와 소송으로</a:t>
            </a:r>
          </a:p>
        </p:txBody>
      </p:sp>
      <p:sp>
        <p:nvSpPr>
          <p:cNvPr id="3" name="06">
            <a:extLst xmlns:a="http://schemas.openxmlformats.org/drawingml/2006/main">
              <a:ext uri="{FF2B5EF4-FFF2-40B4-BE49-F238E27FC236}">
                <a16:creationId xmlns:a16="http://schemas.microsoft.com/office/drawing/2014/main" id="{334EB9BA-C9A7-4E89-8D14-395931E0D0DB}"/>
              </a:ext>
            </a:extLst>
          </p:cNvPr>
          <p:cNvSpPr>
            <a:spLocks xmlns:a="http://schemas.openxmlformats.org/drawingml/2006/main" noGrp="1"/>
          </p:cNvSpPr>
          <p:nvPr/>
        </p:nvSpPr>
        <p:spPr>
          <a:xfrm xmlns:a="http://schemas.openxmlformats.org/drawingml/2006/main">
            <a:off x="8534400" y="4781550"/>
            <a:ext cx="2952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975" b="0">
                <a:solidFill>
                  <a:srgbClr val="687568"/>
                </a:solidFill>
                <a:latin typeface="Pretendard"/>
                <a:ea typeface="Pretendard"/>
                <a:cs typeface="Pretendard"/>
              </a:defRPr>
            </a:defPPr>
          </a:lstStyle>
          <a:p xmlns:a="http://schemas.openxmlformats.org/drawingml/2006/main">
            <a:pPr algn="r">
              <a:defRPr sz="975" b="0">
                <a:solidFill>
                  <a:srgbClr val="687568"/>
                </a:solidFill>
                <a:latin typeface="Pretendard"/>
                <a:ea typeface="Pretendard"/>
                <a:cs typeface="Pretendard"/>
              </a:defRPr>
            </a:pPr>
            <a:r>
              <a:rPr sz="975" b="0">
                <a:solidFill>
                  <a:srgbClr val="687568"/>
                </a:solidFill>
                <a:latin typeface="Pretendard"/>
                <a:ea typeface="Pretendard"/>
                <a:cs typeface="Pretendard"/>
              </a:rPr>
              <a:t>06</a:t>
            </a:r>
          </a:p>
        </p:txBody>
      </p:sp>
      <p:pic>
        <p:nvPicPr>
          <p:cNvPr id="4" name="">
            <a:extLst xmlns:a="http://schemas.openxmlformats.org/drawingml/2006/main">
              <a:ext uri="{FF2B5EF4-FFF2-40B4-BE49-F238E27FC236}">
                <a16:creationId xmlns:a16="http://schemas.microsoft.com/office/drawing/2014/main" id="{EF024E91-AC45-4063-9E9C-2D46CBD37E89}"/>
              </a:ext>
            </a:extLst>
          </p:cNvPr>
          <p:cNvPicPr>
            <a:picLocks xmlns:a="http://schemas.openxmlformats.org/drawingml/2006/main" noChangeAspect="1"/>
          </p:cNvPicPr>
          <p:nvPr/>
        </p:nvPicPr>
        <p:blipFill>
          <a:blip xmlns:r="http://schemas.openxmlformats.org/officeDocument/2006/relationships" xmlns:a="http://schemas.openxmlformats.org/drawingml/2006/main" r:embed="Re9f1a764955f4170"/>
          <a:stretch xmlns:a="http://schemas.openxmlformats.org/drawingml/2006/main"/>
        </p:blipFill>
        <p:spPr>
          <a:xfrm xmlns:a="http://schemas.openxmlformats.org/drawingml/2006/main">
            <a:off x="851123" y="1552575"/>
            <a:ext cx="4946204" cy="2781300"/>
          </a:xfrm>
          <a:prstGeom xmlns:a="http://schemas.openxmlformats.org/drawingml/2006/main" prst="rect">
            <a:avLst/>
          </a:prstGeom>
        </p:spPr>
      </p:pic>
      <p:sp>
        <p:nvSpPr>
          <p:cNvPr id="5" name="약">
            <a:extLst xmlns:a="http://schemas.openxmlformats.org/drawingml/2006/main">
              <a:ext uri="{FF2B5EF4-FFF2-40B4-BE49-F238E27FC236}">
                <a16:creationId xmlns:a16="http://schemas.microsoft.com/office/drawing/2014/main" id="{6885B23B-ED37-474A-A1EF-7444C68C13A2}"/>
              </a:ext>
            </a:extLst>
          </p:cNvPr>
          <p:cNvSpPr>
            <a:spLocks xmlns:a="http://schemas.openxmlformats.org/drawingml/2006/main" noGrp="1"/>
          </p:cNvSpPr>
          <p:nvPr/>
        </p:nvSpPr>
        <p:spPr>
          <a:xfrm xmlns:a="http://schemas.openxmlformats.org/drawingml/2006/main">
            <a:off x="6553200" y="1600200"/>
            <a:ext cx="2047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a:solidFill>
                  <a:srgbClr val="687568"/>
                </a:solidFill>
                <a:latin typeface="Pretendard"/>
                <a:ea typeface="Pretendard"/>
                <a:cs typeface="Pretendard"/>
              </a:defRPr>
            </a:defPPr>
          </a:lstStyle>
          <a:p xmlns:a="http://schemas.openxmlformats.org/drawingml/2006/main">
            <a:pPr algn="l">
              <a:defRPr sz="1725">
                <a:solidFill>
                  <a:srgbClr val="687568"/>
                </a:solidFill>
                <a:latin typeface="Pretendard"/>
                <a:ea typeface="Pretendard"/>
                <a:cs typeface="Pretendard"/>
              </a:defRPr>
            </a:pPr>
            <a:r>
              <a:rPr sz="1725">
                <a:solidFill>
                  <a:srgbClr val="687568"/>
                </a:solidFill>
                <a:latin typeface="Pretendard"/>
                <a:ea typeface="Pretendard"/>
                <a:cs typeface="Pretendard"/>
              </a:rPr>
              <a:t>약</a:t>
            </a:r>
          </a:p>
        </p:txBody>
      </p:sp>
      <p:sp>
        <p:nvSpPr>
          <p:cNvPr id="6" name="4">
            <a:extLst xmlns:a="http://schemas.openxmlformats.org/drawingml/2006/main">
              <a:ext uri="{FF2B5EF4-FFF2-40B4-BE49-F238E27FC236}">
                <a16:creationId xmlns:a16="http://schemas.microsoft.com/office/drawing/2014/main" id="{721E342A-0332-4E2F-8D59-AEE33879CF70}"/>
              </a:ext>
            </a:extLst>
          </p:cNvPr>
          <p:cNvSpPr>
            <a:spLocks xmlns:a="http://schemas.openxmlformats.org/drawingml/2006/main" noGrp="1"/>
          </p:cNvSpPr>
          <p:nvPr/>
        </p:nvSpPr>
        <p:spPr>
          <a:xfrm xmlns:a="http://schemas.openxmlformats.org/drawingml/2006/main">
            <a:off x="6467475" y="1809750"/>
            <a:ext cx="1428750"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825" b="1">
                <a:solidFill>
                  <a:srgbClr val="183E35"/>
                </a:solidFill>
                <a:latin typeface="Pretendard"/>
                <a:ea typeface="Pretendard"/>
                <a:cs typeface="Pretendard"/>
              </a:defRPr>
            </a:defPPr>
          </a:lstStyle>
          <a:p xmlns:a="http://schemas.openxmlformats.org/drawingml/2006/main">
            <a:pPr algn="l">
              <a:defRPr sz="9825" b="1">
                <a:solidFill>
                  <a:srgbClr val="183E35"/>
                </a:solidFill>
                <a:latin typeface="Pretendard"/>
                <a:ea typeface="Pretendard"/>
                <a:cs typeface="Pretendard"/>
              </a:defRPr>
            </a:pPr>
            <a:r>
              <a:rPr sz="9825" b="1">
                <a:solidFill>
                  <a:srgbClr val="183E35"/>
                </a:solidFill>
                <a:latin typeface="Pretendard"/>
                <a:ea typeface="Pretendard"/>
                <a:cs typeface="Pretendard"/>
              </a:rPr>
              <a:t>4</a:t>
            </a:r>
          </a:p>
        </p:txBody>
      </p:sp>
      <p:sp>
        <p:nvSpPr>
          <p:cNvPr id="7" name="년">
            <a:extLst xmlns:a="http://schemas.openxmlformats.org/drawingml/2006/main">
              <a:ext uri="{FF2B5EF4-FFF2-40B4-BE49-F238E27FC236}">
                <a16:creationId xmlns:a16="http://schemas.microsoft.com/office/drawing/2014/main" id="{27EC612A-0BD3-46B9-A55D-9FF5072CDF29}"/>
              </a:ext>
            </a:extLst>
          </p:cNvPr>
          <p:cNvSpPr>
            <a:spLocks xmlns:a="http://schemas.openxmlformats.org/drawingml/2006/main" noGrp="1"/>
          </p:cNvSpPr>
          <p:nvPr/>
        </p:nvSpPr>
        <p:spPr>
          <a:xfrm xmlns:a="http://schemas.openxmlformats.org/drawingml/2006/main">
            <a:off x="7610475" y="2552700"/>
            <a:ext cx="9048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550">
                <a:solidFill>
                  <a:srgbClr val="183E35"/>
                </a:solidFill>
                <a:latin typeface="Pretendard"/>
                <a:ea typeface="Pretendard"/>
                <a:cs typeface="Pretendard"/>
              </a:defRPr>
            </a:defPPr>
          </a:lstStyle>
          <a:p xmlns:a="http://schemas.openxmlformats.org/drawingml/2006/main">
            <a:pPr algn="l">
              <a:defRPr sz="2550">
                <a:solidFill>
                  <a:srgbClr val="183E35"/>
                </a:solidFill>
                <a:latin typeface="Pretendard"/>
                <a:ea typeface="Pretendard"/>
                <a:cs typeface="Pretendard"/>
              </a:defRPr>
            </a:pPr>
            <a:r>
              <a:rPr sz="2550">
                <a:solidFill>
                  <a:srgbClr val="183E35"/>
                </a:solidFill>
                <a:latin typeface="Pretendard"/>
                <a:ea typeface="Pretendard"/>
                <a:cs typeface="Pretendard"/>
              </a:rPr>
              <a:t>년</a:t>
            </a:r>
          </a:p>
        </p:txBody>
      </p:sp>
      <p:sp>
        <p:nvSpPr>
          <p:cNvPr id="8" name="법정 다툼">
            <a:extLst xmlns:a="http://schemas.openxmlformats.org/drawingml/2006/main">
              <a:ext uri="{FF2B5EF4-FFF2-40B4-BE49-F238E27FC236}">
                <a16:creationId xmlns:a16="http://schemas.microsoft.com/office/drawing/2014/main" id="{CF29FEC7-B79B-4DD1-A394-4ED29773FD5B}"/>
              </a:ext>
            </a:extLst>
          </p:cNvPr>
          <p:cNvSpPr>
            <a:spLocks xmlns:a="http://schemas.openxmlformats.org/drawingml/2006/main" noGrp="1"/>
          </p:cNvSpPr>
          <p:nvPr/>
        </p:nvSpPr>
        <p:spPr>
          <a:xfrm xmlns:a="http://schemas.openxmlformats.org/drawingml/2006/main">
            <a:off x="6543675" y="3543300"/>
            <a:ext cx="2143125"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100" b="1">
                <a:solidFill>
                  <a:srgbClr val="183E35"/>
                </a:solidFill>
                <a:latin typeface="Pretendard"/>
                <a:ea typeface="Pretendard"/>
                <a:cs typeface="Pretendard"/>
              </a:defRPr>
            </a:defPPr>
          </a:lstStyle>
          <a:p xmlns:a="http://schemas.openxmlformats.org/drawingml/2006/main">
            <a:pPr algn="l">
              <a:defRPr sz="2100" b="1">
                <a:solidFill>
                  <a:srgbClr val="183E35"/>
                </a:solidFill>
                <a:latin typeface="Pretendard"/>
                <a:ea typeface="Pretendard"/>
                <a:cs typeface="Pretendard"/>
              </a:defRPr>
            </a:pPr>
            <a:r>
              <a:rPr sz="2100" b="1">
                <a:solidFill>
                  <a:srgbClr val="183E35"/>
                </a:solidFill>
                <a:latin typeface="Pretendard"/>
                <a:ea typeface="Pretendard"/>
                <a:cs typeface="Pretendard"/>
              </a:rPr>
              <a:t>법정 다툼</a:t>
            </a:r>
          </a:p>
        </p:txBody>
      </p:sp>
    </p:spTree>
    <p:extLst>
      <p:ext uri="{BB962C8B-B14F-4D97-AF65-F5344CB8AC3E}">
        <p14:creationId xmlns:p14="http://schemas.microsoft.com/office/powerpoint/2010/main" val="2101109509"/>
      </p:ext>
    </p:extLst>
  </p:cSld>
</p:sld>
</file>

<file path=ppt/slides/slide7.xml><?xml version="1.0" encoding="utf-8"?>
<p:sld xmlns:p="http://schemas.openxmlformats.org/presentationml/2006/main">
  <p:cSld>
    <p:bg>
      <p:bgPr>
        <a:solidFill xmlns:a="http://schemas.openxmlformats.org/drawingml/2006/main">
          <a:srgbClr val="F5F2E9"/>
        </a:solidFill>
      </p:bgPr>
    </p:bg>
    <p:spTree>
      <p:nvGrpSpPr>
        <p:cNvPr id="1" name=""/>
        <p:cNvGrpSpPr/>
        <p:nvPr/>
      </p:nvGrpSpPr>
      <p:grpSpPr>
        <a:xfrm xmlns:a="http://schemas.openxmlformats.org/drawingml/2006/main"/>
      </p:grpSpPr>
      <p:sp>
        <p:nvSpPr>
          <p:cNvPr id="15" name="문제가 생기는 곳">
            <a:extLst xmlns:a="http://schemas.openxmlformats.org/drawingml/2006/main">
              <a:ext uri="{FF2B5EF4-FFF2-40B4-BE49-F238E27FC236}">
                <a16:creationId xmlns:a16="http://schemas.microsoft.com/office/drawing/2014/main" id="{3B717ADD-80EF-4EF0-A2A6-0908FED2BEB7}"/>
              </a:ext>
            </a:extLst>
          </p:cNvPr>
          <p:cNvSpPr>
            <a:spLocks xmlns:a="http://schemas.openxmlformats.org/drawingml/2006/main" noGrp="1"/>
          </p:cNvSpPr>
          <p:nvPr/>
        </p:nvSpPr>
        <p:spPr>
          <a:xfrm xmlns:a="http://schemas.openxmlformats.org/drawingml/2006/main">
            <a:off x="504825" y="257175"/>
            <a:ext cx="6286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a:solidFill>
                  <a:srgbClr val="687568"/>
                </a:solidFill>
                <a:latin typeface="Pretendard"/>
                <a:ea typeface="Pretendard"/>
                <a:cs typeface="Pretendard"/>
              </a:defRPr>
            </a:defPPr>
          </a:lstStyle>
          <a:p xmlns:a="http://schemas.openxmlformats.org/drawingml/2006/main">
            <a:pPr algn="l">
              <a:defRPr sz="1050">
                <a:solidFill>
                  <a:srgbClr val="687568"/>
                </a:solidFill>
                <a:latin typeface="Pretendard"/>
                <a:ea typeface="Pretendard"/>
                <a:cs typeface="Pretendard"/>
              </a:defRPr>
            </a:pPr>
            <a:r>
              <a:rPr sz="1050">
                <a:solidFill>
                  <a:srgbClr val="687568"/>
                </a:solidFill>
                <a:latin typeface="Pretendard"/>
                <a:ea typeface="Pretendard"/>
                <a:cs typeface="Pretendard"/>
              </a:rPr>
              <a:t>문제가 생기는 곳</a:t>
            </a:r>
          </a:p>
        </p:txBody>
      </p:sp>
      <p:sp>
        <p:nvSpPr>
          <p:cNvPr id="2" name="지위·임대차·대표권">
            <a:extLst xmlns:a="http://schemas.openxmlformats.org/drawingml/2006/main">
              <a:ext uri="{FF2B5EF4-FFF2-40B4-BE49-F238E27FC236}">
                <a16:creationId xmlns:a16="http://schemas.microsoft.com/office/drawing/2014/main" id="{3859C00A-CDE4-4F44-B9FB-C67171E259DE}"/>
              </a:ext>
            </a:extLst>
          </p:cNvPr>
          <p:cNvSpPr>
            <a:spLocks xmlns:a="http://schemas.openxmlformats.org/drawingml/2006/main" noGrp="1"/>
          </p:cNvSpPr>
          <p:nvPr/>
        </p:nvSpPr>
        <p:spPr>
          <a:xfrm xmlns:a="http://schemas.openxmlformats.org/drawingml/2006/main">
            <a:off x="476250" y="628650"/>
            <a:ext cx="82486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000" b="1">
                <a:solidFill>
                  <a:srgbClr val="183E35"/>
                </a:solidFill>
                <a:latin typeface="Pretendard"/>
                <a:ea typeface="Pretendard"/>
                <a:cs typeface="Pretendard"/>
              </a:defRPr>
            </a:defPPr>
          </a:lstStyle>
          <a:p xmlns:a="http://schemas.openxmlformats.org/drawingml/2006/main">
            <a:pPr algn="l">
              <a:defRPr sz="3000" b="1">
                <a:solidFill>
                  <a:srgbClr val="183E35"/>
                </a:solidFill>
                <a:latin typeface="Pretendard"/>
                <a:ea typeface="Pretendard"/>
                <a:cs typeface="Pretendard"/>
              </a:defRPr>
            </a:pPr>
            <a:r>
              <a:rPr sz="3000" b="1">
                <a:solidFill>
                  <a:srgbClr val="183E35"/>
                </a:solidFill>
                <a:latin typeface="Pretendard"/>
                <a:ea typeface="Pretendard"/>
                <a:cs typeface="Pretendard"/>
              </a:rPr>
              <a:t>지위·임대차·대표권</a:t>
            </a:r>
          </a:p>
        </p:txBody>
      </p:sp>
      <p:sp>
        <p:nvSpPr>
          <p:cNvPr id="3" name="07">
            <a:extLst xmlns:a="http://schemas.openxmlformats.org/drawingml/2006/main">
              <a:ext uri="{FF2B5EF4-FFF2-40B4-BE49-F238E27FC236}">
                <a16:creationId xmlns:a16="http://schemas.microsoft.com/office/drawing/2014/main" id="{BD703962-4B6E-44CE-85C0-F833F6C712F4}"/>
              </a:ext>
            </a:extLst>
          </p:cNvPr>
          <p:cNvSpPr>
            <a:spLocks xmlns:a="http://schemas.openxmlformats.org/drawingml/2006/main" noGrp="1"/>
          </p:cNvSpPr>
          <p:nvPr/>
        </p:nvSpPr>
        <p:spPr>
          <a:xfrm xmlns:a="http://schemas.openxmlformats.org/drawingml/2006/main">
            <a:off x="8534400" y="4781550"/>
            <a:ext cx="2952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975" b="0">
                <a:solidFill>
                  <a:srgbClr val="687568"/>
                </a:solidFill>
                <a:latin typeface="Pretendard"/>
                <a:ea typeface="Pretendard"/>
                <a:cs typeface="Pretendard"/>
              </a:defRPr>
            </a:defPPr>
          </a:lstStyle>
          <a:p xmlns:a="http://schemas.openxmlformats.org/drawingml/2006/main">
            <a:pPr algn="r">
              <a:defRPr sz="975" b="0">
                <a:solidFill>
                  <a:srgbClr val="687568"/>
                </a:solidFill>
                <a:latin typeface="Pretendard"/>
                <a:ea typeface="Pretendard"/>
                <a:cs typeface="Pretendard"/>
              </a:defRPr>
            </a:pPr>
            <a:r>
              <a:rPr sz="975" b="0">
                <a:solidFill>
                  <a:srgbClr val="687568"/>
                </a:solidFill>
                <a:latin typeface="Pretendard"/>
                <a:ea typeface="Pretendard"/>
                <a:cs typeface="Pretendard"/>
              </a:rPr>
              <a:t>07</a:t>
            </a:r>
          </a:p>
        </p:txBody>
      </p:sp>
      <p:sp>
        <p:nvSpPr>
          <p:cNvPr id="4" name="종손 지위">
            <a:extLst xmlns:a="http://schemas.openxmlformats.org/drawingml/2006/main">
              <a:ext uri="{FF2B5EF4-FFF2-40B4-BE49-F238E27FC236}">
                <a16:creationId xmlns:a16="http://schemas.microsoft.com/office/drawing/2014/main" id="{57BF00C4-FC08-4F3C-83F8-81F59C860A45}"/>
              </a:ext>
            </a:extLst>
          </p:cNvPr>
          <p:cNvSpPr>
            <a:spLocks xmlns:a="http://schemas.openxmlformats.org/drawingml/2006/main" noGrp="1"/>
          </p:cNvSpPr>
          <p:nvPr/>
        </p:nvSpPr>
        <p:spPr>
          <a:xfrm xmlns:a="http://schemas.openxmlformats.org/drawingml/2006/main">
            <a:off x="495300" y="1514475"/>
            <a:ext cx="187642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175" b="1">
                <a:solidFill>
                  <a:srgbClr val="183E35"/>
                </a:solidFill>
                <a:latin typeface="Pretendard"/>
                <a:ea typeface="Pretendard"/>
                <a:cs typeface="Pretendard"/>
              </a:defRPr>
            </a:defPPr>
          </a:lstStyle>
          <a:p xmlns:a="http://schemas.openxmlformats.org/drawingml/2006/main">
            <a:pPr algn="l">
              <a:defRPr sz="2175" b="1">
                <a:solidFill>
                  <a:srgbClr val="183E35"/>
                </a:solidFill>
                <a:latin typeface="Pretendard"/>
                <a:ea typeface="Pretendard"/>
                <a:cs typeface="Pretendard"/>
              </a:defRPr>
            </a:pPr>
            <a:r>
              <a:rPr sz="2175" b="1">
                <a:solidFill>
                  <a:srgbClr val="183E35"/>
                </a:solidFill>
                <a:latin typeface="Pretendard"/>
                <a:ea typeface="Pretendard"/>
                <a:cs typeface="Pretendard"/>
              </a:rPr>
              <a:t>종손 지위</a:t>
            </a:r>
          </a:p>
        </p:txBody>
      </p:sp>
      <p:pic>
        <p:nvPicPr>
          <p:cNvPr id="5" name="">
            <a:extLst xmlns:a="http://schemas.openxmlformats.org/drawingml/2006/main">
              <a:ext uri="{FF2B5EF4-FFF2-40B4-BE49-F238E27FC236}">
                <a16:creationId xmlns:a16="http://schemas.microsoft.com/office/drawing/2014/main" id="{43E5A33A-A739-42E5-8EBA-D9B024AB4FF1}"/>
              </a:ext>
            </a:extLst>
          </p:cNvPr>
          <p:cNvPicPr>
            <a:picLocks xmlns:a="http://schemas.openxmlformats.org/drawingml/2006/main" noChangeAspect="1"/>
          </p:cNvPicPr>
          <p:nvPr/>
        </p:nvPicPr>
        <p:blipFill>
          <a:blip xmlns:r="http://schemas.openxmlformats.org/officeDocument/2006/relationships" xmlns:a="http://schemas.openxmlformats.org/drawingml/2006/main" r:embed="R50399a3271404d90"/>
          <a:stretch xmlns:a="http://schemas.openxmlformats.org/drawingml/2006/main"/>
        </p:blipFill>
        <p:spPr>
          <a:xfrm xmlns:a="http://schemas.openxmlformats.org/drawingml/2006/main">
            <a:off x="2371725" y="1548844"/>
            <a:ext cx="6229350" cy="397986"/>
          </a:xfrm>
          <a:prstGeom xmlns:a="http://schemas.openxmlformats.org/drawingml/2006/main" prst="rect">
            <a:avLst/>
          </a:prstGeom>
        </p:spPr>
      </p:pic>
      <p:sp>
        <p:nvSpPr>
          <p:cNvPr id="6" name="법치뉴스 2026.04.28">
            <a:extLst xmlns:a="http://schemas.openxmlformats.org/drawingml/2006/main">
              <a:ext uri="{FF2B5EF4-FFF2-40B4-BE49-F238E27FC236}">
                <a16:creationId xmlns:a16="http://schemas.microsoft.com/office/drawing/2014/main" id="{46AF08D2-8678-43A3-974B-28089CB7C0D9}"/>
              </a:ext>
            </a:extLst>
          </p:cNvPr>
          <p:cNvSpPr>
            <a:spLocks xmlns:a="http://schemas.openxmlformats.org/drawingml/2006/main" noGrp="1"/>
          </p:cNvSpPr>
          <p:nvPr/>
        </p:nvSpPr>
        <p:spPr>
          <a:xfrm xmlns:a="http://schemas.openxmlformats.org/drawingml/2006/main">
            <a:off x="2409825" y="2114550"/>
            <a:ext cx="61817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a:solidFill>
                  <a:srgbClr val="687568"/>
                </a:solidFill>
                <a:latin typeface="Pretendard"/>
                <a:ea typeface="Pretendard"/>
                <a:cs typeface="Pretendard"/>
              </a:defRPr>
            </a:defPPr>
          </a:lstStyle>
          <a:p xmlns:a="http://schemas.openxmlformats.org/drawingml/2006/main">
            <a:pPr algn="l">
              <a:defRPr sz="1125">
                <a:solidFill>
                  <a:srgbClr val="687568"/>
                </a:solidFill>
                <a:latin typeface="Pretendard"/>
                <a:ea typeface="Pretendard"/>
                <a:cs typeface="Pretendard"/>
              </a:defRPr>
            </a:pPr>
            <a:r>
              <a:rPr sz="1125">
                <a:solidFill>
                  <a:srgbClr val="687568"/>
                </a:solidFill>
                <a:latin typeface="Pretendard"/>
                <a:ea typeface="Pretendard"/>
                <a:cs typeface="Pretendard"/>
              </a:rPr>
              <a:t>법치뉴스 2026.04.28</a:t>
            </a:r>
          </a:p>
        </p:txBody>
      </p:sp>
      <p:sp>
        <p:nvSpPr>
          <p:cNvPr id="7" name="">
            <a:extLst xmlns:a="http://schemas.openxmlformats.org/drawingml/2006/main">
              <a:ext uri="{FF2B5EF4-FFF2-40B4-BE49-F238E27FC236}">
                <a16:creationId xmlns:a16="http://schemas.microsoft.com/office/drawing/2014/main" id="{B24CC046-3042-4CD4-93A9-141AA71479B3}"/>
              </a:ext>
            </a:extLst>
          </p:cNvPr>
          <p:cNvSpPr>
            <a:spLocks xmlns:a="http://schemas.openxmlformats.org/drawingml/2006/main" noGrp="1"/>
          </p:cNvSpPr>
          <p:nvPr/>
        </p:nvSpPr>
        <p:spPr>
          <a:xfrm xmlns:a="http://schemas.openxmlformats.org/drawingml/2006/main">
            <a:off x="495300" y="2381250"/>
            <a:ext cx="8096250" cy="0"/>
          </a:xfrm>
          <a:prstGeom xmlns:a="http://schemas.openxmlformats.org/drawingml/2006/main" prst="line">
            <a:avLst/>
          </a:prstGeom>
          <a:noFill xmlns:a="http://schemas.openxmlformats.org/drawingml/2006/main"/>
          <a:ln xmlns:a="http://schemas.openxmlformats.org/drawingml/2006/main" w="9525">
            <a:solidFill>
              <a:srgbClr val="D2DCD6"/>
            </a:solidFill>
          </a:ln>
        </p:spPr>
      </p:sp>
      <p:sp>
        <p:nvSpPr>
          <p:cNvPr id="8" name="임대차">
            <a:extLst xmlns:a="http://schemas.openxmlformats.org/drawingml/2006/main">
              <a:ext uri="{FF2B5EF4-FFF2-40B4-BE49-F238E27FC236}">
                <a16:creationId xmlns:a16="http://schemas.microsoft.com/office/drawing/2014/main" id="{78914CFA-AACD-4803-9F82-462B4DDB673E}"/>
              </a:ext>
            </a:extLst>
          </p:cNvPr>
          <p:cNvSpPr>
            <a:spLocks xmlns:a="http://schemas.openxmlformats.org/drawingml/2006/main" noGrp="1"/>
          </p:cNvSpPr>
          <p:nvPr/>
        </p:nvSpPr>
        <p:spPr>
          <a:xfrm xmlns:a="http://schemas.openxmlformats.org/drawingml/2006/main">
            <a:off x="495300" y="2562225"/>
            <a:ext cx="187642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175" b="1">
                <a:solidFill>
                  <a:srgbClr val="183E35"/>
                </a:solidFill>
                <a:latin typeface="Pretendard"/>
                <a:ea typeface="Pretendard"/>
                <a:cs typeface="Pretendard"/>
              </a:defRPr>
            </a:defPPr>
          </a:lstStyle>
          <a:p xmlns:a="http://schemas.openxmlformats.org/drawingml/2006/main">
            <a:pPr algn="l">
              <a:defRPr sz="2175" b="1">
                <a:solidFill>
                  <a:srgbClr val="183E35"/>
                </a:solidFill>
                <a:latin typeface="Pretendard"/>
                <a:ea typeface="Pretendard"/>
                <a:cs typeface="Pretendard"/>
              </a:defRPr>
            </a:pPr>
            <a:r>
              <a:rPr sz="2175" b="1">
                <a:solidFill>
                  <a:srgbClr val="183E35"/>
                </a:solidFill>
                <a:latin typeface="Pretendard"/>
                <a:ea typeface="Pretendard"/>
                <a:cs typeface="Pretendard"/>
              </a:rPr>
              <a:t>임대차</a:t>
            </a:r>
          </a:p>
        </p:txBody>
      </p:sp>
      <p:pic>
        <p:nvPicPr>
          <p:cNvPr id="9" name="">
            <a:extLst xmlns:a="http://schemas.openxmlformats.org/drawingml/2006/main">
              <a:ext uri="{FF2B5EF4-FFF2-40B4-BE49-F238E27FC236}">
                <a16:creationId xmlns:a16="http://schemas.microsoft.com/office/drawing/2014/main" id="{E9173CCA-9A6F-4D09-AF06-A5A7E6164C32}"/>
              </a:ext>
            </a:extLst>
          </p:cNvPr>
          <p:cNvPicPr>
            <a:picLocks xmlns:a="http://schemas.openxmlformats.org/drawingml/2006/main" noChangeAspect="1"/>
          </p:cNvPicPr>
          <p:nvPr/>
        </p:nvPicPr>
        <p:blipFill>
          <a:blip xmlns:r="http://schemas.openxmlformats.org/officeDocument/2006/relationships" xmlns:a="http://schemas.openxmlformats.org/drawingml/2006/main" r:embed="R71219bab95b848e3"/>
          <a:stretch xmlns:a="http://schemas.openxmlformats.org/drawingml/2006/main"/>
        </p:blipFill>
        <p:spPr>
          <a:xfrm xmlns:a="http://schemas.openxmlformats.org/drawingml/2006/main">
            <a:off x="2371725" y="2616782"/>
            <a:ext cx="6229350" cy="357611"/>
          </a:xfrm>
          <a:prstGeom xmlns:a="http://schemas.openxmlformats.org/drawingml/2006/main" prst="rect">
            <a:avLst/>
          </a:prstGeom>
        </p:spPr>
      </p:pic>
      <p:sp>
        <p:nvSpPr>
          <p:cNvPr id="10" name="충청투데이 2026.07.10">
            <a:extLst xmlns:a="http://schemas.openxmlformats.org/drawingml/2006/main">
              <a:ext uri="{FF2B5EF4-FFF2-40B4-BE49-F238E27FC236}">
                <a16:creationId xmlns:a16="http://schemas.microsoft.com/office/drawing/2014/main" id="{1021DC55-6999-42B7-AEBF-004DC602332C}"/>
              </a:ext>
            </a:extLst>
          </p:cNvPr>
          <p:cNvSpPr>
            <a:spLocks xmlns:a="http://schemas.openxmlformats.org/drawingml/2006/main" noGrp="1"/>
          </p:cNvSpPr>
          <p:nvPr/>
        </p:nvSpPr>
        <p:spPr>
          <a:xfrm xmlns:a="http://schemas.openxmlformats.org/drawingml/2006/main">
            <a:off x="2409825" y="3162300"/>
            <a:ext cx="61817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a:solidFill>
                  <a:srgbClr val="687568"/>
                </a:solidFill>
                <a:latin typeface="Pretendard"/>
                <a:ea typeface="Pretendard"/>
                <a:cs typeface="Pretendard"/>
              </a:defRPr>
            </a:defPPr>
          </a:lstStyle>
          <a:p xmlns:a="http://schemas.openxmlformats.org/drawingml/2006/main">
            <a:pPr algn="l">
              <a:defRPr sz="1125">
                <a:solidFill>
                  <a:srgbClr val="687568"/>
                </a:solidFill>
                <a:latin typeface="Pretendard"/>
                <a:ea typeface="Pretendard"/>
                <a:cs typeface="Pretendard"/>
              </a:defRPr>
            </a:pPr>
            <a:r>
              <a:rPr sz="1125">
                <a:solidFill>
                  <a:srgbClr val="687568"/>
                </a:solidFill>
                <a:latin typeface="Pretendard"/>
                <a:ea typeface="Pretendard"/>
                <a:cs typeface="Pretendard"/>
              </a:rPr>
              <a:t>충청투데이 2026.07.10</a:t>
            </a:r>
          </a:p>
        </p:txBody>
      </p:sp>
      <p:sp>
        <p:nvSpPr>
          <p:cNvPr id="11" name="">
            <a:extLst xmlns:a="http://schemas.openxmlformats.org/drawingml/2006/main">
              <a:ext uri="{FF2B5EF4-FFF2-40B4-BE49-F238E27FC236}">
                <a16:creationId xmlns:a16="http://schemas.microsoft.com/office/drawing/2014/main" id="{8B0CF89E-B4B8-47A8-81C9-AA71A36CBE38}"/>
              </a:ext>
            </a:extLst>
          </p:cNvPr>
          <p:cNvSpPr>
            <a:spLocks xmlns:a="http://schemas.openxmlformats.org/drawingml/2006/main" noGrp="1"/>
          </p:cNvSpPr>
          <p:nvPr/>
        </p:nvSpPr>
        <p:spPr>
          <a:xfrm xmlns:a="http://schemas.openxmlformats.org/drawingml/2006/main">
            <a:off x="495300" y="3429000"/>
            <a:ext cx="8096250" cy="0"/>
          </a:xfrm>
          <a:prstGeom xmlns:a="http://schemas.openxmlformats.org/drawingml/2006/main" prst="line">
            <a:avLst/>
          </a:prstGeom>
          <a:noFill xmlns:a="http://schemas.openxmlformats.org/drawingml/2006/main"/>
          <a:ln xmlns:a="http://schemas.openxmlformats.org/drawingml/2006/main" w="9525">
            <a:solidFill>
              <a:srgbClr val="D2DCD6"/>
            </a:solidFill>
          </a:ln>
        </p:spPr>
      </p:sp>
      <p:sp>
        <p:nvSpPr>
          <p:cNvPr id="12" name="41.85억원">
            <a:extLst xmlns:a="http://schemas.openxmlformats.org/drawingml/2006/main">
              <a:ext uri="{FF2B5EF4-FFF2-40B4-BE49-F238E27FC236}">
                <a16:creationId xmlns:a16="http://schemas.microsoft.com/office/drawing/2014/main" id="{29DFAD05-BB40-468A-A3DF-0FC7596A1A3A}"/>
              </a:ext>
            </a:extLst>
          </p:cNvPr>
          <p:cNvSpPr>
            <a:spLocks xmlns:a="http://schemas.openxmlformats.org/drawingml/2006/main" noGrp="1"/>
          </p:cNvSpPr>
          <p:nvPr/>
        </p:nvSpPr>
        <p:spPr>
          <a:xfrm xmlns:a="http://schemas.openxmlformats.org/drawingml/2006/main">
            <a:off x="495300" y="3609975"/>
            <a:ext cx="187642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50" b="1">
                <a:solidFill>
                  <a:srgbClr val="A85437"/>
                </a:solidFill>
                <a:latin typeface="Pretendard"/>
                <a:ea typeface="Pretendard"/>
                <a:cs typeface="Pretendard"/>
              </a:defRPr>
            </a:defPPr>
          </a:lstStyle>
          <a:p xmlns:a="http://schemas.openxmlformats.org/drawingml/2006/main">
            <a:pPr algn="l">
              <a:defRPr sz="2250" b="1">
                <a:solidFill>
                  <a:srgbClr val="A85437"/>
                </a:solidFill>
                <a:latin typeface="Pretendard"/>
                <a:ea typeface="Pretendard"/>
                <a:cs typeface="Pretendard"/>
              </a:defRPr>
            </a:pPr>
            <a:r>
              <a:rPr sz="2250" b="1">
                <a:solidFill>
                  <a:srgbClr val="A85437"/>
                </a:solidFill>
                <a:latin typeface="Pretendard"/>
                <a:ea typeface="Pretendard"/>
                <a:cs typeface="Pretendard"/>
              </a:rPr>
              <a:t>41.85억원</a:t>
            </a:r>
          </a:p>
        </p:txBody>
      </p:sp>
      <p:pic>
        <p:nvPicPr>
          <p:cNvPr id="13" name="">
            <a:extLst xmlns:a="http://schemas.openxmlformats.org/drawingml/2006/main">
              <a:ext uri="{FF2B5EF4-FFF2-40B4-BE49-F238E27FC236}">
                <a16:creationId xmlns:a16="http://schemas.microsoft.com/office/drawing/2014/main" id="{670D3396-9CA2-4F06-A3AD-36DD3299997C}"/>
              </a:ext>
            </a:extLst>
          </p:cNvPr>
          <p:cNvPicPr>
            <a:picLocks xmlns:a="http://schemas.openxmlformats.org/drawingml/2006/main" noChangeAspect="1"/>
          </p:cNvPicPr>
          <p:nvPr/>
        </p:nvPicPr>
        <p:blipFill>
          <a:blip xmlns:r="http://schemas.openxmlformats.org/officeDocument/2006/relationships" xmlns:a="http://schemas.openxmlformats.org/drawingml/2006/main" r:embed="Rafe0a1008be449ef"/>
          <a:stretch xmlns:a="http://schemas.openxmlformats.org/drawingml/2006/main"/>
        </p:blipFill>
        <p:spPr>
          <a:xfrm xmlns:a="http://schemas.openxmlformats.org/drawingml/2006/main">
            <a:off x="3100699" y="3524250"/>
            <a:ext cx="4771402" cy="638175"/>
          </a:xfrm>
          <a:prstGeom xmlns:a="http://schemas.openxmlformats.org/drawingml/2006/main" prst="rect">
            <a:avLst/>
          </a:prstGeom>
        </p:spPr>
      </p:pic>
      <p:sp>
        <p:nvSpPr>
          <p:cNvPr id="14" name="한경BUSINESS 2026.07.24 · 토지 매매대금">
            <a:extLst xmlns:a="http://schemas.openxmlformats.org/drawingml/2006/main">
              <a:ext uri="{FF2B5EF4-FFF2-40B4-BE49-F238E27FC236}">
                <a16:creationId xmlns:a16="http://schemas.microsoft.com/office/drawing/2014/main" id="{3C4CE373-A646-432F-A716-BAE79C6F19ED}"/>
              </a:ext>
            </a:extLst>
          </p:cNvPr>
          <p:cNvSpPr>
            <a:spLocks xmlns:a="http://schemas.openxmlformats.org/drawingml/2006/main" noGrp="1"/>
          </p:cNvSpPr>
          <p:nvPr/>
        </p:nvSpPr>
        <p:spPr>
          <a:xfrm xmlns:a="http://schemas.openxmlformats.org/drawingml/2006/main">
            <a:off x="2409825" y="4210050"/>
            <a:ext cx="61817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a:solidFill>
                  <a:srgbClr val="687568"/>
                </a:solidFill>
                <a:latin typeface="Pretendard"/>
                <a:ea typeface="Pretendard"/>
                <a:cs typeface="Pretendard"/>
              </a:defRPr>
            </a:defPPr>
          </a:lstStyle>
          <a:p xmlns:a="http://schemas.openxmlformats.org/drawingml/2006/main">
            <a:pPr algn="l">
              <a:defRPr sz="1125">
                <a:solidFill>
                  <a:srgbClr val="687568"/>
                </a:solidFill>
                <a:latin typeface="Pretendard"/>
                <a:ea typeface="Pretendard"/>
                <a:cs typeface="Pretendard"/>
              </a:defRPr>
            </a:pPr>
            <a:r>
              <a:rPr sz="1125">
                <a:solidFill>
                  <a:srgbClr val="687568"/>
                </a:solidFill>
                <a:latin typeface="Pretendard"/>
                <a:ea typeface="Pretendard"/>
                <a:cs typeface="Pretendard"/>
              </a:rPr>
              <a:t>한경BUSINESS 2026.07.24 · 토지 매매대금</a:t>
            </a:r>
          </a:p>
        </p:txBody>
      </p:sp>
    </p:spTree>
    <p:extLst>
      <p:ext uri="{BB962C8B-B14F-4D97-AF65-F5344CB8AC3E}">
        <p14:creationId xmlns:p14="http://schemas.microsoft.com/office/powerpoint/2010/main" val="57852436"/>
      </p:ext>
    </p:extLst>
  </p:cSld>
</p:sld>
</file>

<file path=ppt/slides/slide8.xml><?xml version="1.0" encoding="utf-8"?>
<p:sld xmlns:p="http://schemas.openxmlformats.org/presentationml/2006/main">
  <p:cSld>
    <p:bg>
      <p:bgPr>
        <a:solidFill xmlns:a="http://schemas.openxmlformats.org/drawingml/2006/main">
          <a:srgbClr val="F5F2E9"/>
        </a:solidFill>
      </p:bgPr>
    </p:bg>
    <p:spTree>
      <p:nvGrpSpPr>
        <p:cNvPr id="1" name=""/>
        <p:cNvGrpSpPr/>
        <p:nvPr/>
      </p:nvGrpSpPr>
      <p:grpSpPr>
        <a:xfrm xmlns:a="http://schemas.openxmlformats.org/drawingml/2006/main"/>
      </p:grpSpPr>
      <p:sp>
        <p:nvSpPr>
          <p:cNvPr id="9" name="공개 판례 검색">
            <a:extLst xmlns:a="http://schemas.openxmlformats.org/drawingml/2006/main">
              <a:ext uri="{FF2B5EF4-FFF2-40B4-BE49-F238E27FC236}">
                <a16:creationId xmlns:a16="http://schemas.microsoft.com/office/drawing/2014/main" id="{7AD0D561-CF92-4731-8C41-D588D3235B57}"/>
              </a:ext>
            </a:extLst>
          </p:cNvPr>
          <p:cNvSpPr>
            <a:spLocks xmlns:a="http://schemas.openxmlformats.org/drawingml/2006/main" noGrp="1"/>
          </p:cNvSpPr>
          <p:nvPr/>
        </p:nvSpPr>
        <p:spPr>
          <a:xfrm xmlns:a="http://schemas.openxmlformats.org/drawingml/2006/main">
            <a:off x="504825" y="257175"/>
            <a:ext cx="6286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a:solidFill>
                  <a:srgbClr val="687568"/>
                </a:solidFill>
                <a:latin typeface="Pretendard"/>
                <a:ea typeface="Pretendard"/>
                <a:cs typeface="Pretendard"/>
              </a:defRPr>
            </a:defPPr>
          </a:lstStyle>
          <a:p xmlns:a="http://schemas.openxmlformats.org/drawingml/2006/main">
            <a:pPr algn="l">
              <a:defRPr sz="1050">
                <a:solidFill>
                  <a:srgbClr val="687568"/>
                </a:solidFill>
                <a:latin typeface="Pretendard"/>
                <a:ea typeface="Pretendard"/>
                <a:cs typeface="Pretendard"/>
              </a:defRPr>
            </a:pPr>
            <a:r>
              <a:rPr sz="1050">
                <a:solidFill>
                  <a:srgbClr val="687568"/>
                </a:solidFill>
                <a:latin typeface="Pretendard"/>
                <a:ea typeface="Pretendard"/>
                <a:cs typeface="Pretendard"/>
              </a:rPr>
              <a:t>공개 판례 검색</a:t>
            </a:r>
          </a:p>
        </p:txBody>
      </p:sp>
      <p:sp>
        <p:nvSpPr>
          <p:cNvPr id="2" name="공개 판례에 남은 종중 문제">
            <a:extLst xmlns:a="http://schemas.openxmlformats.org/drawingml/2006/main">
              <a:ext uri="{FF2B5EF4-FFF2-40B4-BE49-F238E27FC236}">
                <a16:creationId xmlns:a16="http://schemas.microsoft.com/office/drawing/2014/main" id="{061D7C37-A7DD-4841-9BF6-29AAC1AB7B6C}"/>
              </a:ext>
            </a:extLst>
          </p:cNvPr>
          <p:cNvSpPr>
            <a:spLocks xmlns:a="http://schemas.openxmlformats.org/drawingml/2006/main" noGrp="1"/>
          </p:cNvSpPr>
          <p:nvPr/>
        </p:nvSpPr>
        <p:spPr>
          <a:xfrm xmlns:a="http://schemas.openxmlformats.org/drawingml/2006/main">
            <a:off x="476250" y="628650"/>
            <a:ext cx="82486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000" b="1">
                <a:solidFill>
                  <a:srgbClr val="183E35"/>
                </a:solidFill>
                <a:latin typeface="Pretendard"/>
                <a:ea typeface="Pretendard"/>
                <a:cs typeface="Pretendard"/>
              </a:defRPr>
            </a:defPPr>
          </a:lstStyle>
          <a:p xmlns:a="http://schemas.openxmlformats.org/drawingml/2006/main">
            <a:pPr algn="l">
              <a:defRPr sz="3000" b="1">
                <a:solidFill>
                  <a:srgbClr val="183E35"/>
                </a:solidFill>
                <a:latin typeface="Pretendard"/>
                <a:ea typeface="Pretendard"/>
                <a:cs typeface="Pretendard"/>
              </a:defRPr>
            </a:pPr>
            <a:r>
              <a:rPr sz="3000" b="1">
                <a:solidFill>
                  <a:srgbClr val="183E35"/>
                </a:solidFill>
                <a:latin typeface="Pretendard"/>
                <a:ea typeface="Pretendard"/>
                <a:cs typeface="Pretendard"/>
              </a:rPr>
              <a:t>공개 판례에 남은 종중 문제</a:t>
            </a:r>
          </a:p>
        </p:txBody>
      </p:sp>
      <p:sp>
        <p:nvSpPr>
          <p:cNvPr id="3" name="08">
            <a:extLst xmlns:a="http://schemas.openxmlformats.org/drawingml/2006/main">
              <a:ext uri="{FF2B5EF4-FFF2-40B4-BE49-F238E27FC236}">
                <a16:creationId xmlns:a16="http://schemas.microsoft.com/office/drawing/2014/main" id="{D73ECD36-68C3-43E7-9F26-C9FAC398398E}"/>
              </a:ext>
            </a:extLst>
          </p:cNvPr>
          <p:cNvSpPr>
            <a:spLocks xmlns:a="http://schemas.openxmlformats.org/drawingml/2006/main" noGrp="1"/>
          </p:cNvSpPr>
          <p:nvPr/>
        </p:nvSpPr>
        <p:spPr>
          <a:xfrm xmlns:a="http://schemas.openxmlformats.org/drawingml/2006/main">
            <a:off x="8534400" y="4781550"/>
            <a:ext cx="2952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975" b="0">
                <a:solidFill>
                  <a:srgbClr val="687568"/>
                </a:solidFill>
                <a:latin typeface="Pretendard"/>
                <a:ea typeface="Pretendard"/>
                <a:cs typeface="Pretendard"/>
              </a:defRPr>
            </a:defPPr>
          </a:lstStyle>
          <a:p xmlns:a="http://schemas.openxmlformats.org/drawingml/2006/main">
            <a:pPr algn="r">
              <a:defRPr sz="975" b="0">
                <a:solidFill>
                  <a:srgbClr val="687568"/>
                </a:solidFill>
                <a:latin typeface="Pretendard"/>
                <a:ea typeface="Pretendard"/>
                <a:cs typeface="Pretendard"/>
              </a:defRPr>
            </a:pPr>
            <a:r>
              <a:rPr sz="975" b="0">
                <a:solidFill>
                  <a:srgbClr val="687568"/>
                </a:solidFill>
                <a:latin typeface="Pretendard"/>
                <a:ea typeface="Pretendard"/>
                <a:cs typeface="Pretendard"/>
              </a:rPr>
              <a:t>08</a:t>
            </a:r>
          </a:p>
        </p:txBody>
      </p:sp>
      <p:sp>
        <p:nvSpPr>
          <p:cNvPr id="4" name="1,416">
            <a:extLst xmlns:a="http://schemas.openxmlformats.org/drawingml/2006/main">
              <a:ext uri="{FF2B5EF4-FFF2-40B4-BE49-F238E27FC236}">
                <a16:creationId xmlns:a16="http://schemas.microsoft.com/office/drawing/2014/main" id="{DA4270B7-D7EF-477B-820E-E32DA9026325}"/>
              </a:ext>
            </a:extLst>
          </p:cNvPr>
          <p:cNvSpPr>
            <a:spLocks xmlns:a="http://schemas.openxmlformats.org/drawingml/2006/main" noGrp="1"/>
          </p:cNvSpPr>
          <p:nvPr/>
        </p:nvSpPr>
        <p:spPr>
          <a:xfrm xmlns:a="http://schemas.openxmlformats.org/drawingml/2006/main">
            <a:off x="457200" y="1704975"/>
            <a:ext cx="26860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7725" b="1">
                <a:solidFill>
                  <a:srgbClr val="183E35"/>
                </a:solidFill>
                <a:latin typeface="Pretendard"/>
                <a:ea typeface="Pretendard"/>
                <a:cs typeface="Pretendard"/>
              </a:defRPr>
            </a:defPPr>
          </a:lstStyle>
          <a:p xmlns:a="http://schemas.openxmlformats.org/drawingml/2006/main">
            <a:pPr algn="l">
              <a:defRPr sz="7725" b="1">
                <a:solidFill>
                  <a:srgbClr val="183E35"/>
                </a:solidFill>
                <a:latin typeface="Pretendard"/>
                <a:ea typeface="Pretendard"/>
                <a:cs typeface="Pretendard"/>
              </a:defRPr>
            </a:pPr>
            <a:r>
              <a:rPr sz="7725" b="1">
                <a:solidFill>
                  <a:srgbClr val="183E35"/>
                </a:solidFill>
                <a:latin typeface="Pretendard"/>
                <a:ea typeface="Pretendard"/>
                <a:cs typeface="Pretendard"/>
              </a:rPr>
              <a:t>1,416</a:t>
            </a:r>
          </a:p>
        </p:txBody>
      </p:sp>
      <p:sp>
        <p:nvSpPr>
          <p:cNvPr id="5" name="기간 제한 없는 전체 검색">
            <a:extLst xmlns:a="http://schemas.openxmlformats.org/drawingml/2006/main">
              <a:ext uri="{FF2B5EF4-FFF2-40B4-BE49-F238E27FC236}">
                <a16:creationId xmlns:a16="http://schemas.microsoft.com/office/drawing/2014/main" id="{386A0240-13F8-4A59-91EC-250A4534423E}"/>
              </a:ext>
            </a:extLst>
          </p:cNvPr>
          <p:cNvSpPr>
            <a:spLocks xmlns:a="http://schemas.openxmlformats.org/drawingml/2006/main" noGrp="1"/>
          </p:cNvSpPr>
          <p:nvPr/>
        </p:nvSpPr>
        <p:spPr>
          <a:xfrm xmlns:a="http://schemas.openxmlformats.org/drawingml/2006/main">
            <a:off x="504825" y="3133725"/>
            <a:ext cx="25527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a:solidFill>
                  <a:srgbClr val="183E35"/>
                </a:solidFill>
                <a:latin typeface="Pretendard"/>
                <a:ea typeface="Pretendard"/>
                <a:cs typeface="Pretendard"/>
              </a:defRPr>
            </a:defPPr>
          </a:lstStyle>
          <a:p xmlns:a="http://schemas.openxmlformats.org/drawingml/2006/main">
            <a:pPr algn="l">
              <a:defRPr sz="1425">
                <a:solidFill>
                  <a:srgbClr val="183E35"/>
                </a:solidFill>
                <a:latin typeface="Pretendard"/>
                <a:ea typeface="Pretendard"/>
                <a:cs typeface="Pretendard"/>
              </a:defRPr>
            </a:pPr>
            <a:r>
              <a:rPr sz="1425">
                <a:solidFill>
                  <a:srgbClr val="183E35"/>
                </a:solidFill>
                <a:latin typeface="Pretendard"/>
                <a:ea typeface="Pretendard"/>
                <a:cs typeface="Pretendard"/>
              </a:rPr>
              <a:t>기간 제한 없는 전체 검색</a:t>
            </a:r>
          </a:p>
        </p:txBody>
      </p:sp>
      <p:sp>
        <p:nvSpPr>
          <p:cNvPr id="6" name="2026.10.09 조회">
            <a:extLst xmlns:a="http://schemas.openxmlformats.org/drawingml/2006/main">
              <a:ext uri="{FF2B5EF4-FFF2-40B4-BE49-F238E27FC236}">
                <a16:creationId xmlns:a16="http://schemas.microsoft.com/office/drawing/2014/main" id="{568A70CA-FE17-451C-951C-2B4860241EE4}"/>
              </a:ext>
            </a:extLst>
          </p:cNvPr>
          <p:cNvSpPr>
            <a:spLocks xmlns:a="http://schemas.openxmlformats.org/drawingml/2006/main" noGrp="1"/>
          </p:cNvSpPr>
          <p:nvPr/>
        </p:nvSpPr>
        <p:spPr>
          <a:xfrm xmlns:a="http://schemas.openxmlformats.org/drawingml/2006/main">
            <a:off x="504825" y="3581400"/>
            <a:ext cx="2419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00">
                <a:solidFill>
                  <a:srgbClr val="687568"/>
                </a:solidFill>
                <a:latin typeface="Pretendard"/>
                <a:ea typeface="Pretendard"/>
                <a:cs typeface="Pretendard"/>
              </a:defRPr>
            </a:defPPr>
          </a:lstStyle>
          <a:p xmlns:a="http://schemas.openxmlformats.org/drawingml/2006/main">
            <a:pPr algn="l">
              <a:defRPr sz="1200">
                <a:solidFill>
                  <a:srgbClr val="687568"/>
                </a:solidFill>
                <a:latin typeface="Pretendard"/>
                <a:ea typeface="Pretendard"/>
                <a:cs typeface="Pretendard"/>
              </a:defRPr>
            </a:pPr>
            <a:r>
              <a:rPr sz="1200">
                <a:solidFill>
                  <a:srgbClr val="687568"/>
                </a:solidFill>
                <a:latin typeface="Pretendard"/>
                <a:ea typeface="Pretendard"/>
                <a:cs typeface="Pretendard"/>
              </a:rPr>
              <a:t>2026.10.09 조회</a:t>
            </a:r>
          </a:p>
        </p:txBody>
      </p:sp>
      <p:sp>
        <p:nvSpPr>
          <p:cNvPr id="7" name="선고연도별 검색 건수">
            <a:extLst xmlns:a="http://schemas.openxmlformats.org/drawingml/2006/main">
              <a:ext uri="{FF2B5EF4-FFF2-40B4-BE49-F238E27FC236}">
                <a16:creationId xmlns:a16="http://schemas.microsoft.com/office/drawing/2014/main" id="{E4194DB9-BB57-439B-A3AD-F81478613ABC}"/>
              </a:ext>
            </a:extLst>
          </p:cNvPr>
          <p:cNvSpPr>
            <a:spLocks xmlns:a="http://schemas.openxmlformats.org/drawingml/2006/main" noGrp="1"/>
          </p:cNvSpPr>
          <p:nvPr/>
        </p:nvSpPr>
        <p:spPr>
          <a:xfrm xmlns:a="http://schemas.openxmlformats.org/drawingml/2006/main">
            <a:off x="3362325" y="1381125"/>
            <a:ext cx="50387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1">
                <a:solidFill>
                  <a:srgbClr val="183E35"/>
                </a:solidFill>
                <a:latin typeface="Pretendard"/>
                <a:ea typeface="Pretendard"/>
                <a:cs typeface="Pretendard"/>
              </a:defRPr>
            </a:defPPr>
          </a:lstStyle>
          <a:p xmlns:a="http://schemas.openxmlformats.org/drawingml/2006/main">
            <a:pPr algn="l">
              <a:defRPr sz="1575" b="1">
                <a:solidFill>
                  <a:srgbClr val="183E35"/>
                </a:solidFill>
                <a:latin typeface="Pretendard"/>
                <a:ea typeface="Pretendard"/>
                <a:cs typeface="Pretendard"/>
              </a:defRPr>
            </a:pPr>
            <a:r>
              <a:rPr sz="1575" b="1">
                <a:solidFill>
                  <a:srgbClr val="183E35"/>
                </a:solidFill>
                <a:latin typeface="Pretendard"/>
                <a:ea typeface="Pretendard"/>
                <a:cs typeface="Pretendard"/>
              </a:rPr>
              <a:t>선고연도별 검색 건수</a:t>
            </a:r>
          </a:p>
        </p:txBody>
      </p:sp>
      <p:graphicFrame>
        <p:nvGraphicFramePr>
          <p:cNvPr id="8" name="Chart">
            <a:extLst xmlns:a="http://schemas.openxmlformats.org/drawingml/2006/main">
              <a:ext uri="{FF2B5EF4-FFF2-40B4-BE49-F238E27FC236}">
                <a16:creationId xmlns:a16="http://schemas.microsoft.com/office/drawing/2014/main" id="{36F6066C-3389-4CBA-B71C-A9BF7929AFE7}"/>
              </a:ext>
            </a:extLst>
          </p:cNvPr>
          <p:cNvGraphicFramePr/>
          <p:nvPr/>
        </p:nvGraphicFramePr>
        <p:xfrm>
          <a:off xmlns:a="http://schemas.openxmlformats.org/drawingml/2006/main" x="3257550" y="1752600"/>
          <a:ext xmlns:a="http://schemas.openxmlformats.org/drawingml/2006/main" cx="5410200" cy="2524125"/>
        </p:xfrm>
        <a:graphic xmlns:a="http://schemas.openxmlformats.org/drawingml/2006/main">
          <a:graphicData uri="http://schemas.openxmlformats.org/drawingml/2006/chart">
            <c:chart xmlns:r="http://schemas.openxmlformats.org/officeDocument/2006/relationships" xmlns:c="http://schemas.openxmlformats.org/drawingml/2006/chart" r:id="R3d3fa1054d204bd1"/>
          </a:graphicData>
        </a:graphic>
      </p:graphicFrame>
    </p:spTree>
    <p:extLst>
      <p:ext uri="{BB962C8B-B14F-4D97-AF65-F5344CB8AC3E}">
        <p14:creationId xmlns:p14="http://schemas.microsoft.com/office/powerpoint/2010/main" val="1629484349"/>
      </p:ext>
    </p:extLst>
  </p:cSld>
</p:sld>
</file>

<file path=ppt/slides/slide9.xml><?xml version="1.0" encoding="utf-8"?>
<p:sld xmlns:p="http://schemas.openxmlformats.org/presentationml/2006/main">
  <p:cSld>
    <p:bg>
      <p:bgPr>
        <a:solidFill xmlns:a="http://schemas.openxmlformats.org/drawingml/2006/main">
          <a:srgbClr val="F5F2E9"/>
        </a:solidFill>
      </p:bgPr>
    </p:bg>
    <p:spTree>
      <p:nvGrpSpPr>
        <p:cNvPr id="1" name=""/>
        <p:cNvGrpSpPr/>
        <p:nvPr/>
      </p:nvGrpSpPr>
      <p:grpSpPr>
        <a:xfrm xmlns:a="http://schemas.openxmlformats.org/drawingml/2006/main"/>
      </p:grpSpPr>
      <p:sp>
        <p:nvSpPr>
          <p:cNvPr id="14" name="결국, 누군가 이어받는 일">
            <a:extLst xmlns:a="http://schemas.openxmlformats.org/drawingml/2006/main">
              <a:ext uri="{FF2B5EF4-FFF2-40B4-BE49-F238E27FC236}">
                <a16:creationId xmlns:a16="http://schemas.microsoft.com/office/drawing/2014/main" id="{DB570872-9013-4238-B703-544DB88CE62E}"/>
              </a:ext>
            </a:extLst>
          </p:cNvPr>
          <p:cNvSpPr>
            <a:spLocks xmlns:a="http://schemas.openxmlformats.org/drawingml/2006/main" noGrp="1"/>
          </p:cNvSpPr>
          <p:nvPr/>
        </p:nvSpPr>
        <p:spPr>
          <a:xfrm xmlns:a="http://schemas.openxmlformats.org/drawingml/2006/main">
            <a:off x="476250" y="628650"/>
            <a:ext cx="82486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000" b="1">
                <a:solidFill>
                  <a:srgbClr val="183E35"/>
                </a:solidFill>
                <a:latin typeface="Pretendard"/>
                <a:ea typeface="Pretendard"/>
                <a:cs typeface="Pretendard"/>
              </a:defRPr>
            </a:defPPr>
          </a:lstStyle>
          <a:p xmlns:a="http://schemas.openxmlformats.org/drawingml/2006/main">
            <a:pPr algn="l">
              <a:defRPr sz="3000" b="1">
                <a:solidFill>
                  <a:srgbClr val="183E35"/>
                </a:solidFill>
                <a:latin typeface="Pretendard"/>
                <a:ea typeface="Pretendard"/>
                <a:cs typeface="Pretendard"/>
              </a:defRPr>
            </a:pPr>
            <a:r>
              <a:rPr sz="3000" b="1">
                <a:solidFill>
                  <a:srgbClr val="183E35"/>
                </a:solidFill>
                <a:latin typeface="Pretendard"/>
                <a:ea typeface="Pretendard"/>
                <a:cs typeface="Pretendard"/>
              </a:rPr>
              <a:t>결국, 누군가 이어받는 일</a:t>
            </a:r>
          </a:p>
        </p:txBody>
      </p:sp>
      <p:sp>
        <p:nvSpPr>
          <p:cNvPr id="2" name="09">
            <a:extLst xmlns:a="http://schemas.openxmlformats.org/drawingml/2006/main">
              <a:ext uri="{FF2B5EF4-FFF2-40B4-BE49-F238E27FC236}">
                <a16:creationId xmlns:a16="http://schemas.microsoft.com/office/drawing/2014/main" id="{649D6677-A00B-403C-97EF-8235371E7598}"/>
              </a:ext>
            </a:extLst>
          </p:cNvPr>
          <p:cNvSpPr>
            <a:spLocks xmlns:a="http://schemas.openxmlformats.org/drawingml/2006/main" noGrp="1"/>
          </p:cNvSpPr>
          <p:nvPr/>
        </p:nvSpPr>
        <p:spPr>
          <a:xfrm xmlns:a="http://schemas.openxmlformats.org/drawingml/2006/main">
            <a:off x="8534400" y="4781550"/>
            <a:ext cx="2952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975" b="0">
                <a:solidFill>
                  <a:srgbClr val="687568"/>
                </a:solidFill>
                <a:latin typeface="Pretendard"/>
                <a:ea typeface="Pretendard"/>
                <a:cs typeface="Pretendard"/>
              </a:defRPr>
            </a:defPPr>
          </a:lstStyle>
          <a:p xmlns:a="http://schemas.openxmlformats.org/drawingml/2006/main">
            <a:pPr algn="r">
              <a:defRPr sz="975" b="0">
                <a:solidFill>
                  <a:srgbClr val="687568"/>
                </a:solidFill>
                <a:latin typeface="Pretendard"/>
                <a:ea typeface="Pretendard"/>
                <a:cs typeface="Pretendard"/>
              </a:defRPr>
            </a:pPr>
            <a:r>
              <a:rPr sz="975" b="0">
                <a:solidFill>
                  <a:srgbClr val="687568"/>
                </a:solidFill>
                <a:latin typeface="Pretendard"/>
                <a:ea typeface="Pretendard"/>
                <a:cs typeface="Pretendard"/>
              </a:rPr>
              <a:t>09</a:t>
            </a:r>
          </a:p>
        </p:txBody>
      </p:sp>
      <p:pic>
        <p:nvPicPr>
          <p:cNvPr id="3" name="">
            <a:extLst xmlns:a="http://schemas.openxmlformats.org/drawingml/2006/main">
              <a:ext uri="{FF2B5EF4-FFF2-40B4-BE49-F238E27FC236}">
                <a16:creationId xmlns:a16="http://schemas.microsoft.com/office/drawing/2014/main" id="{243C313B-7609-46FB-BA85-548FAA1853D1}"/>
              </a:ext>
            </a:extLst>
          </p:cNvPr>
          <p:cNvPicPr>
            <a:picLocks xmlns:a="http://schemas.openxmlformats.org/drawingml/2006/main" noChangeAspect="1"/>
          </p:cNvPicPr>
          <p:nvPr/>
        </p:nvPicPr>
        <p:blipFill>
          <a:blip xmlns:r="http://schemas.openxmlformats.org/officeDocument/2006/relationships" xmlns:a="http://schemas.openxmlformats.org/drawingml/2006/main" r:embed="R245af764ed6a40f9"/>
          <a:stretch xmlns:a="http://schemas.openxmlformats.org/drawingml/2006/main"/>
        </p:blipFill>
        <p:spPr>
          <a:xfrm xmlns:a="http://schemas.openxmlformats.org/drawingml/2006/main">
            <a:off x="1266825" y="1676400"/>
            <a:ext cx="914400" cy="914400"/>
          </a:xfrm>
          <a:prstGeom xmlns:a="http://schemas.openxmlformats.org/drawingml/2006/main" prst="rect">
            <a:avLst/>
          </a:prstGeom>
        </p:spPr>
      </p:pic>
      <p:sp>
        <p:nvSpPr>
          <p:cNvPr id="4" name="과거의 유산">
            <a:extLst xmlns:a="http://schemas.openxmlformats.org/drawingml/2006/main">
              <a:ext uri="{FF2B5EF4-FFF2-40B4-BE49-F238E27FC236}">
                <a16:creationId xmlns:a16="http://schemas.microsoft.com/office/drawing/2014/main" id="{5CB12E43-5F3E-4DAA-BA42-8554FFC8BD79}"/>
              </a:ext>
            </a:extLst>
          </p:cNvPr>
          <p:cNvSpPr>
            <a:spLocks xmlns:a="http://schemas.openxmlformats.org/drawingml/2006/main" noGrp="1"/>
          </p:cNvSpPr>
          <p:nvPr/>
        </p:nvSpPr>
        <p:spPr>
          <a:xfrm xmlns:a="http://schemas.openxmlformats.org/drawingml/2006/main">
            <a:off x="542925" y="3067050"/>
            <a:ext cx="246697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250" b="1">
                <a:solidFill>
                  <a:srgbClr val="183E35"/>
                </a:solidFill>
                <a:latin typeface="Pretendard"/>
                <a:ea typeface="Pretendard"/>
                <a:cs typeface="Pretendard"/>
              </a:defRPr>
            </a:defPPr>
          </a:lstStyle>
          <a:p xmlns:a="http://schemas.openxmlformats.org/drawingml/2006/main">
            <a:pPr algn="ctr">
              <a:defRPr sz="2250" b="1">
                <a:solidFill>
                  <a:srgbClr val="183E35"/>
                </a:solidFill>
                <a:latin typeface="Pretendard"/>
                <a:ea typeface="Pretendard"/>
                <a:cs typeface="Pretendard"/>
              </a:defRPr>
            </a:pPr>
            <a:r>
              <a:rPr sz="2250" b="1">
                <a:solidFill>
                  <a:srgbClr val="183E35"/>
                </a:solidFill>
                <a:latin typeface="Pretendard"/>
                <a:ea typeface="Pretendard"/>
                <a:cs typeface="Pretendard"/>
              </a:rPr>
              <a:t>과거의 유산</a:t>
            </a:r>
          </a:p>
        </p:txBody>
      </p:sp>
      <p:sp>
        <p:nvSpPr>
          <p:cNvPr id="5" name="공동재산">
            <a:extLst xmlns:a="http://schemas.openxmlformats.org/drawingml/2006/main">
              <a:ext uri="{FF2B5EF4-FFF2-40B4-BE49-F238E27FC236}">
                <a16:creationId xmlns:a16="http://schemas.microsoft.com/office/drawing/2014/main" id="{926AD3C2-58AD-44DB-9047-07A2D4149D99}"/>
              </a:ext>
            </a:extLst>
          </p:cNvPr>
          <p:cNvSpPr>
            <a:spLocks xmlns:a="http://schemas.openxmlformats.org/drawingml/2006/main" noGrp="1"/>
          </p:cNvSpPr>
          <p:nvPr/>
        </p:nvSpPr>
        <p:spPr>
          <a:xfrm xmlns:a="http://schemas.openxmlformats.org/drawingml/2006/main">
            <a:off x="542925" y="3714750"/>
            <a:ext cx="246697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575">
                <a:solidFill>
                  <a:srgbClr val="687568"/>
                </a:solidFill>
                <a:latin typeface="Pretendard"/>
                <a:ea typeface="Pretendard"/>
                <a:cs typeface="Pretendard"/>
              </a:defRPr>
            </a:defPPr>
          </a:lstStyle>
          <a:p xmlns:a="http://schemas.openxmlformats.org/drawingml/2006/main">
            <a:pPr algn="ctr">
              <a:defRPr sz="1575">
                <a:solidFill>
                  <a:srgbClr val="687568"/>
                </a:solidFill>
                <a:latin typeface="Pretendard"/>
                <a:ea typeface="Pretendard"/>
                <a:cs typeface="Pretendard"/>
              </a:defRPr>
            </a:pPr>
            <a:r>
              <a:rPr sz="1575">
                <a:solidFill>
                  <a:srgbClr val="687568"/>
                </a:solidFill>
                <a:latin typeface="Pretendard"/>
                <a:ea typeface="Pretendard"/>
                <a:cs typeface="Pretendard"/>
              </a:rPr>
              <a:t>공동재산</a:t>
            </a:r>
          </a:p>
        </p:txBody>
      </p:sp>
      <p:sp>
        <p:nvSpPr>
          <p:cNvPr id="6" name="">
            <a:extLst xmlns:a="http://schemas.openxmlformats.org/drawingml/2006/main">
              <a:ext uri="{FF2B5EF4-FFF2-40B4-BE49-F238E27FC236}">
                <a16:creationId xmlns:a16="http://schemas.microsoft.com/office/drawing/2014/main" id="{6A554D92-9A91-4CDE-AF79-B45999374D20}"/>
              </a:ext>
            </a:extLst>
          </p:cNvPr>
          <p:cNvSpPr>
            <a:spLocks xmlns:a="http://schemas.openxmlformats.org/drawingml/2006/main" noGrp="1"/>
          </p:cNvSpPr>
          <p:nvPr/>
        </p:nvSpPr>
        <p:spPr>
          <a:xfrm xmlns:a="http://schemas.openxmlformats.org/drawingml/2006/main">
            <a:off x="3000375" y="2066925"/>
            <a:ext cx="333375" cy="133350"/>
          </a:xfrm>
          <a:prstGeom xmlns:a="http://schemas.openxmlformats.org/drawingml/2006/main" prst="rightArrow">
            <a:avLst/>
          </a:prstGeom>
          <a:solidFill xmlns:a="http://schemas.openxmlformats.org/drawingml/2006/main">
            <a:srgbClr val="567D89"/>
          </a:solidFill>
          <a:ln xmlns:a="http://schemas.openxmlformats.org/drawingml/2006/main" w="0">
            <a:noFill/>
          </a:ln>
        </p:spPr>
      </p:sp>
      <p:pic>
        <p:nvPicPr>
          <p:cNvPr id="7" name="">
            <a:extLst xmlns:a="http://schemas.openxmlformats.org/drawingml/2006/main">
              <a:ext uri="{FF2B5EF4-FFF2-40B4-BE49-F238E27FC236}">
                <a16:creationId xmlns:a16="http://schemas.microsoft.com/office/drawing/2014/main" id="{DF57FB69-4F78-46E6-86F3-0CBBC0BE56E1}"/>
              </a:ext>
            </a:extLst>
          </p:cNvPr>
          <p:cNvPicPr>
            <a:picLocks xmlns:a="http://schemas.openxmlformats.org/drawingml/2006/main" noChangeAspect="1"/>
          </p:cNvPicPr>
          <p:nvPr/>
        </p:nvPicPr>
        <p:blipFill>
          <a:blip xmlns:r="http://schemas.openxmlformats.org/officeDocument/2006/relationships" xmlns:a="http://schemas.openxmlformats.org/drawingml/2006/main" r:embed="Rcd2b54ae149b4690"/>
          <a:stretch xmlns:a="http://schemas.openxmlformats.org/drawingml/2006/main"/>
        </p:blipFill>
        <p:spPr>
          <a:xfrm xmlns:a="http://schemas.openxmlformats.org/drawingml/2006/main">
            <a:off x="4095750" y="1676400"/>
            <a:ext cx="914400" cy="914400"/>
          </a:xfrm>
          <a:prstGeom xmlns:a="http://schemas.openxmlformats.org/drawingml/2006/main" prst="rect">
            <a:avLst/>
          </a:prstGeom>
        </p:spPr>
      </p:pic>
      <p:sp>
        <p:nvSpPr>
          <p:cNvPr id="8" name="오늘의 운영">
            <a:extLst xmlns:a="http://schemas.openxmlformats.org/drawingml/2006/main">
              <a:ext uri="{FF2B5EF4-FFF2-40B4-BE49-F238E27FC236}">
                <a16:creationId xmlns:a16="http://schemas.microsoft.com/office/drawing/2014/main" id="{E0A8EC7B-3786-451B-A742-88107D6D7E84}"/>
              </a:ext>
            </a:extLst>
          </p:cNvPr>
          <p:cNvSpPr>
            <a:spLocks xmlns:a="http://schemas.openxmlformats.org/drawingml/2006/main" noGrp="1"/>
          </p:cNvSpPr>
          <p:nvPr/>
        </p:nvSpPr>
        <p:spPr>
          <a:xfrm xmlns:a="http://schemas.openxmlformats.org/drawingml/2006/main">
            <a:off x="3371850" y="3067050"/>
            <a:ext cx="246697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250" b="1">
                <a:solidFill>
                  <a:srgbClr val="183E35"/>
                </a:solidFill>
                <a:latin typeface="Pretendard"/>
                <a:ea typeface="Pretendard"/>
                <a:cs typeface="Pretendard"/>
              </a:defRPr>
            </a:defPPr>
          </a:lstStyle>
          <a:p xmlns:a="http://schemas.openxmlformats.org/drawingml/2006/main">
            <a:pPr algn="ctr">
              <a:defRPr sz="2250" b="1">
                <a:solidFill>
                  <a:srgbClr val="183E35"/>
                </a:solidFill>
                <a:latin typeface="Pretendard"/>
                <a:ea typeface="Pretendard"/>
                <a:cs typeface="Pretendard"/>
              </a:defRPr>
            </a:pPr>
            <a:r>
              <a:rPr sz="2250" b="1">
                <a:solidFill>
                  <a:srgbClr val="183E35"/>
                </a:solidFill>
                <a:latin typeface="Pretendard"/>
                <a:ea typeface="Pretendard"/>
                <a:cs typeface="Pretendard"/>
              </a:rPr>
              <a:t>오늘의 운영</a:t>
            </a:r>
          </a:p>
        </p:txBody>
      </p:sp>
      <p:sp>
        <p:nvSpPr>
          <p:cNvPr id="9" name="회의와 기록">
            <a:extLst xmlns:a="http://schemas.openxmlformats.org/drawingml/2006/main">
              <a:ext uri="{FF2B5EF4-FFF2-40B4-BE49-F238E27FC236}">
                <a16:creationId xmlns:a16="http://schemas.microsoft.com/office/drawing/2014/main" id="{1EAEDD54-D05C-465B-8588-63EBED235804}"/>
              </a:ext>
            </a:extLst>
          </p:cNvPr>
          <p:cNvSpPr>
            <a:spLocks xmlns:a="http://schemas.openxmlformats.org/drawingml/2006/main" noGrp="1"/>
          </p:cNvSpPr>
          <p:nvPr/>
        </p:nvSpPr>
        <p:spPr>
          <a:xfrm xmlns:a="http://schemas.openxmlformats.org/drawingml/2006/main">
            <a:off x="3371850" y="3714750"/>
            <a:ext cx="246697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575">
                <a:solidFill>
                  <a:srgbClr val="687568"/>
                </a:solidFill>
                <a:latin typeface="Pretendard"/>
                <a:ea typeface="Pretendard"/>
                <a:cs typeface="Pretendard"/>
              </a:defRPr>
            </a:defPPr>
          </a:lstStyle>
          <a:p xmlns:a="http://schemas.openxmlformats.org/drawingml/2006/main">
            <a:pPr algn="ctr">
              <a:defRPr sz="1575">
                <a:solidFill>
                  <a:srgbClr val="687568"/>
                </a:solidFill>
                <a:latin typeface="Pretendard"/>
                <a:ea typeface="Pretendard"/>
                <a:cs typeface="Pretendard"/>
              </a:defRPr>
            </a:pPr>
            <a:r>
              <a:rPr sz="1575">
                <a:solidFill>
                  <a:srgbClr val="687568"/>
                </a:solidFill>
                <a:latin typeface="Pretendard"/>
                <a:ea typeface="Pretendard"/>
                <a:cs typeface="Pretendard"/>
              </a:rPr>
              <a:t>회의와 기록</a:t>
            </a:r>
          </a:p>
        </p:txBody>
      </p:sp>
      <p:sp>
        <p:nvSpPr>
          <p:cNvPr id="10" name="">
            <a:extLst xmlns:a="http://schemas.openxmlformats.org/drawingml/2006/main">
              <a:ext uri="{FF2B5EF4-FFF2-40B4-BE49-F238E27FC236}">
                <a16:creationId xmlns:a16="http://schemas.microsoft.com/office/drawing/2014/main" id="{C2E4B65F-9AA9-4340-8626-F5D06A69EF72}"/>
              </a:ext>
            </a:extLst>
          </p:cNvPr>
          <p:cNvSpPr>
            <a:spLocks xmlns:a="http://schemas.openxmlformats.org/drawingml/2006/main" noGrp="1"/>
          </p:cNvSpPr>
          <p:nvPr/>
        </p:nvSpPr>
        <p:spPr>
          <a:xfrm xmlns:a="http://schemas.openxmlformats.org/drawingml/2006/main">
            <a:off x="5829300" y="2066925"/>
            <a:ext cx="333375" cy="133350"/>
          </a:xfrm>
          <a:prstGeom xmlns:a="http://schemas.openxmlformats.org/drawingml/2006/main" prst="rightArrow">
            <a:avLst/>
          </a:prstGeom>
          <a:solidFill xmlns:a="http://schemas.openxmlformats.org/drawingml/2006/main">
            <a:srgbClr val="567D89"/>
          </a:solidFill>
          <a:ln xmlns:a="http://schemas.openxmlformats.org/drawingml/2006/main" w="0">
            <a:noFill/>
          </a:ln>
        </p:spPr>
      </p:sp>
      <p:pic>
        <p:nvPicPr>
          <p:cNvPr id="11" name="">
            <a:extLst xmlns:a="http://schemas.openxmlformats.org/drawingml/2006/main">
              <a:ext uri="{FF2B5EF4-FFF2-40B4-BE49-F238E27FC236}">
                <a16:creationId xmlns:a16="http://schemas.microsoft.com/office/drawing/2014/main" id="{B3DD6E83-9BE7-4DDC-AB7C-3DFF96715E3E}"/>
              </a:ext>
            </a:extLst>
          </p:cNvPr>
          <p:cNvPicPr>
            <a:picLocks xmlns:a="http://schemas.openxmlformats.org/drawingml/2006/main" noChangeAspect="1"/>
          </p:cNvPicPr>
          <p:nvPr/>
        </p:nvPicPr>
        <p:blipFill>
          <a:blip xmlns:r="http://schemas.openxmlformats.org/officeDocument/2006/relationships" xmlns:a="http://schemas.openxmlformats.org/drawingml/2006/main" r:embed="R244e355329874e7d"/>
          <a:stretch xmlns:a="http://schemas.openxmlformats.org/drawingml/2006/main"/>
        </p:blipFill>
        <p:spPr>
          <a:xfrm xmlns:a="http://schemas.openxmlformats.org/drawingml/2006/main">
            <a:off x="6924675" y="1676400"/>
            <a:ext cx="914400" cy="914400"/>
          </a:xfrm>
          <a:prstGeom xmlns:a="http://schemas.openxmlformats.org/drawingml/2006/main" prst="rect">
            <a:avLst/>
          </a:prstGeom>
        </p:spPr>
      </p:pic>
      <p:sp>
        <p:nvSpPr>
          <p:cNvPr id="12" name="다음 세대">
            <a:extLst xmlns:a="http://schemas.openxmlformats.org/drawingml/2006/main">
              <a:ext uri="{FF2B5EF4-FFF2-40B4-BE49-F238E27FC236}">
                <a16:creationId xmlns:a16="http://schemas.microsoft.com/office/drawing/2014/main" id="{F913438C-C210-4DC5-BD39-5B23B1859A6D}"/>
              </a:ext>
            </a:extLst>
          </p:cNvPr>
          <p:cNvSpPr>
            <a:spLocks xmlns:a="http://schemas.openxmlformats.org/drawingml/2006/main" noGrp="1"/>
          </p:cNvSpPr>
          <p:nvPr/>
        </p:nvSpPr>
        <p:spPr>
          <a:xfrm xmlns:a="http://schemas.openxmlformats.org/drawingml/2006/main">
            <a:off x="6200775" y="3067050"/>
            <a:ext cx="246697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250" b="1">
                <a:solidFill>
                  <a:srgbClr val="183E35"/>
                </a:solidFill>
                <a:latin typeface="Pretendard"/>
                <a:ea typeface="Pretendard"/>
                <a:cs typeface="Pretendard"/>
              </a:defRPr>
            </a:defPPr>
          </a:lstStyle>
          <a:p xmlns:a="http://schemas.openxmlformats.org/drawingml/2006/main">
            <a:pPr algn="ctr">
              <a:defRPr sz="2250" b="1">
                <a:solidFill>
                  <a:srgbClr val="183E35"/>
                </a:solidFill>
                <a:latin typeface="Pretendard"/>
                <a:ea typeface="Pretendard"/>
                <a:cs typeface="Pretendard"/>
              </a:defRPr>
            </a:pPr>
            <a:r>
              <a:rPr sz="2250" b="1">
                <a:solidFill>
                  <a:srgbClr val="183E35"/>
                </a:solidFill>
                <a:latin typeface="Pretendard"/>
                <a:ea typeface="Pretendard"/>
                <a:cs typeface="Pretendard"/>
              </a:rPr>
              <a:t>다음 세대</a:t>
            </a:r>
          </a:p>
        </p:txBody>
      </p:sp>
      <p:sp>
        <p:nvSpPr>
          <p:cNvPr id="13" name="인수인계">
            <a:extLst xmlns:a="http://schemas.openxmlformats.org/drawingml/2006/main">
              <a:ext uri="{FF2B5EF4-FFF2-40B4-BE49-F238E27FC236}">
                <a16:creationId xmlns:a16="http://schemas.microsoft.com/office/drawing/2014/main" id="{CE9263EE-0074-4AC1-9F87-EA98AEA00B70}"/>
              </a:ext>
            </a:extLst>
          </p:cNvPr>
          <p:cNvSpPr>
            <a:spLocks xmlns:a="http://schemas.openxmlformats.org/drawingml/2006/main" noGrp="1"/>
          </p:cNvSpPr>
          <p:nvPr/>
        </p:nvSpPr>
        <p:spPr>
          <a:xfrm xmlns:a="http://schemas.openxmlformats.org/drawingml/2006/main">
            <a:off x="6200775" y="3714750"/>
            <a:ext cx="246697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575">
                <a:solidFill>
                  <a:srgbClr val="687568"/>
                </a:solidFill>
                <a:latin typeface="Pretendard"/>
                <a:ea typeface="Pretendard"/>
                <a:cs typeface="Pretendard"/>
              </a:defRPr>
            </a:defPPr>
          </a:lstStyle>
          <a:p xmlns:a="http://schemas.openxmlformats.org/drawingml/2006/main">
            <a:pPr algn="ctr">
              <a:defRPr sz="1575">
                <a:solidFill>
                  <a:srgbClr val="687568"/>
                </a:solidFill>
                <a:latin typeface="Pretendard"/>
                <a:ea typeface="Pretendard"/>
                <a:cs typeface="Pretendard"/>
              </a:defRPr>
            </a:pPr>
            <a:r>
              <a:rPr sz="1575">
                <a:solidFill>
                  <a:srgbClr val="687568"/>
                </a:solidFill>
                <a:latin typeface="Pretendard"/>
                <a:ea typeface="Pretendard"/>
                <a:cs typeface="Pretendard"/>
              </a:rPr>
              <a:t>인수인계</a:t>
            </a:r>
          </a:p>
        </p:txBody>
      </p:sp>
    </p:spTree>
    <p:extLst>
      <p:ext uri="{BB962C8B-B14F-4D97-AF65-F5344CB8AC3E}">
        <p14:creationId xmlns:p14="http://schemas.microsoft.com/office/powerpoint/2010/main" val="724318354"/>
      </p:ext>
    </p:extLst>
  </p:cSld>
</p:sld>
</file>

<file path=ppt/slides/slide10.xml><?xml version="1.0" encoding="utf-8"?>
<p:sld xmlns:p="http://schemas.openxmlformats.org/presentationml/2006/main">
  <p:cSld>
    <p:bg>
      <p:bgPr>
        <a:solidFill xmlns:a="http://schemas.openxmlformats.org/drawingml/2006/main">
          <a:srgbClr val="183E35"/>
        </a:solidFill>
      </p:bgPr>
    </p:bg>
    <p:spTree>
      <p:nvGrpSpPr>
        <p:cNvPr id="1" name=""/>
        <p:cNvGrpSpPr/>
        <p:nvPr/>
      </p:nvGrpSpPr>
      <p:grpSpPr>
        <a:xfrm xmlns:a="http://schemas.openxmlformats.org/drawingml/2006/main"/>
      </p:grpSpPr>
      <p:sp>
        <p:nvSpPr>
          <p:cNvPr id="3" name="한 번">
            <a:extLst xmlns:a="http://schemas.openxmlformats.org/drawingml/2006/main">
              <a:ext uri="{FF2B5EF4-FFF2-40B4-BE49-F238E27FC236}">
                <a16:creationId xmlns:a16="http://schemas.microsoft.com/office/drawing/2014/main" id="{0CFE3C16-B132-42C5-93C7-387C2F6B9506}"/>
              </a:ext>
            </a:extLst>
          </p:cNvPr>
          <p:cNvSpPr>
            <a:spLocks xmlns:a="http://schemas.openxmlformats.org/drawingml/2006/main" noGrp="1"/>
          </p:cNvSpPr>
          <p:nvPr/>
        </p:nvSpPr>
        <p:spPr>
          <a:xfrm xmlns:a="http://schemas.openxmlformats.org/drawingml/2006/main">
            <a:off x="657225" y="1181100"/>
            <a:ext cx="781050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6075" b="1">
                <a:solidFill>
                  <a:srgbClr val="F5F2E9"/>
                </a:solidFill>
                <a:latin typeface="Pretendard"/>
                <a:ea typeface="Pretendard"/>
                <a:cs typeface="Pretendard"/>
              </a:defRPr>
            </a:defPPr>
          </a:lstStyle>
          <a:p xmlns:a="http://schemas.openxmlformats.org/drawingml/2006/main">
            <a:pPr algn="l">
              <a:defRPr sz="6075" b="1">
                <a:solidFill>
                  <a:srgbClr val="F5F2E9"/>
                </a:solidFill>
                <a:latin typeface="Pretendard"/>
                <a:ea typeface="Pretendard"/>
                <a:cs typeface="Pretendard"/>
              </a:defRPr>
            </a:pPr>
            <a:r>
              <a:rPr sz="6075" b="1">
                <a:solidFill>
                  <a:srgbClr val="F5F2E9"/>
                </a:solidFill>
                <a:latin typeface="Pretendard"/>
                <a:ea typeface="Pretendard"/>
                <a:cs typeface="Pretendard"/>
              </a:rPr>
              <a:t>한 번</a:t>
            </a:r>
          </a:p>
        </p:txBody>
      </p:sp>
      <p:sp>
        <p:nvSpPr>
          <p:cNvPr id="2" name="망했습니다">
            <a:extLst xmlns:a="http://schemas.openxmlformats.org/drawingml/2006/main">
              <a:ext uri="{FF2B5EF4-FFF2-40B4-BE49-F238E27FC236}">
                <a16:creationId xmlns:a16="http://schemas.microsoft.com/office/drawing/2014/main" id="{68230BB4-B380-4FA7-9D79-F48E00030796}"/>
              </a:ext>
            </a:extLst>
          </p:cNvPr>
          <p:cNvSpPr>
            <a:spLocks xmlns:a="http://schemas.openxmlformats.org/drawingml/2006/main" noGrp="1"/>
          </p:cNvSpPr>
          <p:nvPr/>
        </p:nvSpPr>
        <p:spPr>
          <a:xfrm xmlns:a="http://schemas.openxmlformats.org/drawingml/2006/main">
            <a:off x="647700" y="2371725"/>
            <a:ext cx="7953375"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6300" b="1">
                <a:solidFill>
                  <a:srgbClr val="F5F2E9"/>
                </a:solidFill>
                <a:latin typeface="Pretendard"/>
                <a:ea typeface="Pretendard"/>
                <a:cs typeface="Pretendard"/>
              </a:defRPr>
            </a:defPPr>
          </a:lstStyle>
          <a:p xmlns:a="http://schemas.openxmlformats.org/drawingml/2006/main">
            <a:pPr algn="l">
              <a:defRPr sz="6300" b="1">
                <a:solidFill>
                  <a:srgbClr val="F5F2E9"/>
                </a:solidFill>
                <a:latin typeface="Pretendard"/>
                <a:ea typeface="Pretendard"/>
                <a:cs typeface="Pretendard"/>
              </a:defRPr>
            </a:pPr>
            <a:r>
              <a:rPr sz="6300" b="1">
                <a:solidFill>
                  <a:srgbClr val="F5F2E9"/>
                </a:solidFill>
                <a:latin typeface="Pretendard"/>
                <a:ea typeface="Pretendard"/>
                <a:cs typeface="Pretendard"/>
              </a:rPr>
              <a:t>망했습니다</a:t>
            </a:r>
          </a:p>
        </p:txBody>
      </p:sp>
    </p:spTree>
    <p:extLst>
      <p:ext uri="{BB962C8B-B14F-4D97-AF65-F5344CB8AC3E}">
        <p14:creationId xmlns:p14="http://schemas.microsoft.com/office/powerpoint/2010/main" val="832198134"/>
      </p:ext>
    </p:extLst>
  </p:cSld>
</p:sld>
</file>

<file path=ppt/slides/slide11.xml><?xml version="1.0" encoding="utf-8"?>
<p:sld xmlns:p="http://schemas.openxmlformats.org/presentationml/2006/main">
  <p:cSld>
    <p:bg>
      <p:bgPr>
        <a:solidFill xmlns:a="http://schemas.openxmlformats.org/drawingml/2006/main">
          <a:srgbClr val="F5F2E9"/>
        </a:solidFill>
      </p:bgPr>
    </p:bg>
    <p:spTree>
      <p:nvGrpSpPr>
        <p:cNvPr id="1" name=""/>
        <p:cNvGrpSpPr/>
        <p:nvPr/>
      </p:nvGrpSpPr>
      <p:grpSpPr>
        <a:xfrm xmlns:a="http://schemas.openxmlformats.org/drawingml/2006/main"/>
      </p:grpSpPr>
      <p:pic>
        <p:nvPicPr>
          <p:cNvPr id="6" name="">
            <a:extLst xmlns:a="http://schemas.openxmlformats.org/drawingml/2006/main">
              <a:ext uri="{FF2B5EF4-FFF2-40B4-BE49-F238E27FC236}">
                <a16:creationId xmlns:a16="http://schemas.microsoft.com/office/drawing/2014/main" id="{7D5CEB6C-017E-4459-8038-CEE5811D7000}"/>
              </a:ext>
            </a:extLst>
          </p:cNvPr>
          <p:cNvPicPr>
            <a:picLocks xmlns:a="http://schemas.openxmlformats.org/drawingml/2006/main" noChangeAspect="1"/>
          </p:cNvPicPr>
          <p:nvPr/>
        </p:nvPicPr>
        <p:blipFill>
          <a:blip xmlns:r="http://schemas.openxmlformats.org/officeDocument/2006/relationships" xmlns:a="http://schemas.openxmlformats.org/drawingml/2006/main" r:embed="R8bbe97b7b9fd482f"/>
          <a:stretch xmlns:a="http://schemas.openxmlformats.org/drawingml/2006/main"/>
        </p:blipFill>
        <p:spPr>
          <a:xfrm xmlns:a="http://schemas.openxmlformats.org/drawingml/2006/main">
            <a:off x="2429" y="0"/>
            <a:ext cx="9139141" cy="5143500"/>
          </a:xfrm>
          <a:prstGeom xmlns:a="http://schemas.openxmlformats.org/drawingml/2006/main" prst="rect">
            <a:avLst/>
          </a:prstGeom>
        </p:spPr>
      </p:pic>
      <p:sp>
        <p:nvSpPr>
          <p:cNvPr id="2" name="AI ERA">
            <a:extLst xmlns:a="http://schemas.openxmlformats.org/drawingml/2006/main">
              <a:ext uri="{FF2B5EF4-FFF2-40B4-BE49-F238E27FC236}">
                <a16:creationId xmlns:a16="http://schemas.microsoft.com/office/drawing/2014/main" id="{2B5CB9E0-E14E-4589-949F-A0F17613394E}"/>
              </a:ext>
            </a:extLst>
          </p:cNvPr>
          <p:cNvSpPr>
            <a:spLocks xmlns:a="http://schemas.openxmlformats.org/drawingml/2006/main" noGrp="1"/>
          </p:cNvSpPr>
          <p:nvPr/>
        </p:nvSpPr>
        <p:spPr>
          <a:xfrm xmlns:a="http://schemas.openxmlformats.org/drawingml/2006/main">
            <a:off x="552450" y="1152525"/>
            <a:ext cx="3971925"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5925" b="1">
                <a:solidFill>
                  <a:srgbClr val="183E35"/>
                </a:solidFill>
                <a:latin typeface="Pretendard"/>
                <a:ea typeface="Pretendard"/>
                <a:cs typeface="Pretendard"/>
              </a:defRPr>
            </a:defPPr>
          </a:lstStyle>
          <a:p xmlns:a="http://schemas.openxmlformats.org/drawingml/2006/main">
            <a:pPr algn="l">
              <a:defRPr sz="5925" b="1">
                <a:solidFill>
                  <a:srgbClr val="183E35"/>
                </a:solidFill>
                <a:latin typeface="Pretendard"/>
                <a:ea typeface="Pretendard"/>
                <a:cs typeface="Pretendard"/>
              </a:defRPr>
            </a:pPr>
            <a:r>
              <a:rPr sz="5925" b="1">
                <a:solidFill>
                  <a:srgbClr val="183E35"/>
                </a:solidFill>
                <a:latin typeface="Pretendard"/>
                <a:ea typeface="Pretendard"/>
                <a:cs typeface="Pretendard"/>
              </a:rPr>
              <a:t>AI ERA</a:t>
            </a:r>
          </a:p>
        </p:txBody>
      </p:sp>
      <p:sp>
        <p:nvSpPr>
          <p:cNvPr id="3" name="녹음">
            <a:extLst xmlns:a="http://schemas.openxmlformats.org/drawingml/2006/main">
              <a:ext uri="{FF2B5EF4-FFF2-40B4-BE49-F238E27FC236}">
                <a16:creationId xmlns:a16="http://schemas.microsoft.com/office/drawing/2014/main" id="{AB149D1C-CD29-45D6-B948-31014F4E0207}"/>
              </a:ext>
            </a:extLst>
          </p:cNvPr>
          <p:cNvSpPr>
            <a:spLocks xmlns:a="http://schemas.openxmlformats.org/drawingml/2006/main" noGrp="1"/>
          </p:cNvSpPr>
          <p:nvPr/>
        </p:nvSpPr>
        <p:spPr>
          <a:xfrm xmlns:a="http://schemas.openxmlformats.org/drawingml/2006/main">
            <a:off x="609600" y="2714625"/>
            <a:ext cx="34385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175" b="1">
                <a:solidFill>
                  <a:srgbClr val="183E35"/>
                </a:solidFill>
                <a:latin typeface="Pretendard"/>
                <a:ea typeface="Pretendard"/>
                <a:cs typeface="Pretendard"/>
              </a:defRPr>
            </a:defPPr>
          </a:lstStyle>
          <a:p xmlns:a="http://schemas.openxmlformats.org/drawingml/2006/main">
            <a:pPr algn="l">
              <a:defRPr sz="2175" b="1">
                <a:solidFill>
                  <a:srgbClr val="183E35"/>
                </a:solidFill>
                <a:latin typeface="Pretendard"/>
                <a:ea typeface="Pretendard"/>
                <a:cs typeface="Pretendard"/>
              </a:defRPr>
            </a:pPr>
            <a:r>
              <a:rPr sz="2175" b="1">
                <a:solidFill>
                  <a:srgbClr val="183E35"/>
                </a:solidFill>
                <a:latin typeface="Pretendard"/>
                <a:ea typeface="Pretendard"/>
                <a:cs typeface="Pretendard"/>
              </a:rPr>
              <a:t>녹음</a:t>
            </a:r>
          </a:p>
        </p:txBody>
      </p:sp>
      <p:sp>
        <p:nvSpPr>
          <p:cNvPr id="4" name="문서 초안">
            <a:extLst xmlns:a="http://schemas.openxmlformats.org/drawingml/2006/main">
              <a:ext uri="{FF2B5EF4-FFF2-40B4-BE49-F238E27FC236}">
                <a16:creationId xmlns:a16="http://schemas.microsoft.com/office/drawing/2014/main" id="{9AAD28AD-E39D-4FBE-A5C2-E8001EAF4207}"/>
              </a:ext>
            </a:extLst>
          </p:cNvPr>
          <p:cNvSpPr>
            <a:spLocks xmlns:a="http://schemas.openxmlformats.org/drawingml/2006/main" noGrp="1"/>
          </p:cNvSpPr>
          <p:nvPr/>
        </p:nvSpPr>
        <p:spPr>
          <a:xfrm xmlns:a="http://schemas.openxmlformats.org/drawingml/2006/main">
            <a:off x="609600" y="3219450"/>
            <a:ext cx="34385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175" b="1">
                <a:solidFill>
                  <a:srgbClr val="183E35"/>
                </a:solidFill>
                <a:latin typeface="Pretendard"/>
                <a:ea typeface="Pretendard"/>
                <a:cs typeface="Pretendard"/>
              </a:defRPr>
            </a:defPPr>
          </a:lstStyle>
          <a:p xmlns:a="http://schemas.openxmlformats.org/drawingml/2006/main">
            <a:pPr algn="l">
              <a:defRPr sz="2175" b="1">
                <a:solidFill>
                  <a:srgbClr val="183E35"/>
                </a:solidFill>
                <a:latin typeface="Pretendard"/>
                <a:ea typeface="Pretendard"/>
                <a:cs typeface="Pretendard"/>
              </a:defRPr>
            </a:pPr>
            <a:r>
              <a:rPr sz="2175" b="1">
                <a:solidFill>
                  <a:srgbClr val="183E35"/>
                </a:solidFill>
                <a:latin typeface="Pretendard"/>
                <a:ea typeface="Pretendard"/>
                <a:cs typeface="Pretendard"/>
              </a:rPr>
              <a:t>문서 초안</a:t>
            </a:r>
          </a:p>
        </p:txBody>
      </p:sp>
      <p:sp>
        <p:nvSpPr>
          <p:cNvPr id="5" name="자료 비교">
            <a:extLst xmlns:a="http://schemas.openxmlformats.org/drawingml/2006/main">
              <a:ext uri="{FF2B5EF4-FFF2-40B4-BE49-F238E27FC236}">
                <a16:creationId xmlns:a16="http://schemas.microsoft.com/office/drawing/2014/main" id="{688E0310-59E2-4AD1-AAC4-0B18A5E0D139}"/>
              </a:ext>
            </a:extLst>
          </p:cNvPr>
          <p:cNvSpPr>
            <a:spLocks xmlns:a="http://schemas.openxmlformats.org/drawingml/2006/main" noGrp="1"/>
          </p:cNvSpPr>
          <p:nvPr/>
        </p:nvSpPr>
        <p:spPr>
          <a:xfrm xmlns:a="http://schemas.openxmlformats.org/drawingml/2006/main">
            <a:off x="609600" y="3724275"/>
            <a:ext cx="34385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175" b="1">
                <a:solidFill>
                  <a:srgbClr val="183E35"/>
                </a:solidFill>
                <a:latin typeface="Pretendard"/>
                <a:ea typeface="Pretendard"/>
                <a:cs typeface="Pretendard"/>
              </a:defRPr>
            </a:defPPr>
          </a:lstStyle>
          <a:p xmlns:a="http://schemas.openxmlformats.org/drawingml/2006/main">
            <a:pPr algn="l">
              <a:defRPr sz="2175" b="1">
                <a:solidFill>
                  <a:srgbClr val="183E35"/>
                </a:solidFill>
                <a:latin typeface="Pretendard"/>
                <a:ea typeface="Pretendard"/>
                <a:cs typeface="Pretendard"/>
              </a:defRPr>
            </a:pPr>
            <a:r>
              <a:rPr sz="2175" b="1">
                <a:solidFill>
                  <a:srgbClr val="183E35"/>
                </a:solidFill>
                <a:latin typeface="Pretendard"/>
                <a:ea typeface="Pretendard"/>
                <a:cs typeface="Pretendard"/>
              </a:rPr>
              <a:t>자료 비교</a:t>
            </a:r>
          </a:p>
        </p:txBody>
      </p:sp>
    </p:spTree>
    <p:extLst>
      <p:ext uri="{BB962C8B-B14F-4D97-AF65-F5344CB8AC3E}">
        <p14:creationId xmlns:p14="http://schemas.microsoft.com/office/powerpoint/2010/main" val="1667319282"/>
      </p:ext>
    </p:extLst>
  </p:cSld>
</p:sld>
</file>

<file path=ppt/slides/slide12.xml><?xml version="1.0" encoding="utf-8"?>
<p:sld xmlns:p="http://schemas.openxmlformats.org/presentationml/2006/main">
  <p:cSld>
    <p:bg>
      <p:bgPr>
        <a:solidFill xmlns:a="http://schemas.openxmlformats.org/drawingml/2006/main">
          <a:srgbClr val="F5F2E9"/>
        </a:solidFill>
      </p:bgPr>
    </p:bg>
    <p:spTree>
      <p:nvGrpSpPr>
        <p:cNvPr id="1" name=""/>
        <p:cNvGrpSpPr/>
        <p:nvPr/>
      </p:nvGrpSpPr>
      <p:grpSpPr>
        <a:xfrm xmlns:a="http://schemas.openxmlformats.org/drawingml/2006/main"/>
      </p:grpSpPr>
      <p:pic>
        <p:nvPicPr>
          <p:cNvPr id="5" name="">
            <a:extLst xmlns:a="http://schemas.openxmlformats.org/drawingml/2006/main">
              <a:ext uri="{FF2B5EF4-FFF2-40B4-BE49-F238E27FC236}">
                <a16:creationId xmlns:a16="http://schemas.microsoft.com/office/drawing/2014/main" id="{CB865D75-E9EE-4042-A7C5-27CDBAF5BA4B}"/>
              </a:ext>
            </a:extLst>
          </p:cNvPr>
          <p:cNvPicPr>
            <a:picLocks xmlns:a="http://schemas.openxmlformats.org/drawingml/2006/main" noChangeAspect="1"/>
          </p:cNvPicPr>
          <p:nvPr/>
        </p:nvPicPr>
        <p:blipFill>
          <a:blip xmlns:r="http://schemas.openxmlformats.org/officeDocument/2006/relationships" xmlns:a="http://schemas.openxmlformats.org/drawingml/2006/main" r:embed="R456531e08ea94933"/>
          <a:stretch xmlns:a="http://schemas.openxmlformats.org/drawingml/2006/main"/>
        </p:blipFill>
        <p:spPr>
          <a:xfrm xmlns:a="http://schemas.openxmlformats.org/drawingml/2006/main">
            <a:off x="2429" y="0"/>
            <a:ext cx="9139141" cy="5143500"/>
          </a:xfrm>
          <a:prstGeom xmlns:a="http://schemas.openxmlformats.org/drawingml/2006/main" prst="rect">
            <a:avLst/>
          </a:prstGeom>
        </p:spPr>
      </p:pic>
      <p:sp>
        <p:nvSpPr>
          <p:cNvPr id="2" name="우리 가문은">
            <a:extLst xmlns:a="http://schemas.openxmlformats.org/drawingml/2006/main">
              <a:ext uri="{FF2B5EF4-FFF2-40B4-BE49-F238E27FC236}">
                <a16:creationId xmlns:a16="http://schemas.microsoft.com/office/drawing/2014/main" id="{FD136922-A4C8-4DBD-BA02-24EEF265C726}"/>
              </a:ext>
            </a:extLst>
          </p:cNvPr>
          <p:cNvSpPr>
            <a:spLocks xmlns:a="http://schemas.openxmlformats.org/drawingml/2006/main" noGrp="1"/>
          </p:cNvSpPr>
          <p:nvPr/>
        </p:nvSpPr>
        <p:spPr>
          <a:xfrm xmlns:a="http://schemas.openxmlformats.org/drawingml/2006/main">
            <a:off x="552450" y="1133475"/>
            <a:ext cx="35909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025">
                <a:solidFill>
                  <a:srgbClr val="183E35"/>
                </a:solidFill>
                <a:latin typeface="Pretendard"/>
                <a:ea typeface="Pretendard"/>
                <a:cs typeface="Pretendard"/>
              </a:defRPr>
            </a:defPPr>
          </a:lstStyle>
          <a:p xmlns:a="http://schemas.openxmlformats.org/drawingml/2006/main">
            <a:pPr algn="l">
              <a:defRPr sz="2025">
                <a:solidFill>
                  <a:srgbClr val="183E35"/>
                </a:solidFill>
                <a:latin typeface="Pretendard"/>
                <a:ea typeface="Pretendard"/>
                <a:cs typeface="Pretendard"/>
              </a:defRPr>
            </a:pPr>
            <a:r>
              <a:rPr sz="2025">
                <a:solidFill>
                  <a:srgbClr val="183E35"/>
                </a:solidFill>
                <a:latin typeface="Pretendard"/>
                <a:ea typeface="Pretendard"/>
                <a:cs typeface="Pretendard"/>
              </a:rPr>
              <a:t>우리 가문은</a:t>
            </a:r>
          </a:p>
        </p:txBody>
      </p:sp>
      <p:sp>
        <p:nvSpPr>
          <p:cNvPr id="3" name="명문가">
            <a:extLst xmlns:a="http://schemas.openxmlformats.org/drawingml/2006/main">
              <a:ext uri="{FF2B5EF4-FFF2-40B4-BE49-F238E27FC236}">
                <a16:creationId xmlns:a16="http://schemas.microsoft.com/office/drawing/2014/main" id="{4793D04A-293D-471E-A95D-489DDBC690AE}"/>
              </a:ext>
            </a:extLst>
          </p:cNvPr>
          <p:cNvSpPr>
            <a:spLocks xmlns:a="http://schemas.openxmlformats.org/drawingml/2006/main" noGrp="1"/>
          </p:cNvSpPr>
          <p:nvPr/>
        </p:nvSpPr>
        <p:spPr>
          <a:xfrm xmlns:a="http://schemas.openxmlformats.org/drawingml/2006/main">
            <a:off x="514350" y="1724025"/>
            <a:ext cx="421005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6825" b="1">
                <a:solidFill>
                  <a:srgbClr val="183E35"/>
                </a:solidFill>
                <a:latin typeface="Noto Serif KR"/>
                <a:ea typeface="Noto Serif KR"/>
                <a:cs typeface="Noto Serif KR"/>
              </a:defRPr>
            </a:defPPr>
          </a:lstStyle>
          <a:p xmlns:a="http://schemas.openxmlformats.org/drawingml/2006/main">
            <a:pPr algn="l">
              <a:defRPr sz="6825" b="1">
                <a:solidFill>
                  <a:srgbClr val="183E35"/>
                </a:solidFill>
                <a:latin typeface="Noto Serif KR"/>
                <a:ea typeface="Noto Serif KR"/>
                <a:cs typeface="Noto Serif KR"/>
              </a:defRPr>
            </a:pPr>
            <a:r>
              <a:rPr sz="6825" b="1">
                <a:solidFill>
                  <a:srgbClr val="183E35"/>
                </a:solidFill>
                <a:latin typeface="Noto Serif KR"/>
                <a:ea typeface="Noto Serif KR"/>
                <a:cs typeface="Noto Serif KR"/>
              </a:rPr>
              <a:t>명문가</a:t>
            </a:r>
          </a:p>
        </p:txBody>
      </p:sp>
      <p:sp>
        <p:nvSpPr>
          <p:cNvPr id="4" name="종중 운영의 모든것">
            <a:extLst xmlns:a="http://schemas.openxmlformats.org/drawingml/2006/main">
              <a:ext uri="{FF2B5EF4-FFF2-40B4-BE49-F238E27FC236}">
                <a16:creationId xmlns:a16="http://schemas.microsoft.com/office/drawing/2014/main" id="{D9D435CD-F4C9-4235-B3CB-AD04C2742B57}"/>
              </a:ext>
            </a:extLst>
          </p:cNvPr>
          <p:cNvSpPr>
            <a:spLocks xmlns:a="http://schemas.openxmlformats.org/drawingml/2006/main" noGrp="1"/>
          </p:cNvSpPr>
          <p:nvPr/>
        </p:nvSpPr>
        <p:spPr>
          <a:xfrm xmlns:a="http://schemas.openxmlformats.org/drawingml/2006/main">
            <a:off x="561975" y="3162300"/>
            <a:ext cx="40386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025">
                <a:solidFill>
                  <a:srgbClr val="183E35"/>
                </a:solidFill>
                <a:latin typeface="Pretendard"/>
                <a:ea typeface="Pretendard"/>
                <a:cs typeface="Pretendard"/>
              </a:defRPr>
            </a:defPPr>
          </a:lstStyle>
          <a:p xmlns:a="http://schemas.openxmlformats.org/drawingml/2006/main">
            <a:pPr algn="l">
              <a:defRPr sz="2025">
                <a:solidFill>
                  <a:srgbClr val="183E35"/>
                </a:solidFill>
                <a:latin typeface="Pretendard"/>
                <a:ea typeface="Pretendard"/>
                <a:cs typeface="Pretendard"/>
              </a:defRPr>
            </a:pPr>
            <a:r>
              <a:rPr sz="2025">
                <a:solidFill>
                  <a:srgbClr val="183E35"/>
                </a:solidFill>
                <a:latin typeface="Pretendard"/>
                <a:ea typeface="Pretendard"/>
                <a:cs typeface="Pretendard"/>
              </a:rPr>
              <a:t>종중 운영의 모든것</a:t>
            </a:r>
          </a:p>
        </p:txBody>
      </p:sp>
    </p:spTree>
    <p:extLst>
      <p:ext uri="{BB962C8B-B14F-4D97-AF65-F5344CB8AC3E}">
        <p14:creationId xmlns:p14="http://schemas.microsoft.com/office/powerpoint/2010/main" val="1318424888"/>
      </p:ext>
    </p:extLst>
  </p:cSld>
</p:sld>
</file>

<file path=ppt/slides/slide13.xml><?xml version="1.0" encoding="utf-8"?>
<p:sld xmlns:p="http://schemas.openxmlformats.org/presentationml/2006/main">
  <p:cSld>
    <p:bg>
      <p:bgPr>
        <a:solidFill xmlns:a="http://schemas.openxmlformats.org/drawingml/2006/main">
          <a:srgbClr val="F5F2E9"/>
        </a:solidFill>
      </p:bgPr>
    </p:bg>
    <p:spTree>
      <p:nvGrpSpPr>
        <p:cNvPr id="1" name=""/>
        <p:cNvGrpSpPr/>
        <p:nvPr/>
      </p:nvGrpSpPr>
      <p:grpSpPr>
        <a:xfrm xmlns:a="http://schemas.openxmlformats.org/drawingml/2006/main"/>
      </p:grpSpPr>
      <p:sp>
        <p:nvSpPr>
          <p:cNvPr id="8" name="종중 홈">
            <a:extLst xmlns:a="http://schemas.openxmlformats.org/drawingml/2006/main">
              <a:ext uri="{FF2B5EF4-FFF2-40B4-BE49-F238E27FC236}">
                <a16:creationId xmlns:a16="http://schemas.microsoft.com/office/drawing/2014/main" id="{CF255B82-205C-4E8C-BF75-DFA06E2602B3}"/>
              </a:ext>
            </a:extLst>
          </p:cNvPr>
          <p:cNvSpPr>
            <a:spLocks xmlns:a="http://schemas.openxmlformats.org/drawingml/2006/main" noGrp="1"/>
          </p:cNvSpPr>
          <p:nvPr/>
        </p:nvSpPr>
        <p:spPr>
          <a:xfrm xmlns:a="http://schemas.openxmlformats.org/drawingml/2006/main">
            <a:off x="504825" y="257175"/>
            <a:ext cx="6286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a:solidFill>
                  <a:srgbClr val="687568"/>
                </a:solidFill>
                <a:latin typeface="Pretendard"/>
                <a:ea typeface="Pretendard"/>
                <a:cs typeface="Pretendard"/>
              </a:defRPr>
            </a:defPPr>
          </a:lstStyle>
          <a:p xmlns:a="http://schemas.openxmlformats.org/drawingml/2006/main">
            <a:pPr algn="l">
              <a:defRPr sz="1050">
                <a:solidFill>
                  <a:srgbClr val="687568"/>
                </a:solidFill>
                <a:latin typeface="Pretendard"/>
                <a:ea typeface="Pretendard"/>
                <a:cs typeface="Pretendard"/>
              </a:defRPr>
            </a:pPr>
            <a:r>
              <a:rPr sz="1050">
                <a:solidFill>
                  <a:srgbClr val="687568"/>
                </a:solidFill>
                <a:latin typeface="Pretendard"/>
                <a:ea typeface="Pretendard"/>
                <a:cs typeface="Pretendard"/>
              </a:rPr>
              <a:t>종중 홈</a:t>
            </a:r>
          </a:p>
        </p:txBody>
      </p:sp>
      <p:sp>
        <p:nvSpPr>
          <p:cNvPr id="2" name="13">
            <a:extLst xmlns:a="http://schemas.openxmlformats.org/drawingml/2006/main">
              <a:ext uri="{FF2B5EF4-FFF2-40B4-BE49-F238E27FC236}">
                <a16:creationId xmlns:a16="http://schemas.microsoft.com/office/drawing/2014/main" id="{55B00130-0743-4FFD-9275-52BE05536EF1}"/>
              </a:ext>
            </a:extLst>
          </p:cNvPr>
          <p:cNvSpPr>
            <a:spLocks xmlns:a="http://schemas.openxmlformats.org/drawingml/2006/main" noGrp="1"/>
          </p:cNvSpPr>
          <p:nvPr/>
        </p:nvSpPr>
        <p:spPr>
          <a:xfrm xmlns:a="http://schemas.openxmlformats.org/drawingml/2006/main">
            <a:off x="8534400" y="4781550"/>
            <a:ext cx="2952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975" b="0">
                <a:solidFill>
                  <a:srgbClr val="687568"/>
                </a:solidFill>
                <a:latin typeface="Pretendard"/>
                <a:ea typeface="Pretendard"/>
                <a:cs typeface="Pretendard"/>
              </a:defRPr>
            </a:defPPr>
          </a:lstStyle>
          <a:p xmlns:a="http://schemas.openxmlformats.org/drawingml/2006/main">
            <a:pPr algn="r">
              <a:defRPr sz="975" b="0">
                <a:solidFill>
                  <a:srgbClr val="687568"/>
                </a:solidFill>
                <a:latin typeface="Pretendard"/>
                <a:ea typeface="Pretendard"/>
                <a:cs typeface="Pretendard"/>
              </a:defRPr>
            </a:pPr>
            <a:r>
              <a:rPr sz="975" b="0">
                <a:solidFill>
                  <a:srgbClr val="687568"/>
                </a:solidFill>
                <a:latin typeface="Pretendard"/>
                <a:ea typeface="Pretendard"/>
                <a:cs typeface="Pretendard"/>
              </a:rPr>
              <a:t>13</a:t>
            </a:r>
          </a:p>
        </p:txBody>
      </p:sp>
      <p:sp>
        <p:nvSpPr>
          <p:cNvPr id="3" name="오늘 확인할 일.">
            <a:extLst xmlns:a="http://schemas.openxmlformats.org/drawingml/2006/main">
              <a:ext uri="{FF2B5EF4-FFF2-40B4-BE49-F238E27FC236}">
                <a16:creationId xmlns:a16="http://schemas.microsoft.com/office/drawing/2014/main" id="{46256CE1-BBD6-4CDF-B67C-65058B70DBBF}"/>
              </a:ext>
            </a:extLst>
          </p:cNvPr>
          <p:cNvSpPr>
            <a:spLocks xmlns:a="http://schemas.openxmlformats.org/drawingml/2006/main" noGrp="1"/>
          </p:cNvSpPr>
          <p:nvPr/>
        </p:nvSpPr>
        <p:spPr>
          <a:xfrm xmlns:a="http://schemas.openxmlformats.org/drawingml/2006/main">
            <a:off x="457200" y="1104900"/>
            <a:ext cx="4000500" cy="1781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4650" b="1">
                <a:solidFill>
                  <a:srgbClr val="183E35"/>
                </a:solidFill>
                <a:latin typeface="Pretendard"/>
                <a:ea typeface="Pretendard"/>
                <a:cs typeface="Pretendard"/>
              </a:defRPr>
            </a:defPPr>
          </a:lstStyle>
          <a:p xmlns:a="http://schemas.openxmlformats.org/drawingml/2006/main">
            <a:pPr algn="l">
              <a:defRPr sz="4650" b="1">
                <a:solidFill>
                  <a:srgbClr val="183E35"/>
                </a:solidFill>
                <a:latin typeface="Pretendard"/>
                <a:ea typeface="Pretendard"/>
                <a:cs typeface="Pretendard"/>
              </a:defRPr>
            </a:pPr>
            <a:r>
              <a:rPr sz="4650" b="1">
                <a:solidFill>
                  <a:srgbClr val="183E35"/>
                </a:solidFill>
                <a:latin typeface="Pretendard"/>
                <a:ea typeface="Pretendard"/>
                <a:cs typeface="Pretendard"/>
              </a:rPr>
              <a:t>오늘</a:t>
            </a:r>
          </a:p>
          <a:p xmlns:a="http://schemas.openxmlformats.org/drawingml/2006/main">
            <a:pPr algn="l">
              <a:defRPr sz="4650" b="1">
                <a:solidFill>
                  <a:srgbClr val="183E35"/>
                </a:solidFill>
                <a:latin typeface="Pretendard"/>
                <a:ea typeface="Pretendard"/>
                <a:cs typeface="Pretendard"/>
              </a:defRPr>
            </a:pPr>
            <a:r>
              <a:rPr sz="4650" b="1">
                <a:solidFill>
                  <a:srgbClr val="183E35"/>
                </a:solidFill>
                <a:latin typeface="Pretendard"/>
                <a:ea typeface="Pretendard"/>
                <a:cs typeface="Pretendard"/>
              </a:rPr>
              <a:t>확인할 일.</a:t>
            </a:r>
          </a:p>
        </p:txBody>
      </p:sp>
      <p:sp>
        <p:nvSpPr>
          <p:cNvPr id="4" name="총무의 첫 화면">
            <a:extLst xmlns:a="http://schemas.openxmlformats.org/drawingml/2006/main">
              <a:ext uri="{FF2B5EF4-FFF2-40B4-BE49-F238E27FC236}">
                <a16:creationId xmlns:a16="http://schemas.microsoft.com/office/drawing/2014/main" id="{65BF8BD4-EDF5-4FDF-AAB4-7F731A59F08F}"/>
              </a:ext>
            </a:extLst>
          </p:cNvPr>
          <p:cNvSpPr>
            <a:spLocks xmlns:a="http://schemas.openxmlformats.org/drawingml/2006/main" noGrp="1"/>
          </p:cNvSpPr>
          <p:nvPr/>
        </p:nvSpPr>
        <p:spPr>
          <a:xfrm xmlns:a="http://schemas.openxmlformats.org/drawingml/2006/main">
            <a:off x="504825" y="3467100"/>
            <a:ext cx="32575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a:solidFill>
                  <a:srgbClr val="567D89"/>
                </a:solidFill>
                <a:latin typeface="Pretendard"/>
                <a:ea typeface="Pretendard"/>
                <a:cs typeface="Pretendard"/>
              </a:defRPr>
            </a:defPPr>
          </a:lstStyle>
          <a:p xmlns:a="http://schemas.openxmlformats.org/drawingml/2006/main">
            <a:pPr algn="l">
              <a:defRPr sz="1725">
                <a:solidFill>
                  <a:srgbClr val="567D89"/>
                </a:solidFill>
                <a:latin typeface="Pretendard"/>
                <a:ea typeface="Pretendard"/>
                <a:cs typeface="Pretendard"/>
              </a:defRPr>
            </a:pPr>
            <a:r>
              <a:rPr sz="1725">
                <a:solidFill>
                  <a:srgbClr val="567D89"/>
                </a:solidFill>
                <a:latin typeface="Pretendard"/>
                <a:ea typeface="Pretendard"/>
                <a:cs typeface="Pretendard"/>
              </a:rPr>
              <a:t>총무의 첫 화면</a:t>
            </a:r>
          </a:p>
        </p:txBody>
      </p:sp>
      <p:pic>
        <p:nvPicPr>
          <p:cNvPr id="5" name="">
            <a:extLst xmlns:a="http://schemas.openxmlformats.org/drawingml/2006/main">
              <a:ext uri="{FF2B5EF4-FFF2-40B4-BE49-F238E27FC236}">
                <a16:creationId xmlns:a16="http://schemas.microsoft.com/office/drawing/2014/main" id="{61B27B4F-95D3-4B77-9CB9-3CF7BD7B812E}"/>
              </a:ext>
            </a:extLst>
          </p:cNvPr>
          <p:cNvPicPr>
            <a:picLocks xmlns:a="http://schemas.openxmlformats.org/drawingml/2006/main" noChangeAspect="1"/>
          </p:cNvPicPr>
          <p:nvPr/>
        </p:nvPicPr>
        <p:blipFill>
          <a:blip xmlns:r="http://schemas.openxmlformats.org/officeDocument/2006/relationships" xmlns:a="http://schemas.openxmlformats.org/drawingml/2006/main" r:embed="R2564b257462249b8"/>
          <a:stretch xmlns:a="http://schemas.openxmlformats.org/drawingml/2006/main"/>
        </p:blipFill>
        <p:spPr>
          <a:xfrm xmlns:a="http://schemas.openxmlformats.org/drawingml/2006/main">
            <a:off x="3143250" y="1323975"/>
            <a:ext cx="5962650" cy="3184757"/>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00A69EEE-8B23-4D78-BCA8-7CCBB0D8EAD8}"/>
              </a:ext>
            </a:extLst>
          </p:cNvPr>
          <p:cNvSpPr>
            <a:spLocks xmlns:a="http://schemas.openxmlformats.org/drawingml/2006/main" noGrp="1"/>
          </p:cNvSpPr>
          <p:nvPr/>
        </p:nvSpPr>
        <p:spPr>
          <a:xfrm xmlns:a="http://schemas.openxmlformats.org/drawingml/2006/main">
            <a:off x="4209512" y="1585864"/>
            <a:ext cx="3830126" cy="2403766"/>
          </a:xfrm>
          <a:prstGeom xmlns:a="http://schemas.openxmlformats.org/drawingml/2006/main" prst="rect">
            <a:avLst/>
          </a:prstGeom>
          <a:solidFill xmlns:a="http://schemas.openxmlformats.org/drawingml/2006/main">
            <a:srgbClr val="FFFFFF"/>
          </a:solidFill>
          <a:ln xmlns:a="http://schemas.openxmlformats.org/drawingml/2006/main" w="0">
            <a:noFill/>
          </a:ln>
        </p:spPr>
      </p:sp>
      <p:pic>
        <p:nvPicPr>
          <p:cNvPr id="7" name="">
            <a:extLst xmlns:a="http://schemas.openxmlformats.org/drawingml/2006/main">
              <a:ext uri="{FF2B5EF4-FFF2-40B4-BE49-F238E27FC236}">
                <a16:creationId xmlns:a16="http://schemas.microsoft.com/office/drawing/2014/main" id="{A0C94BF9-4EB5-461E-9245-0373F0CB86DA}"/>
              </a:ext>
            </a:extLst>
          </p:cNvPr>
          <p:cNvPicPr>
            <a:picLocks xmlns:a="http://schemas.openxmlformats.org/drawingml/2006/main" noChangeAspect="1"/>
          </p:cNvPicPr>
          <p:nvPr/>
        </p:nvPicPr>
        <p:blipFill>
          <a:blip xmlns:r="http://schemas.openxmlformats.org/officeDocument/2006/relationships" xmlns:a="http://schemas.openxmlformats.org/drawingml/2006/main" r:embed="Rbedbd919791947c7"/>
          <a:stretch xmlns:a="http://schemas.openxmlformats.org/drawingml/2006/main"/>
        </p:blipFill>
        <p:spPr>
          <a:xfrm xmlns:a="http://schemas.openxmlformats.org/drawingml/2006/main">
            <a:off x="4209512" y="1709862"/>
            <a:ext cx="3830126" cy="2155770"/>
          </a:xfrm>
          <a:prstGeom xmlns:a="http://schemas.openxmlformats.org/drawingml/2006/main" prst="rect">
            <a:avLst/>
          </a:prstGeom>
        </p:spPr>
      </p:pic>
    </p:spTree>
    <p:extLst>
      <p:ext uri="{BB962C8B-B14F-4D97-AF65-F5344CB8AC3E}">
        <p14:creationId xmlns:p14="http://schemas.microsoft.com/office/powerpoint/2010/main" val="904516911"/>
      </p:ext>
    </p:extLst>
  </p:cSld>
</p:sld>
</file>

<file path=ppt/slides/slide14.xml><?xml version="1.0" encoding="utf-8"?>
<p:sld xmlns:p="http://schemas.openxmlformats.org/presentationml/2006/main">
  <p:cSld>
    <p:bg>
      <p:bgPr>
        <a:solidFill xmlns:a="http://schemas.openxmlformats.org/drawingml/2006/main">
          <a:srgbClr val="E5EDEA"/>
        </a:solidFill>
      </p:bgPr>
    </p:bg>
    <p:spTree>
      <p:nvGrpSpPr>
        <p:cNvPr id="1" name=""/>
        <p:cNvGrpSpPr/>
        <p:nvPr/>
      </p:nvGrpSpPr>
      <p:grpSpPr>
        <a:xfrm xmlns:a="http://schemas.openxmlformats.org/drawingml/2006/main"/>
      </p:grpSpPr>
      <p:sp>
        <p:nvSpPr>
          <p:cNvPr id="8" name="설립 준비">
            <a:extLst xmlns:a="http://schemas.openxmlformats.org/drawingml/2006/main">
              <a:ext uri="{FF2B5EF4-FFF2-40B4-BE49-F238E27FC236}">
                <a16:creationId xmlns:a16="http://schemas.microsoft.com/office/drawing/2014/main" id="{C71E021E-FD0A-4E08-88C2-6B33D0E013AC}"/>
              </a:ext>
            </a:extLst>
          </p:cNvPr>
          <p:cNvSpPr>
            <a:spLocks xmlns:a="http://schemas.openxmlformats.org/drawingml/2006/main" noGrp="1"/>
          </p:cNvSpPr>
          <p:nvPr/>
        </p:nvSpPr>
        <p:spPr>
          <a:xfrm xmlns:a="http://schemas.openxmlformats.org/drawingml/2006/main">
            <a:off x="504825" y="257175"/>
            <a:ext cx="6286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a:solidFill>
                  <a:srgbClr val="687568"/>
                </a:solidFill>
                <a:latin typeface="Pretendard"/>
                <a:ea typeface="Pretendard"/>
                <a:cs typeface="Pretendard"/>
              </a:defRPr>
            </a:defPPr>
          </a:lstStyle>
          <a:p xmlns:a="http://schemas.openxmlformats.org/drawingml/2006/main">
            <a:pPr algn="l">
              <a:defRPr sz="1050">
                <a:solidFill>
                  <a:srgbClr val="687568"/>
                </a:solidFill>
                <a:latin typeface="Pretendard"/>
                <a:ea typeface="Pretendard"/>
                <a:cs typeface="Pretendard"/>
              </a:defRPr>
            </a:pPr>
            <a:r>
              <a:rPr sz="1050">
                <a:solidFill>
                  <a:srgbClr val="687568"/>
                </a:solidFill>
                <a:latin typeface="Pretendard"/>
                <a:ea typeface="Pretendard"/>
                <a:cs typeface="Pretendard"/>
              </a:rPr>
              <a:t>설립 준비</a:t>
            </a:r>
          </a:p>
        </p:txBody>
      </p:sp>
      <p:sp>
        <p:nvSpPr>
          <p:cNvPr id="2" name="14">
            <a:extLst xmlns:a="http://schemas.openxmlformats.org/drawingml/2006/main">
              <a:ext uri="{FF2B5EF4-FFF2-40B4-BE49-F238E27FC236}">
                <a16:creationId xmlns:a16="http://schemas.microsoft.com/office/drawing/2014/main" id="{F5BB996A-BC18-4E86-99D9-362D60C209DB}"/>
              </a:ext>
            </a:extLst>
          </p:cNvPr>
          <p:cNvSpPr>
            <a:spLocks xmlns:a="http://schemas.openxmlformats.org/drawingml/2006/main" noGrp="1"/>
          </p:cNvSpPr>
          <p:nvPr/>
        </p:nvSpPr>
        <p:spPr>
          <a:xfrm xmlns:a="http://schemas.openxmlformats.org/drawingml/2006/main">
            <a:off x="8534400" y="4781550"/>
            <a:ext cx="2952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975" b="0">
                <a:solidFill>
                  <a:srgbClr val="687568"/>
                </a:solidFill>
                <a:latin typeface="Pretendard"/>
                <a:ea typeface="Pretendard"/>
                <a:cs typeface="Pretendard"/>
              </a:defRPr>
            </a:defPPr>
          </a:lstStyle>
          <a:p xmlns:a="http://schemas.openxmlformats.org/drawingml/2006/main">
            <a:pPr algn="r">
              <a:defRPr sz="975" b="0">
                <a:solidFill>
                  <a:srgbClr val="687568"/>
                </a:solidFill>
                <a:latin typeface="Pretendard"/>
                <a:ea typeface="Pretendard"/>
                <a:cs typeface="Pretendard"/>
              </a:defRPr>
            </a:pPr>
            <a:r>
              <a:rPr sz="975" b="0">
                <a:solidFill>
                  <a:srgbClr val="687568"/>
                </a:solidFill>
                <a:latin typeface="Pretendard"/>
                <a:ea typeface="Pretendard"/>
                <a:cs typeface="Pretendard"/>
              </a:rPr>
              <a:t>14</a:t>
            </a:r>
          </a:p>
        </p:txBody>
      </p:sp>
      <p:pic>
        <p:nvPicPr>
          <p:cNvPr id="3" name="">
            <a:extLst xmlns:a="http://schemas.openxmlformats.org/drawingml/2006/main">
              <a:ext uri="{FF2B5EF4-FFF2-40B4-BE49-F238E27FC236}">
                <a16:creationId xmlns:a16="http://schemas.microsoft.com/office/drawing/2014/main" id="{38733742-F5D1-4316-BFAD-ECFBBE8450F8}"/>
              </a:ext>
            </a:extLst>
          </p:cNvPr>
          <p:cNvPicPr>
            <a:picLocks xmlns:a="http://schemas.openxmlformats.org/drawingml/2006/main" noChangeAspect="1"/>
          </p:cNvPicPr>
          <p:nvPr/>
        </p:nvPicPr>
        <p:blipFill>
          <a:blip xmlns:r="http://schemas.openxmlformats.org/officeDocument/2006/relationships" xmlns:a="http://schemas.openxmlformats.org/drawingml/2006/main" r:embed="Re2470f32bdb0480e"/>
          <a:stretch xmlns:a="http://schemas.openxmlformats.org/drawingml/2006/main"/>
        </p:blipFill>
        <p:spPr>
          <a:xfrm xmlns:a="http://schemas.openxmlformats.org/drawingml/2006/main">
            <a:off x="47625" y="1285875"/>
            <a:ext cx="6010275" cy="3210194"/>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A0B395C3-169B-4791-BBC1-590088577AD8}"/>
              </a:ext>
            </a:extLst>
          </p:cNvPr>
          <p:cNvSpPr>
            <a:spLocks xmlns:a="http://schemas.openxmlformats.org/drawingml/2006/main" noGrp="1"/>
          </p:cNvSpPr>
          <p:nvPr/>
        </p:nvSpPr>
        <p:spPr>
          <a:xfrm xmlns:a="http://schemas.openxmlformats.org/drawingml/2006/main">
            <a:off x="1122404" y="1549856"/>
            <a:ext cx="3860718" cy="2422966"/>
          </a:xfrm>
          <a:prstGeom xmlns:a="http://schemas.openxmlformats.org/drawingml/2006/main" prst="rect">
            <a:avLst/>
          </a:prstGeom>
          <a:solidFill xmlns:a="http://schemas.openxmlformats.org/drawingml/2006/main">
            <a:srgbClr val="FFFFFF"/>
          </a:solidFill>
          <a:ln xmlns:a="http://schemas.openxmlformats.org/drawingml/2006/main" w="0">
            <a:noFill/>
          </a:ln>
        </p:spPr>
      </p:sp>
      <p:pic>
        <p:nvPicPr>
          <p:cNvPr id="5" name="">
            <a:extLst xmlns:a="http://schemas.openxmlformats.org/drawingml/2006/main">
              <a:ext uri="{FF2B5EF4-FFF2-40B4-BE49-F238E27FC236}">
                <a16:creationId xmlns:a16="http://schemas.microsoft.com/office/drawing/2014/main" id="{067490AB-9545-474E-B2F8-B5ADCABF290D}"/>
              </a:ext>
            </a:extLst>
          </p:cNvPr>
          <p:cNvPicPr>
            <a:picLocks xmlns:a="http://schemas.openxmlformats.org/drawingml/2006/main" noChangeAspect="1"/>
          </p:cNvPicPr>
          <p:nvPr/>
        </p:nvPicPr>
        <p:blipFill>
          <a:blip xmlns:r="http://schemas.openxmlformats.org/officeDocument/2006/relationships" xmlns:a="http://schemas.openxmlformats.org/drawingml/2006/main" r:embed="Rc1144a41f6204d76"/>
          <a:stretch xmlns:a="http://schemas.openxmlformats.org/drawingml/2006/main"/>
        </p:blipFill>
        <p:spPr>
          <a:xfrm xmlns:a="http://schemas.openxmlformats.org/drawingml/2006/main">
            <a:off x="1122404" y="1674844"/>
            <a:ext cx="3860718" cy="2172989"/>
          </a:xfrm>
          <a:prstGeom xmlns:a="http://schemas.openxmlformats.org/drawingml/2006/main" prst="rect">
            <a:avLst/>
          </a:prstGeom>
        </p:spPr>
      </p:pic>
      <p:sp>
        <p:nvSpPr>
          <p:cNvPr id="6" name="첫 서류부터 빠짐없이.">
            <a:extLst xmlns:a="http://schemas.openxmlformats.org/drawingml/2006/main">
              <a:ext uri="{FF2B5EF4-FFF2-40B4-BE49-F238E27FC236}">
                <a16:creationId xmlns:a16="http://schemas.microsoft.com/office/drawing/2014/main" id="{BD79EBFE-0F5F-4CFD-B827-556D5B2FEA2C}"/>
              </a:ext>
            </a:extLst>
          </p:cNvPr>
          <p:cNvSpPr>
            <a:spLocks xmlns:a="http://schemas.openxmlformats.org/drawingml/2006/main" noGrp="1"/>
          </p:cNvSpPr>
          <p:nvPr/>
        </p:nvSpPr>
        <p:spPr>
          <a:xfrm xmlns:a="http://schemas.openxmlformats.org/drawingml/2006/main">
            <a:off x="5514975" y="914400"/>
            <a:ext cx="3448050" cy="1514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825" b="1">
                <a:solidFill>
                  <a:srgbClr val="183E35"/>
                </a:solidFill>
                <a:latin typeface="Pretendard"/>
                <a:ea typeface="Pretendard"/>
                <a:cs typeface="Pretendard"/>
              </a:defRPr>
            </a:defPPr>
          </a:lstStyle>
          <a:p xmlns:a="http://schemas.openxmlformats.org/drawingml/2006/main">
            <a:pPr algn="l">
              <a:defRPr sz="3825" b="1">
                <a:solidFill>
                  <a:srgbClr val="183E35"/>
                </a:solidFill>
                <a:latin typeface="Pretendard"/>
                <a:ea typeface="Pretendard"/>
                <a:cs typeface="Pretendard"/>
              </a:defRPr>
            </a:pPr>
            <a:r>
              <a:rPr sz="3825" b="1">
                <a:solidFill>
                  <a:srgbClr val="183E35"/>
                </a:solidFill>
                <a:latin typeface="Pretendard"/>
                <a:ea typeface="Pretendard"/>
                <a:cs typeface="Pretendard"/>
              </a:rPr>
              <a:t>첫 서류부터</a:t>
            </a:r>
          </a:p>
          <a:p xmlns:a="http://schemas.openxmlformats.org/drawingml/2006/main">
            <a:pPr algn="l">
              <a:defRPr sz="3825" b="1">
                <a:solidFill>
                  <a:srgbClr val="183E35"/>
                </a:solidFill>
                <a:latin typeface="Pretendard"/>
                <a:ea typeface="Pretendard"/>
                <a:cs typeface="Pretendard"/>
              </a:defRPr>
            </a:pPr>
            <a:r>
              <a:rPr sz="3825" b="1">
                <a:solidFill>
                  <a:srgbClr val="183E35"/>
                </a:solidFill>
                <a:latin typeface="Pretendard"/>
                <a:ea typeface="Pretendard"/>
                <a:cs typeface="Pretendard"/>
              </a:rPr>
              <a:t>빠짐없이.</a:t>
            </a:r>
          </a:p>
        </p:txBody>
      </p:sp>
      <p:sp>
        <p:nvSpPr>
          <p:cNvPr id="7" name="보유 서류 추가 확인 법무사 후보">
            <a:extLst xmlns:a="http://schemas.openxmlformats.org/drawingml/2006/main">
              <a:ext uri="{FF2B5EF4-FFF2-40B4-BE49-F238E27FC236}">
                <a16:creationId xmlns:a16="http://schemas.microsoft.com/office/drawing/2014/main" id="{ACC5542D-50EB-4EA8-9251-82E38AB7BB35}"/>
              </a:ext>
            </a:extLst>
          </p:cNvPr>
          <p:cNvSpPr>
            <a:spLocks xmlns:a="http://schemas.openxmlformats.org/drawingml/2006/main" noGrp="1"/>
          </p:cNvSpPr>
          <p:nvPr/>
        </p:nvSpPr>
        <p:spPr>
          <a:xfrm xmlns:a="http://schemas.openxmlformats.org/drawingml/2006/main">
            <a:off x="6038850" y="2933700"/>
            <a:ext cx="2714625" cy="1152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a:solidFill>
                  <a:srgbClr val="567D89"/>
                </a:solidFill>
                <a:latin typeface="Pretendard"/>
                <a:ea typeface="Pretendard"/>
                <a:cs typeface="Pretendard"/>
              </a:defRPr>
            </a:defPPr>
          </a:lstStyle>
          <a:p xmlns:a="http://schemas.openxmlformats.org/drawingml/2006/main">
            <a:pPr algn="l">
              <a:defRPr sz="1875">
                <a:solidFill>
                  <a:srgbClr val="567D89"/>
                </a:solidFill>
                <a:latin typeface="Pretendard"/>
                <a:ea typeface="Pretendard"/>
                <a:cs typeface="Pretendard"/>
              </a:defRPr>
            </a:pPr>
            <a:r>
              <a:rPr sz="1875">
                <a:solidFill>
                  <a:srgbClr val="567D89"/>
                </a:solidFill>
                <a:latin typeface="Pretendard"/>
                <a:ea typeface="Pretendard"/>
                <a:cs typeface="Pretendard"/>
              </a:rPr>
              <a:t>보유 서류</a:t>
            </a:r>
          </a:p>
          <a:p xmlns:a="http://schemas.openxmlformats.org/drawingml/2006/main">
            <a:pPr algn="l">
              <a:defRPr sz="1875">
                <a:solidFill>
                  <a:srgbClr val="567D89"/>
                </a:solidFill>
                <a:latin typeface="Pretendard"/>
                <a:ea typeface="Pretendard"/>
                <a:cs typeface="Pretendard"/>
              </a:defRPr>
            </a:pPr>
            <a:r>
              <a:rPr sz="1875">
                <a:solidFill>
                  <a:srgbClr val="567D89"/>
                </a:solidFill>
                <a:latin typeface="Pretendard"/>
                <a:ea typeface="Pretendard"/>
                <a:cs typeface="Pretendard"/>
              </a:rPr>
              <a:t>추가 확인</a:t>
            </a:r>
          </a:p>
          <a:p xmlns:a="http://schemas.openxmlformats.org/drawingml/2006/main">
            <a:pPr algn="l">
              <a:defRPr sz="1875">
                <a:solidFill>
                  <a:srgbClr val="567D89"/>
                </a:solidFill>
                <a:latin typeface="Pretendard"/>
                <a:ea typeface="Pretendard"/>
                <a:cs typeface="Pretendard"/>
              </a:defRPr>
            </a:pPr>
            <a:r>
              <a:rPr sz="1875">
                <a:solidFill>
                  <a:srgbClr val="567D89"/>
                </a:solidFill>
                <a:latin typeface="Pretendard"/>
                <a:ea typeface="Pretendard"/>
                <a:cs typeface="Pretendard"/>
              </a:rPr>
              <a:t>법무사 후보</a:t>
            </a:r>
          </a:p>
        </p:txBody>
      </p:sp>
    </p:spTree>
    <p:extLst>
      <p:ext uri="{BB962C8B-B14F-4D97-AF65-F5344CB8AC3E}">
        <p14:creationId xmlns:p14="http://schemas.microsoft.com/office/powerpoint/2010/main" val="610341565"/>
      </p:ext>
    </p:extLst>
  </p:cSld>
</p:sld>
</file>

<file path=ppt/slides/slide15.xml><?xml version="1.0" encoding="utf-8"?>
<p:sld xmlns:p="http://schemas.openxmlformats.org/presentationml/2006/main">
  <p:cSld>
    <p:bg>
      <p:bgPr>
        <a:solidFill xmlns:a="http://schemas.openxmlformats.org/drawingml/2006/main">
          <a:srgbClr val="173F49"/>
        </a:solidFill>
      </p:bgPr>
    </p:bg>
    <p:spTree>
      <p:nvGrpSpPr>
        <p:cNvPr id="1" name=""/>
        <p:cNvGrpSpPr/>
        <p:nvPr/>
      </p:nvGrpSpPr>
      <p:grpSpPr>
        <a:xfrm xmlns:a="http://schemas.openxmlformats.org/drawingml/2006/main"/>
      </p:grpSpPr>
      <p:sp>
        <p:nvSpPr>
          <p:cNvPr id="9" name="회의 녹음">
            <a:extLst xmlns:a="http://schemas.openxmlformats.org/drawingml/2006/main">
              <a:ext uri="{FF2B5EF4-FFF2-40B4-BE49-F238E27FC236}">
                <a16:creationId xmlns:a16="http://schemas.microsoft.com/office/drawing/2014/main" id="{A0AAE658-505D-407B-A224-A5FBA9867CBA}"/>
              </a:ext>
            </a:extLst>
          </p:cNvPr>
          <p:cNvSpPr>
            <a:spLocks xmlns:a="http://schemas.openxmlformats.org/drawingml/2006/main" noGrp="1"/>
          </p:cNvSpPr>
          <p:nvPr/>
        </p:nvSpPr>
        <p:spPr>
          <a:xfrm xmlns:a="http://schemas.openxmlformats.org/drawingml/2006/main">
            <a:off x="504825" y="257175"/>
            <a:ext cx="6286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a:solidFill>
                  <a:srgbClr val="BDCFCA"/>
                </a:solidFill>
                <a:latin typeface="Pretendard"/>
                <a:ea typeface="Pretendard"/>
                <a:cs typeface="Pretendard"/>
              </a:defRPr>
            </a:defPPr>
          </a:lstStyle>
          <a:p xmlns:a="http://schemas.openxmlformats.org/drawingml/2006/main">
            <a:pPr algn="l">
              <a:defRPr sz="1050">
                <a:solidFill>
                  <a:srgbClr val="BDCFCA"/>
                </a:solidFill>
                <a:latin typeface="Pretendard"/>
                <a:ea typeface="Pretendard"/>
                <a:cs typeface="Pretendard"/>
              </a:defRPr>
            </a:pPr>
            <a:r>
              <a:rPr sz="1050">
                <a:solidFill>
                  <a:srgbClr val="BDCFCA"/>
                </a:solidFill>
                <a:latin typeface="Pretendard"/>
                <a:ea typeface="Pretendard"/>
                <a:cs typeface="Pretendard"/>
              </a:rPr>
              <a:t>회의 녹음</a:t>
            </a:r>
          </a:p>
        </p:txBody>
      </p:sp>
      <p:sp>
        <p:nvSpPr>
          <p:cNvPr id="2" name="15">
            <a:extLst xmlns:a="http://schemas.openxmlformats.org/drawingml/2006/main">
              <a:ext uri="{FF2B5EF4-FFF2-40B4-BE49-F238E27FC236}">
                <a16:creationId xmlns:a16="http://schemas.microsoft.com/office/drawing/2014/main" id="{8F53EAAF-8DEE-4D93-9E58-0CBABD9BE99A}"/>
              </a:ext>
            </a:extLst>
          </p:cNvPr>
          <p:cNvSpPr>
            <a:spLocks xmlns:a="http://schemas.openxmlformats.org/drawingml/2006/main" noGrp="1"/>
          </p:cNvSpPr>
          <p:nvPr/>
        </p:nvSpPr>
        <p:spPr>
          <a:xfrm xmlns:a="http://schemas.openxmlformats.org/drawingml/2006/main">
            <a:off x="8534400" y="4781550"/>
            <a:ext cx="2952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975" b="0">
                <a:solidFill>
                  <a:srgbClr val="BDCFCA"/>
                </a:solidFill>
                <a:latin typeface="Pretendard"/>
                <a:ea typeface="Pretendard"/>
                <a:cs typeface="Pretendard"/>
              </a:defRPr>
            </a:defPPr>
          </a:lstStyle>
          <a:p xmlns:a="http://schemas.openxmlformats.org/drawingml/2006/main">
            <a:pPr algn="r">
              <a:defRPr sz="975" b="0">
                <a:solidFill>
                  <a:srgbClr val="BDCFCA"/>
                </a:solidFill>
                <a:latin typeface="Pretendard"/>
                <a:ea typeface="Pretendard"/>
                <a:cs typeface="Pretendard"/>
              </a:defRPr>
            </a:pPr>
            <a:r>
              <a:rPr sz="975" b="0">
                <a:solidFill>
                  <a:srgbClr val="BDCFCA"/>
                </a:solidFill>
                <a:latin typeface="Pretendard"/>
                <a:ea typeface="Pretendard"/>
                <a:cs typeface="Pretendard"/>
              </a:rPr>
              <a:t>15</a:t>
            </a:r>
          </a:p>
        </p:txBody>
      </p:sp>
      <p:sp>
        <p:nvSpPr>
          <p:cNvPr id="3" name="말한 내용을 회의록으로.">
            <a:extLst xmlns:a="http://schemas.openxmlformats.org/drawingml/2006/main">
              <a:ext uri="{FF2B5EF4-FFF2-40B4-BE49-F238E27FC236}">
                <a16:creationId xmlns:a16="http://schemas.microsoft.com/office/drawing/2014/main" id="{05BA7F00-EAD0-4F50-A948-60C09E870F79}"/>
              </a:ext>
            </a:extLst>
          </p:cNvPr>
          <p:cNvSpPr>
            <a:spLocks xmlns:a="http://schemas.openxmlformats.org/drawingml/2006/main" noGrp="1"/>
          </p:cNvSpPr>
          <p:nvPr/>
        </p:nvSpPr>
        <p:spPr>
          <a:xfrm xmlns:a="http://schemas.openxmlformats.org/drawingml/2006/main">
            <a:off x="514350" y="1095375"/>
            <a:ext cx="5410200" cy="1819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4650" b="1">
                <a:solidFill>
                  <a:srgbClr val="F5F2E9"/>
                </a:solidFill>
                <a:latin typeface="Pretendard"/>
                <a:ea typeface="Pretendard"/>
                <a:cs typeface="Pretendard"/>
              </a:defRPr>
            </a:defPPr>
          </a:lstStyle>
          <a:p xmlns:a="http://schemas.openxmlformats.org/drawingml/2006/main">
            <a:pPr algn="l">
              <a:defRPr sz="4650" b="1">
                <a:solidFill>
                  <a:srgbClr val="F5F2E9"/>
                </a:solidFill>
                <a:latin typeface="Pretendard"/>
                <a:ea typeface="Pretendard"/>
                <a:cs typeface="Pretendard"/>
              </a:defRPr>
            </a:pPr>
            <a:r>
              <a:rPr sz="4650" b="1">
                <a:solidFill>
                  <a:srgbClr val="F5F2E9"/>
                </a:solidFill>
                <a:latin typeface="Pretendard"/>
                <a:ea typeface="Pretendard"/>
                <a:cs typeface="Pretendard"/>
              </a:rPr>
              <a:t>말한 내용을</a:t>
            </a:r>
          </a:p>
          <a:p xmlns:a="http://schemas.openxmlformats.org/drawingml/2006/main">
            <a:pPr algn="l">
              <a:defRPr sz="4650" b="1">
                <a:solidFill>
                  <a:srgbClr val="F5F2E9"/>
                </a:solidFill>
                <a:latin typeface="Pretendard"/>
                <a:ea typeface="Pretendard"/>
                <a:cs typeface="Pretendard"/>
              </a:defRPr>
            </a:pPr>
            <a:r>
              <a:rPr sz="4650" b="1">
                <a:solidFill>
                  <a:srgbClr val="F5F2E9"/>
                </a:solidFill>
                <a:latin typeface="Pretendard"/>
                <a:ea typeface="Pretendard"/>
                <a:cs typeface="Pretendard"/>
              </a:rPr>
              <a:t>회의록으로.</a:t>
            </a:r>
          </a:p>
        </p:txBody>
      </p:sp>
      <p:pic>
        <p:nvPicPr>
          <p:cNvPr id="4" name="">
            <a:extLst xmlns:a="http://schemas.openxmlformats.org/drawingml/2006/main">
              <a:ext uri="{FF2B5EF4-FFF2-40B4-BE49-F238E27FC236}">
                <a16:creationId xmlns:a16="http://schemas.microsoft.com/office/drawing/2014/main" id="{656EBC98-68F8-47E4-90F4-8C47FEB2CECC}"/>
              </a:ext>
            </a:extLst>
          </p:cNvPr>
          <p:cNvPicPr>
            <a:picLocks xmlns:a="http://schemas.openxmlformats.org/drawingml/2006/main" noChangeAspect="1"/>
          </p:cNvPicPr>
          <p:nvPr/>
        </p:nvPicPr>
        <p:blipFill>
          <a:blip xmlns:r="http://schemas.openxmlformats.org/officeDocument/2006/relationships" xmlns:a="http://schemas.openxmlformats.org/drawingml/2006/main" r:embed="R7b8cbe2133514478"/>
          <a:stretch xmlns:a="http://schemas.openxmlformats.org/drawingml/2006/main"/>
        </p:blipFill>
        <p:spPr>
          <a:xfrm xmlns:a="http://schemas.openxmlformats.org/drawingml/2006/main">
            <a:off x="590550" y="3514725"/>
            <a:ext cx="485775" cy="485775"/>
          </a:xfrm>
          <a:prstGeom xmlns:a="http://schemas.openxmlformats.org/drawingml/2006/main" prst="rect">
            <a:avLst/>
          </a:prstGeom>
        </p:spPr>
      </p:pic>
      <p:sp>
        <p:nvSpPr>
          <p:cNvPr id="5" name="녹음에서 검토까지">
            <a:extLst xmlns:a="http://schemas.openxmlformats.org/drawingml/2006/main">
              <a:ext uri="{FF2B5EF4-FFF2-40B4-BE49-F238E27FC236}">
                <a16:creationId xmlns:a16="http://schemas.microsoft.com/office/drawing/2014/main" id="{7B913739-16DE-4F94-BA9C-E05F759CC477}"/>
              </a:ext>
            </a:extLst>
          </p:cNvPr>
          <p:cNvSpPr>
            <a:spLocks xmlns:a="http://schemas.openxmlformats.org/drawingml/2006/main" noGrp="1"/>
          </p:cNvSpPr>
          <p:nvPr/>
        </p:nvSpPr>
        <p:spPr>
          <a:xfrm xmlns:a="http://schemas.openxmlformats.org/drawingml/2006/main">
            <a:off x="1285875" y="3629025"/>
            <a:ext cx="414337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00">
                <a:solidFill>
                  <a:srgbClr val="BDCFCA"/>
                </a:solidFill>
                <a:latin typeface="Pretendard"/>
                <a:ea typeface="Pretendard"/>
                <a:cs typeface="Pretendard"/>
              </a:defRPr>
            </a:defPPr>
          </a:lstStyle>
          <a:p xmlns:a="http://schemas.openxmlformats.org/drawingml/2006/main">
            <a:pPr algn="l">
              <a:defRPr sz="1800">
                <a:solidFill>
                  <a:srgbClr val="BDCFCA"/>
                </a:solidFill>
                <a:latin typeface="Pretendard"/>
                <a:ea typeface="Pretendard"/>
                <a:cs typeface="Pretendard"/>
              </a:defRPr>
            </a:pPr>
            <a:r>
              <a:rPr sz="1800">
                <a:solidFill>
                  <a:srgbClr val="BDCFCA"/>
                </a:solidFill>
                <a:latin typeface="Pretendard"/>
                <a:ea typeface="Pretendard"/>
                <a:cs typeface="Pretendard"/>
              </a:rPr>
              <a:t>녹음에서 검토까지</a:t>
            </a:r>
          </a:p>
        </p:txBody>
      </p:sp>
      <p:pic>
        <p:nvPicPr>
          <p:cNvPr id="6" name="">
            <a:extLst xmlns:a="http://schemas.openxmlformats.org/drawingml/2006/main">
              <a:ext uri="{FF2B5EF4-FFF2-40B4-BE49-F238E27FC236}">
                <a16:creationId xmlns:a16="http://schemas.microsoft.com/office/drawing/2014/main" id="{66E378D5-497B-42BB-95F9-898F3FF83356}"/>
              </a:ext>
            </a:extLst>
          </p:cNvPr>
          <p:cNvPicPr>
            <a:picLocks xmlns:a="http://schemas.openxmlformats.org/drawingml/2006/main" noChangeAspect="1"/>
          </p:cNvPicPr>
          <p:nvPr/>
        </p:nvPicPr>
        <p:blipFill>
          <a:blip xmlns:r="http://schemas.openxmlformats.org/officeDocument/2006/relationships" xmlns:a="http://schemas.openxmlformats.org/drawingml/2006/main" r:embed="Rc86fbe49a1c0425d"/>
          <a:stretch xmlns:a="http://schemas.openxmlformats.org/drawingml/2006/main"/>
        </p:blipFill>
        <p:spPr>
          <a:xfrm xmlns:a="http://schemas.openxmlformats.org/drawingml/2006/main">
            <a:off x="6191250" y="476250"/>
            <a:ext cx="2396490" cy="4371975"/>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A1979B0A-E6E9-456F-817C-069A99F31A5B}"/>
              </a:ext>
            </a:extLst>
          </p:cNvPr>
          <p:cNvSpPr>
            <a:spLocks xmlns:a="http://schemas.openxmlformats.org/drawingml/2006/main" noGrp="1"/>
          </p:cNvSpPr>
          <p:nvPr/>
        </p:nvSpPr>
        <p:spPr>
          <a:xfrm xmlns:a="http://schemas.openxmlformats.org/drawingml/2006/main">
            <a:off x="6498908" y="945833"/>
            <a:ext cx="1773079" cy="3137297"/>
          </a:xfrm>
          <a:prstGeom xmlns:a="http://schemas.openxmlformats.org/drawingml/2006/main" prst="rect">
            <a:avLst/>
          </a:prstGeom>
          <a:solidFill xmlns:a="http://schemas.openxmlformats.org/drawingml/2006/main">
            <a:srgbClr val="FFFFFF"/>
          </a:solidFill>
          <a:ln xmlns:a="http://schemas.openxmlformats.org/drawingml/2006/main" w="0">
            <a:noFill/>
          </a:ln>
        </p:spPr>
      </p:sp>
      <p:pic>
        <p:nvPicPr>
          <p:cNvPr id="8" name="">
            <a:extLst xmlns:a="http://schemas.openxmlformats.org/drawingml/2006/main">
              <a:ext uri="{FF2B5EF4-FFF2-40B4-BE49-F238E27FC236}">
                <a16:creationId xmlns:a16="http://schemas.microsoft.com/office/drawing/2014/main" id="{931F15DC-7189-490B-A0F9-C7261EE31CAC}"/>
              </a:ext>
            </a:extLst>
          </p:cNvPr>
          <p:cNvPicPr>
            <a:picLocks xmlns:a="http://schemas.openxmlformats.org/drawingml/2006/main" noChangeAspect="1"/>
          </p:cNvPicPr>
          <p:nvPr/>
        </p:nvPicPr>
        <p:blipFill>
          <a:blip xmlns:r="http://schemas.openxmlformats.org/officeDocument/2006/relationships" xmlns:a="http://schemas.openxmlformats.org/drawingml/2006/main" r:embed="R09cc9ade0c2947f6"/>
          <a:stretch xmlns:a="http://schemas.openxmlformats.org/drawingml/2006/main"/>
        </p:blipFill>
        <p:spPr>
          <a:xfrm xmlns:a="http://schemas.openxmlformats.org/drawingml/2006/main">
            <a:off x="6503082" y="945833"/>
            <a:ext cx="1764729" cy="3137297"/>
          </a:xfrm>
          <a:prstGeom xmlns:a="http://schemas.openxmlformats.org/drawingml/2006/main" prst="rect">
            <a:avLst/>
          </a:prstGeom>
        </p:spPr>
      </p:pic>
    </p:spTree>
    <p:extLst>
      <p:ext uri="{BB962C8B-B14F-4D97-AF65-F5344CB8AC3E}">
        <p14:creationId xmlns:p14="http://schemas.microsoft.com/office/powerpoint/2010/main" val="2143052251"/>
      </p:ext>
    </p:extLst>
  </p:cSld>
</p:sld>
</file>

<file path=ppt/slides/slide16.xml><?xml version="1.0" encoding="utf-8"?>
<p:sld xmlns:p="http://schemas.openxmlformats.org/presentationml/2006/main">
  <p:cSld>
    <p:bg>
      <p:bgPr>
        <a:solidFill xmlns:a="http://schemas.openxmlformats.org/drawingml/2006/main">
          <a:srgbClr val="F5F2E9"/>
        </a:solidFill>
      </p:bgPr>
    </p:bg>
    <p:spTree>
      <p:nvGrpSpPr>
        <p:cNvPr id="1" name=""/>
        <p:cNvGrpSpPr/>
        <p:nvPr/>
      </p:nvGrpSpPr>
      <p:grpSpPr>
        <a:xfrm xmlns:a="http://schemas.openxmlformats.org/drawingml/2006/main"/>
      </p:grpSpPr>
      <p:sp>
        <p:nvSpPr>
          <p:cNvPr id="10" name="문서 검색과 초안">
            <a:extLst xmlns:a="http://schemas.openxmlformats.org/drawingml/2006/main">
              <a:ext uri="{FF2B5EF4-FFF2-40B4-BE49-F238E27FC236}">
                <a16:creationId xmlns:a16="http://schemas.microsoft.com/office/drawing/2014/main" id="{058CDF62-B32F-4DAF-A394-BE743E62CD8A}"/>
              </a:ext>
            </a:extLst>
          </p:cNvPr>
          <p:cNvSpPr>
            <a:spLocks xmlns:a="http://schemas.openxmlformats.org/drawingml/2006/main" noGrp="1"/>
          </p:cNvSpPr>
          <p:nvPr/>
        </p:nvSpPr>
        <p:spPr>
          <a:xfrm xmlns:a="http://schemas.openxmlformats.org/drawingml/2006/main">
            <a:off x="504825" y="257175"/>
            <a:ext cx="6286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a:solidFill>
                  <a:srgbClr val="687568"/>
                </a:solidFill>
                <a:latin typeface="Pretendard"/>
                <a:ea typeface="Pretendard"/>
                <a:cs typeface="Pretendard"/>
              </a:defRPr>
            </a:defPPr>
          </a:lstStyle>
          <a:p xmlns:a="http://schemas.openxmlformats.org/drawingml/2006/main">
            <a:pPr algn="l">
              <a:defRPr sz="1050">
                <a:solidFill>
                  <a:srgbClr val="687568"/>
                </a:solidFill>
                <a:latin typeface="Pretendard"/>
                <a:ea typeface="Pretendard"/>
                <a:cs typeface="Pretendard"/>
              </a:defRPr>
            </a:pPr>
            <a:r>
              <a:rPr sz="1050">
                <a:solidFill>
                  <a:srgbClr val="687568"/>
                </a:solidFill>
                <a:latin typeface="Pretendard"/>
                <a:ea typeface="Pretendard"/>
                <a:cs typeface="Pretendard"/>
              </a:rPr>
              <a:t>문서 검색과 초안</a:t>
            </a:r>
          </a:p>
        </p:txBody>
      </p:sp>
      <p:sp>
        <p:nvSpPr>
          <p:cNvPr id="2" name="16">
            <a:extLst xmlns:a="http://schemas.openxmlformats.org/drawingml/2006/main">
              <a:ext uri="{FF2B5EF4-FFF2-40B4-BE49-F238E27FC236}">
                <a16:creationId xmlns:a16="http://schemas.microsoft.com/office/drawing/2014/main" id="{81C8C6A7-2F9C-495E-9452-B058353EE252}"/>
              </a:ext>
            </a:extLst>
          </p:cNvPr>
          <p:cNvSpPr>
            <a:spLocks xmlns:a="http://schemas.openxmlformats.org/drawingml/2006/main" noGrp="1"/>
          </p:cNvSpPr>
          <p:nvPr/>
        </p:nvSpPr>
        <p:spPr>
          <a:xfrm xmlns:a="http://schemas.openxmlformats.org/drawingml/2006/main">
            <a:off x="8534400" y="4781550"/>
            <a:ext cx="2952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975" b="0">
                <a:solidFill>
                  <a:srgbClr val="687568"/>
                </a:solidFill>
                <a:latin typeface="Pretendard"/>
                <a:ea typeface="Pretendard"/>
                <a:cs typeface="Pretendard"/>
              </a:defRPr>
            </a:defPPr>
          </a:lstStyle>
          <a:p xmlns:a="http://schemas.openxmlformats.org/drawingml/2006/main">
            <a:pPr algn="r">
              <a:defRPr sz="975" b="0">
                <a:solidFill>
                  <a:srgbClr val="687568"/>
                </a:solidFill>
                <a:latin typeface="Pretendard"/>
                <a:ea typeface="Pretendard"/>
                <a:cs typeface="Pretendard"/>
              </a:defRPr>
            </a:pPr>
            <a:r>
              <a:rPr sz="975" b="0">
                <a:solidFill>
                  <a:srgbClr val="687568"/>
                </a:solidFill>
                <a:latin typeface="Pretendard"/>
                <a:ea typeface="Pretendard"/>
                <a:cs typeface="Pretendard"/>
              </a:rPr>
              <a:t>16</a:t>
            </a:r>
          </a:p>
        </p:txBody>
      </p:sp>
      <p:sp>
        <p:nvSpPr>
          <p:cNvPr id="3" name="지난 회의도, 이번 초안도.">
            <a:extLst xmlns:a="http://schemas.openxmlformats.org/drawingml/2006/main">
              <a:ext uri="{FF2B5EF4-FFF2-40B4-BE49-F238E27FC236}">
                <a16:creationId xmlns:a16="http://schemas.microsoft.com/office/drawing/2014/main" id="{65FB6E47-6D58-4A4B-AFD5-DC4BBE9F55C9}"/>
              </a:ext>
            </a:extLst>
          </p:cNvPr>
          <p:cNvSpPr>
            <a:spLocks xmlns:a="http://schemas.openxmlformats.org/drawingml/2006/main" noGrp="1"/>
          </p:cNvSpPr>
          <p:nvPr/>
        </p:nvSpPr>
        <p:spPr>
          <a:xfrm xmlns:a="http://schemas.openxmlformats.org/drawingml/2006/main">
            <a:off x="485775" y="647700"/>
            <a:ext cx="8334375"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675" b="1">
                <a:solidFill>
                  <a:srgbClr val="183E35"/>
                </a:solidFill>
                <a:latin typeface="Pretendard"/>
                <a:ea typeface="Pretendard"/>
                <a:cs typeface="Pretendard"/>
              </a:defRPr>
            </a:defPPr>
          </a:lstStyle>
          <a:p xmlns:a="http://schemas.openxmlformats.org/drawingml/2006/main">
            <a:pPr algn="l">
              <a:defRPr sz="3675" b="1">
                <a:solidFill>
                  <a:srgbClr val="183E35"/>
                </a:solidFill>
                <a:latin typeface="Pretendard"/>
                <a:ea typeface="Pretendard"/>
                <a:cs typeface="Pretendard"/>
              </a:defRPr>
            </a:pPr>
            <a:r>
              <a:rPr sz="3675" b="1">
                <a:solidFill>
                  <a:srgbClr val="183E35"/>
                </a:solidFill>
                <a:latin typeface="Pretendard"/>
                <a:ea typeface="Pretendard"/>
                <a:cs typeface="Pretendard"/>
              </a:rPr>
              <a:t>지난 회의도, 이번 초안도.</a:t>
            </a:r>
          </a:p>
        </p:txBody>
      </p:sp>
      <p:pic>
        <p:nvPicPr>
          <p:cNvPr id="4" name="">
            <a:extLst xmlns:a="http://schemas.openxmlformats.org/drawingml/2006/main">
              <a:ext uri="{FF2B5EF4-FFF2-40B4-BE49-F238E27FC236}">
                <a16:creationId xmlns:a16="http://schemas.microsoft.com/office/drawing/2014/main" id="{7BDAD4F5-35BF-41CA-82EC-D868E809BBE6}"/>
              </a:ext>
            </a:extLst>
          </p:cNvPr>
          <p:cNvPicPr>
            <a:picLocks xmlns:a="http://schemas.openxmlformats.org/drawingml/2006/main" noChangeAspect="1"/>
          </p:cNvPicPr>
          <p:nvPr/>
        </p:nvPicPr>
        <p:blipFill>
          <a:blip xmlns:r="http://schemas.openxmlformats.org/officeDocument/2006/relationships" xmlns:a="http://schemas.openxmlformats.org/drawingml/2006/main" r:embed="Rd09e3a36e24b4137"/>
          <a:stretch xmlns:a="http://schemas.openxmlformats.org/drawingml/2006/main"/>
        </p:blipFill>
        <p:spPr>
          <a:xfrm xmlns:a="http://schemas.openxmlformats.org/drawingml/2006/main">
            <a:off x="485775" y="1476375"/>
            <a:ext cx="5657850" cy="3021958"/>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2021BD0D-0455-41A5-8A71-389064948194}"/>
              </a:ext>
            </a:extLst>
          </p:cNvPr>
          <p:cNvSpPr>
            <a:spLocks xmlns:a="http://schemas.openxmlformats.org/drawingml/2006/main" noGrp="1"/>
          </p:cNvSpPr>
          <p:nvPr/>
        </p:nvSpPr>
        <p:spPr>
          <a:xfrm xmlns:a="http://schemas.openxmlformats.org/drawingml/2006/main">
            <a:off x="1497532" y="1724877"/>
            <a:ext cx="3634337" cy="2280890"/>
          </a:xfrm>
          <a:prstGeom xmlns:a="http://schemas.openxmlformats.org/drawingml/2006/main" prst="rect">
            <a:avLst/>
          </a:prstGeom>
          <a:solidFill xmlns:a="http://schemas.openxmlformats.org/drawingml/2006/main">
            <a:srgbClr val="FFFFFF"/>
          </a:solidFill>
          <a:ln xmlns:a="http://schemas.openxmlformats.org/drawingml/2006/main" w="0">
            <a:noFill/>
          </a:ln>
        </p:spPr>
      </p:sp>
      <p:pic>
        <p:nvPicPr>
          <p:cNvPr id="6" name="">
            <a:extLst xmlns:a="http://schemas.openxmlformats.org/drawingml/2006/main">
              <a:ext uri="{FF2B5EF4-FFF2-40B4-BE49-F238E27FC236}">
                <a16:creationId xmlns:a16="http://schemas.microsoft.com/office/drawing/2014/main" id="{E794839D-3898-4EFD-BA36-D3F26571F380}"/>
              </a:ext>
            </a:extLst>
          </p:cNvPr>
          <p:cNvPicPr>
            <a:picLocks xmlns:a="http://schemas.openxmlformats.org/drawingml/2006/main" noChangeAspect="1"/>
          </p:cNvPicPr>
          <p:nvPr/>
        </p:nvPicPr>
        <p:blipFill>
          <a:blip xmlns:r="http://schemas.openxmlformats.org/officeDocument/2006/relationships" xmlns:a="http://schemas.openxmlformats.org/drawingml/2006/main" r:embed="R3017c58e01d243c4"/>
          <a:stretch xmlns:a="http://schemas.openxmlformats.org/drawingml/2006/main"/>
        </p:blipFill>
        <p:spPr>
          <a:xfrm xmlns:a="http://schemas.openxmlformats.org/drawingml/2006/main">
            <a:off x="1497532" y="1843165"/>
            <a:ext cx="3634337" cy="2044314"/>
          </a:xfrm>
          <a:prstGeom xmlns:a="http://schemas.openxmlformats.org/drawingml/2006/main" prst="rect">
            <a:avLst/>
          </a:prstGeom>
        </p:spPr>
      </p:pic>
      <p:sp>
        <p:nvSpPr>
          <p:cNvPr id="7" name="원문">
            <a:extLst xmlns:a="http://schemas.openxmlformats.org/drawingml/2006/main">
              <a:ext uri="{FF2B5EF4-FFF2-40B4-BE49-F238E27FC236}">
                <a16:creationId xmlns:a16="http://schemas.microsoft.com/office/drawing/2014/main" id="{40ECB710-008A-4B36-898C-54419C76C384}"/>
              </a:ext>
            </a:extLst>
          </p:cNvPr>
          <p:cNvSpPr>
            <a:spLocks xmlns:a="http://schemas.openxmlformats.org/drawingml/2006/main" noGrp="1"/>
          </p:cNvSpPr>
          <p:nvPr/>
        </p:nvSpPr>
        <p:spPr>
          <a:xfrm xmlns:a="http://schemas.openxmlformats.org/drawingml/2006/main">
            <a:off x="7286625" y="2181225"/>
            <a:ext cx="15335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175" b="1">
                <a:solidFill>
                  <a:srgbClr val="183E35"/>
                </a:solidFill>
                <a:latin typeface="Pretendard"/>
                <a:ea typeface="Pretendard"/>
                <a:cs typeface="Pretendard"/>
              </a:defRPr>
            </a:defPPr>
          </a:lstStyle>
          <a:p xmlns:a="http://schemas.openxmlformats.org/drawingml/2006/main">
            <a:pPr algn="l">
              <a:defRPr sz="2175" b="1">
                <a:solidFill>
                  <a:srgbClr val="183E35"/>
                </a:solidFill>
                <a:latin typeface="Pretendard"/>
                <a:ea typeface="Pretendard"/>
                <a:cs typeface="Pretendard"/>
              </a:defRPr>
            </a:pPr>
            <a:r>
              <a:rPr sz="2175" b="1">
                <a:solidFill>
                  <a:srgbClr val="183E35"/>
                </a:solidFill>
                <a:latin typeface="Pretendard"/>
                <a:ea typeface="Pretendard"/>
                <a:cs typeface="Pretendard"/>
              </a:rPr>
              <a:t>원문</a:t>
            </a:r>
          </a:p>
        </p:txBody>
      </p:sp>
      <p:sp>
        <p:nvSpPr>
          <p:cNvPr id="8" name="버전">
            <a:extLst xmlns:a="http://schemas.openxmlformats.org/drawingml/2006/main">
              <a:ext uri="{FF2B5EF4-FFF2-40B4-BE49-F238E27FC236}">
                <a16:creationId xmlns:a16="http://schemas.microsoft.com/office/drawing/2014/main" id="{72CB2F4A-EF7D-47B4-9241-C244FF1C67C4}"/>
              </a:ext>
            </a:extLst>
          </p:cNvPr>
          <p:cNvSpPr>
            <a:spLocks xmlns:a="http://schemas.openxmlformats.org/drawingml/2006/main" noGrp="1"/>
          </p:cNvSpPr>
          <p:nvPr/>
        </p:nvSpPr>
        <p:spPr>
          <a:xfrm xmlns:a="http://schemas.openxmlformats.org/drawingml/2006/main">
            <a:off x="7286625" y="2886075"/>
            <a:ext cx="15335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175" b="1">
                <a:solidFill>
                  <a:srgbClr val="183E35"/>
                </a:solidFill>
                <a:latin typeface="Pretendard"/>
                <a:ea typeface="Pretendard"/>
                <a:cs typeface="Pretendard"/>
              </a:defRPr>
            </a:defPPr>
          </a:lstStyle>
          <a:p xmlns:a="http://schemas.openxmlformats.org/drawingml/2006/main">
            <a:pPr algn="l">
              <a:defRPr sz="2175" b="1">
                <a:solidFill>
                  <a:srgbClr val="183E35"/>
                </a:solidFill>
                <a:latin typeface="Pretendard"/>
                <a:ea typeface="Pretendard"/>
                <a:cs typeface="Pretendard"/>
              </a:defRPr>
            </a:pPr>
            <a:r>
              <a:rPr sz="2175" b="1">
                <a:solidFill>
                  <a:srgbClr val="183E35"/>
                </a:solidFill>
                <a:latin typeface="Pretendard"/>
                <a:ea typeface="Pretendard"/>
                <a:cs typeface="Pretendard"/>
              </a:rPr>
              <a:t>버전</a:t>
            </a:r>
          </a:p>
        </p:txBody>
      </p:sp>
      <p:sp>
        <p:nvSpPr>
          <p:cNvPr id="9" name="초안">
            <a:extLst xmlns:a="http://schemas.openxmlformats.org/drawingml/2006/main">
              <a:ext uri="{FF2B5EF4-FFF2-40B4-BE49-F238E27FC236}">
                <a16:creationId xmlns:a16="http://schemas.microsoft.com/office/drawing/2014/main" id="{C1ADC935-BD21-4854-9471-751CC7B8266F}"/>
              </a:ext>
            </a:extLst>
          </p:cNvPr>
          <p:cNvSpPr>
            <a:spLocks xmlns:a="http://schemas.openxmlformats.org/drawingml/2006/main" noGrp="1"/>
          </p:cNvSpPr>
          <p:nvPr/>
        </p:nvSpPr>
        <p:spPr>
          <a:xfrm xmlns:a="http://schemas.openxmlformats.org/drawingml/2006/main">
            <a:off x="7286625" y="3590925"/>
            <a:ext cx="15335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175" b="1">
                <a:solidFill>
                  <a:srgbClr val="567D89"/>
                </a:solidFill>
                <a:latin typeface="Pretendard"/>
                <a:ea typeface="Pretendard"/>
                <a:cs typeface="Pretendard"/>
              </a:defRPr>
            </a:defPPr>
          </a:lstStyle>
          <a:p xmlns:a="http://schemas.openxmlformats.org/drawingml/2006/main">
            <a:pPr algn="l">
              <a:defRPr sz="2175" b="1">
                <a:solidFill>
                  <a:srgbClr val="567D89"/>
                </a:solidFill>
                <a:latin typeface="Pretendard"/>
                <a:ea typeface="Pretendard"/>
                <a:cs typeface="Pretendard"/>
              </a:defRPr>
            </a:pPr>
            <a:r>
              <a:rPr sz="2175" b="1">
                <a:solidFill>
                  <a:srgbClr val="567D89"/>
                </a:solidFill>
                <a:latin typeface="Pretendard"/>
                <a:ea typeface="Pretendard"/>
                <a:cs typeface="Pretendard"/>
              </a:rPr>
              <a:t>초안</a:t>
            </a:r>
          </a:p>
        </p:txBody>
      </p:sp>
    </p:spTree>
    <p:extLst>
      <p:ext uri="{BB962C8B-B14F-4D97-AF65-F5344CB8AC3E}">
        <p14:creationId xmlns:p14="http://schemas.microsoft.com/office/powerpoint/2010/main" val="578553962"/>
      </p:ext>
    </p:extLst>
  </p:cSld>
</p:sld>
</file>

<file path=ppt/slides/slide17.xml><?xml version="1.0" encoding="utf-8"?>
<p:sld xmlns:p="http://schemas.openxmlformats.org/presentationml/2006/main">
  <p:cSld>
    <p:bg>
      <p:bgPr>
        <a:solidFill xmlns:a="http://schemas.openxmlformats.org/drawingml/2006/main">
          <a:srgbClr val="E2ECEE"/>
        </a:solidFill>
      </p:bgPr>
    </p:bg>
    <p:spTree>
      <p:nvGrpSpPr>
        <p:cNvPr id="1" name=""/>
        <p:cNvGrpSpPr/>
        <p:nvPr/>
      </p:nvGrpSpPr>
      <p:grpSpPr>
        <a:xfrm xmlns:a="http://schemas.openxmlformats.org/drawingml/2006/main"/>
      </p:grpSpPr>
      <p:sp>
        <p:nvSpPr>
          <p:cNvPr id="8" name="총회와 동의">
            <a:extLst xmlns:a="http://schemas.openxmlformats.org/drawingml/2006/main">
              <a:ext uri="{FF2B5EF4-FFF2-40B4-BE49-F238E27FC236}">
                <a16:creationId xmlns:a16="http://schemas.microsoft.com/office/drawing/2014/main" id="{78BD278C-F66F-440E-9730-E65217C25C99}"/>
              </a:ext>
            </a:extLst>
          </p:cNvPr>
          <p:cNvSpPr>
            <a:spLocks xmlns:a="http://schemas.openxmlformats.org/drawingml/2006/main" noGrp="1"/>
          </p:cNvSpPr>
          <p:nvPr/>
        </p:nvSpPr>
        <p:spPr>
          <a:xfrm xmlns:a="http://schemas.openxmlformats.org/drawingml/2006/main">
            <a:off x="504825" y="257175"/>
            <a:ext cx="6286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a:solidFill>
                  <a:srgbClr val="687568"/>
                </a:solidFill>
                <a:latin typeface="Pretendard"/>
                <a:ea typeface="Pretendard"/>
                <a:cs typeface="Pretendard"/>
              </a:defRPr>
            </a:defPPr>
          </a:lstStyle>
          <a:p xmlns:a="http://schemas.openxmlformats.org/drawingml/2006/main">
            <a:pPr algn="l">
              <a:defRPr sz="1050">
                <a:solidFill>
                  <a:srgbClr val="687568"/>
                </a:solidFill>
                <a:latin typeface="Pretendard"/>
                <a:ea typeface="Pretendard"/>
                <a:cs typeface="Pretendard"/>
              </a:defRPr>
            </a:pPr>
            <a:r>
              <a:rPr sz="1050">
                <a:solidFill>
                  <a:srgbClr val="687568"/>
                </a:solidFill>
                <a:latin typeface="Pretendard"/>
                <a:ea typeface="Pretendard"/>
                <a:cs typeface="Pretendard"/>
              </a:rPr>
              <a:t>총회와 동의</a:t>
            </a:r>
          </a:p>
        </p:txBody>
      </p:sp>
      <p:sp>
        <p:nvSpPr>
          <p:cNvPr id="2" name="17">
            <a:extLst xmlns:a="http://schemas.openxmlformats.org/drawingml/2006/main">
              <a:ext uri="{FF2B5EF4-FFF2-40B4-BE49-F238E27FC236}">
                <a16:creationId xmlns:a16="http://schemas.microsoft.com/office/drawing/2014/main" id="{D8FD8E0C-58C5-49B6-9FF9-A2F2D2FCD7C8}"/>
              </a:ext>
            </a:extLst>
          </p:cNvPr>
          <p:cNvSpPr>
            <a:spLocks xmlns:a="http://schemas.openxmlformats.org/drawingml/2006/main" noGrp="1"/>
          </p:cNvSpPr>
          <p:nvPr/>
        </p:nvSpPr>
        <p:spPr>
          <a:xfrm xmlns:a="http://schemas.openxmlformats.org/drawingml/2006/main">
            <a:off x="8534400" y="4781550"/>
            <a:ext cx="2952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975" b="0">
                <a:solidFill>
                  <a:srgbClr val="687568"/>
                </a:solidFill>
                <a:latin typeface="Pretendard"/>
                <a:ea typeface="Pretendard"/>
                <a:cs typeface="Pretendard"/>
              </a:defRPr>
            </a:defPPr>
          </a:lstStyle>
          <a:p xmlns:a="http://schemas.openxmlformats.org/drawingml/2006/main">
            <a:pPr algn="r">
              <a:defRPr sz="975" b="0">
                <a:solidFill>
                  <a:srgbClr val="687568"/>
                </a:solidFill>
                <a:latin typeface="Pretendard"/>
                <a:ea typeface="Pretendard"/>
                <a:cs typeface="Pretendard"/>
              </a:defRPr>
            </a:pPr>
            <a:r>
              <a:rPr sz="975" b="0">
                <a:solidFill>
                  <a:srgbClr val="687568"/>
                </a:solidFill>
                <a:latin typeface="Pretendard"/>
                <a:ea typeface="Pretendard"/>
                <a:cs typeface="Pretendard"/>
              </a:rPr>
              <a:t>17</a:t>
            </a:r>
          </a:p>
        </p:txBody>
      </p:sp>
      <p:pic>
        <p:nvPicPr>
          <p:cNvPr id="3" name="">
            <a:extLst xmlns:a="http://schemas.openxmlformats.org/drawingml/2006/main">
              <a:ext uri="{FF2B5EF4-FFF2-40B4-BE49-F238E27FC236}">
                <a16:creationId xmlns:a16="http://schemas.microsoft.com/office/drawing/2014/main" id="{A9950E4E-7485-4B46-8AB4-400FA3FA4C09}"/>
              </a:ext>
            </a:extLst>
          </p:cNvPr>
          <p:cNvPicPr>
            <a:picLocks xmlns:a="http://schemas.openxmlformats.org/drawingml/2006/main" noChangeAspect="1"/>
          </p:cNvPicPr>
          <p:nvPr/>
        </p:nvPicPr>
        <p:blipFill>
          <a:blip xmlns:r="http://schemas.openxmlformats.org/officeDocument/2006/relationships" xmlns:a="http://schemas.openxmlformats.org/drawingml/2006/main" r:embed="R9699b89d47d04d74"/>
          <a:stretch xmlns:a="http://schemas.openxmlformats.org/drawingml/2006/main"/>
        </p:blipFill>
        <p:spPr>
          <a:xfrm xmlns:a="http://schemas.openxmlformats.org/drawingml/2006/main">
            <a:off x="514350" y="609600"/>
            <a:ext cx="2344279" cy="427672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26295B09-6AD7-4622-93E7-9859E239F632}"/>
              </a:ext>
            </a:extLst>
          </p:cNvPr>
          <p:cNvSpPr>
            <a:spLocks xmlns:a="http://schemas.openxmlformats.org/drawingml/2006/main" noGrp="1"/>
          </p:cNvSpPr>
          <p:nvPr/>
        </p:nvSpPr>
        <p:spPr>
          <a:xfrm xmlns:a="http://schemas.openxmlformats.org/drawingml/2006/main">
            <a:off x="815305" y="1068952"/>
            <a:ext cx="1734450" cy="3068946"/>
          </a:xfrm>
          <a:prstGeom xmlns:a="http://schemas.openxmlformats.org/drawingml/2006/main" prst="rect">
            <a:avLst/>
          </a:prstGeom>
          <a:solidFill xmlns:a="http://schemas.openxmlformats.org/drawingml/2006/main">
            <a:srgbClr val="FFFFFF"/>
          </a:solidFill>
          <a:ln xmlns:a="http://schemas.openxmlformats.org/drawingml/2006/main" w="0">
            <a:noFill/>
          </a:ln>
        </p:spPr>
      </p:sp>
      <p:pic>
        <p:nvPicPr>
          <p:cNvPr id="5" name="">
            <a:extLst xmlns:a="http://schemas.openxmlformats.org/drawingml/2006/main">
              <a:ext uri="{FF2B5EF4-FFF2-40B4-BE49-F238E27FC236}">
                <a16:creationId xmlns:a16="http://schemas.microsoft.com/office/drawing/2014/main" id="{3EFB3C7F-157E-43D9-9943-A1C2540300B5}"/>
              </a:ext>
            </a:extLst>
          </p:cNvPr>
          <p:cNvPicPr>
            <a:picLocks xmlns:a="http://schemas.openxmlformats.org/drawingml/2006/main" noChangeAspect="1"/>
          </p:cNvPicPr>
          <p:nvPr/>
        </p:nvPicPr>
        <p:blipFill>
          <a:blip xmlns:r="http://schemas.openxmlformats.org/officeDocument/2006/relationships" xmlns:a="http://schemas.openxmlformats.org/drawingml/2006/main" r:embed="Rd616f1dd14ef4995"/>
          <a:stretch xmlns:a="http://schemas.openxmlformats.org/drawingml/2006/main"/>
        </p:blipFill>
        <p:spPr>
          <a:xfrm xmlns:a="http://schemas.openxmlformats.org/drawingml/2006/main">
            <a:off x="819388" y="1068952"/>
            <a:ext cx="1726282" cy="3068946"/>
          </a:xfrm>
          <a:prstGeom xmlns:a="http://schemas.openxmlformats.org/drawingml/2006/main" prst="rect">
            <a:avLst/>
          </a:prstGeom>
        </p:spPr>
      </p:pic>
      <p:sp>
        <p:nvSpPr>
          <p:cNvPr id="6" name="누가, 어떤 안건에 동의했는지.">
            <a:extLst xmlns:a="http://schemas.openxmlformats.org/drawingml/2006/main">
              <a:ext uri="{FF2B5EF4-FFF2-40B4-BE49-F238E27FC236}">
                <a16:creationId xmlns:a16="http://schemas.microsoft.com/office/drawing/2014/main" id="{6431220D-A191-4B4E-8D8A-2A142A7A94EF}"/>
              </a:ext>
            </a:extLst>
          </p:cNvPr>
          <p:cNvSpPr>
            <a:spLocks xmlns:a="http://schemas.openxmlformats.org/drawingml/2006/main" noGrp="1"/>
          </p:cNvSpPr>
          <p:nvPr/>
        </p:nvSpPr>
        <p:spPr>
          <a:xfrm xmlns:a="http://schemas.openxmlformats.org/drawingml/2006/main">
            <a:off x="3495675" y="1000125"/>
            <a:ext cx="5334000" cy="2371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4275" b="1">
                <a:solidFill>
                  <a:srgbClr val="183E35"/>
                </a:solidFill>
                <a:latin typeface="Pretendard"/>
                <a:ea typeface="Pretendard"/>
                <a:cs typeface="Pretendard"/>
              </a:defRPr>
            </a:defPPr>
          </a:lstStyle>
          <a:p xmlns:a="http://schemas.openxmlformats.org/drawingml/2006/main">
            <a:pPr algn="l">
              <a:defRPr sz="4275" b="1">
                <a:solidFill>
                  <a:srgbClr val="183E35"/>
                </a:solidFill>
                <a:latin typeface="Pretendard"/>
                <a:ea typeface="Pretendard"/>
                <a:cs typeface="Pretendard"/>
              </a:defRPr>
            </a:pPr>
            <a:r>
              <a:rPr sz="4275" b="1">
                <a:solidFill>
                  <a:srgbClr val="183E35"/>
                </a:solidFill>
                <a:latin typeface="Pretendard"/>
                <a:ea typeface="Pretendard"/>
                <a:cs typeface="Pretendard"/>
              </a:rPr>
              <a:t>누가,</a:t>
            </a:r>
          </a:p>
          <a:p xmlns:a="http://schemas.openxmlformats.org/drawingml/2006/main">
            <a:pPr algn="l">
              <a:defRPr sz="4275" b="1">
                <a:solidFill>
                  <a:srgbClr val="183E35"/>
                </a:solidFill>
                <a:latin typeface="Pretendard"/>
                <a:ea typeface="Pretendard"/>
                <a:cs typeface="Pretendard"/>
              </a:defRPr>
            </a:pPr>
            <a:r>
              <a:rPr sz="4275" b="1">
                <a:solidFill>
                  <a:srgbClr val="183E35"/>
                </a:solidFill>
                <a:latin typeface="Pretendard"/>
                <a:ea typeface="Pretendard"/>
                <a:cs typeface="Pretendard"/>
              </a:rPr>
              <a:t>어떤 안건에</a:t>
            </a:r>
          </a:p>
          <a:p xmlns:a="http://schemas.openxmlformats.org/drawingml/2006/main">
            <a:pPr algn="l">
              <a:defRPr sz="4275" b="1">
                <a:solidFill>
                  <a:srgbClr val="183E35"/>
                </a:solidFill>
                <a:latin typeface="Pretendard"/>
                <a:ea typeface="Pretendard"/>
                <a:cs typeface="Pretendard"/>
              </a:defRPr>
            </a:pPr>
            <a:r>
              <a:rPr sz="4275" b="1">
                <a:solidFill>
                  <a:srgbClr val="183E35"/>
                </a:solidFill>
                <a:latin typeface="Pretendard"/>
                <a:ea typeface="Pretendard"/>
                <a:cs typeface="Pretendard"/>
              </a:rPr>
              <a:t>동의했는지.</a:t>
            </a:r>
          </a:p>
        </p:txBody>
      </p:sp>
      <p:sp>
        <p:nvSpPr>
          <p:cNvPr id="7" name="응답을 문서 버전과 함께">
            <a:extLst xmlns:a="http://schemas.openxmlformats.org/drawingml/2006/main">
              <a:ext uri="{FF2B5EF4-FFF2-40B4-BE49-F238E27FC236}">
                <a16:creationId xmlns:a16="http://schemas.microsoft.com/office/drawing/2014/main" id="{C8AB6333-AEEA-4457-8238-6D2619714291}"/>
              </a:ext>
            </a:extLst>
          </p:cNvPr>
          <p:cNvSpPr>
            <a:spLocks xmlns:a="http://schemas.openxmlformats.org/drawingml/2006/main" noGrp="1"/>
          </p:cNvSpPr>
          <p:nvPr/>
        </p:nvSpPr>
        <p:spPr>
          <a:xfrm xmlns:a="http://schemas.openxmlformats.org/drawingml/2006/main">
            <a:off x="3581400" y="3838575"/>
            <a:ext cx="5143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00">
                <a:solidFill>
                  <a:srgbClr val="567D89"/>
                </a:solidFill>
                <a:latin typeface="Pretendard"/>
                <a:ea typeface="Pretendard"/>
                <a:cs typeface="Pretendard"/>
              </a:defRPr>
            </a:defPPr>
          </a:lstStyle>
          <a:p xmlns:a="http://schemas.openxmlformats.org/drawingml/2006/main">
            <a:pPr algn="l">
              <a:defRPr sz="1800">
                <a:solidFill>
                  <a:srgbClr val="567D89"/>
                </a:solidFill>
                <a:latin typeface="Pretendard"/>
                <a:ea typeface="Pretendard"/>
                <a:cs typeface="Pretendard"/>
              </a:defRPr>
            </a:pPr>
            <a:r>
              <a:rPr sz="1800">
                <a:solidFill>
                  <a:srgbClr val="567D89"/>
                </a:solidFill>
                <a:latin typeface="Pretendard"/>
                <a:ea typeface="Pretendard"/>
                <a:cs typeface="Pretendard"/>
              </a:rPr>
              <a:t>응답을 문서 버전과 함께</a:t>
            </a:r>
          </a:p>
        </p:txBody>
      </p:sp>
    </p:spTree>
    <p:extLst>
      <p:ext uri="{BB962C8B-B14F-4D97-AF65-F5344CB8AC3E}">
        <p14:creationId xmlns:p14="http://schemas.microsoft.com/office/powerpoint/2010/main" val="2018704070"/>
      </p:ext>
    </p:extLst>
  </p:cSld>
</p:sld>
</file>

<file path=ppt/slides/slide18.xml><?xml version="1.0" encoding="utf-8"?>
<p:sld xmlns:p="http://schemas.openxmlformats.org/presentationml/2006/main">
  <p:cSld>
    <p:bg>
      <p:bgPr>
        <a:solidFill xmlns:a="http://schemas.openxmlformats.org/drawingml/2006/main">
          <a:srgbClr val="183E35"/>
        </a:solidFill>
      </p:bgPr>
    </p:bg>
    <p:spTree>
      <p:nvGrpSpPr>
        <p:cNvPr id="1" name=""/>
        <p:cNvGrpSpPr/>
        <p:nvPr/>
      </p:nvGrpSpPr>
      <p:grpSpPr>
        <a:xfrm xmlns:a="http://schemas.openxmlformats.org/drawingml/2006/main"/>
      </p:grpSpPr>
      <p:sp>
        <p:nvSpPr>
          <p:cNvPr id="8" name="재산과 회계">
            <a:extLst xmlns:a="http://schemas.openxmlformats.org/drawingml/2006/main">
              <a:ext uri="{FF2B5EF4-FFF2-40B4-BE49-F238E27FC236}">
                <a16:creationId xmlns:a16="http://schemas.microsoft.com/office/drawing/2014/main" id="{ABE5986B-C6C5-42D9-9B21-BAFF34A690D9}"/>
              </a:ext>
            </a:extLst>
          </p:cNvPr>
          <p:cNvSpPr>
            <a:spLocks xmlns:a="http://schemas.openxmlformats.org/drawingml/2006/main" noGrp="1"/>
          </p:cNvSpPr>
          <p:nvPr/>
        </p:nvSpPr>
        <p:spPr>
          <a:xfrm xmlns:a="http://schemas.openxmlformats.org/drawingml/2006/main">
            <a:off x="504825" y="257175"/>
            <a:ext cx="6286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a:solidFill>
                  <a:srgbClr val="BDCFCA"/>
                </a:solidFill>
                <a:latin typeface="Pretendard"/>
                <a:ea typeface="Pretendard"/>
                <a:cs typeface="Pretendard"/>
              </a:defRPr>
            </a:defPPr>
          </a:lstStyle>
          <a:p xmlns:a="http://schemas.openxmlformats.org/drawingml/2006/main">
            <a:pPr algn="l">
              <a:defRPr sz="1050">
                <a:solidFill>
                  <a:srgbClr val="BDCFCA"/>
                </a:solidFill>
                <a:latin typeface="Pretendard"/>
                <a:ea typeface="Pretendard"/>
                <a:cs typeface="Pretendard"/>
              </a:defRPr>
            </a:pPr>
            <a:r>
              <a:rPr sz="1050">
                <a:solidFill>
                  <a:srgbClr val="BDCFCA"/>
                </a:solidFill>
                <a:latin typeface="Pretendard"/>
                <a:ea typeface="Pretendard"/>
                <a:cs typeface="Pretendard"/>
              </a:rPr>
              <a:t>재산과 회계</a:t>
            </a:r>
          </a:p>
        </p:txBody>
      </p:sp>
      <p:sp>
        <p:nvSpPr>
          <p:cNvPr id="2" name="18">
            <a:extLst xmlns:a="http://schemas.openxmlformats.org/drawingml/2006/main">
              <a:ext uri="{FF2B5EF4-FFF2-40B4-BE49-F238E27FC236}">
                <a16:creationId xmlns:a16="http://schemas.microsoft.com/office/drawing/2014/main" id="{0CDD71AF-C207-4BE6-866A-3918B2AFB83C}"/>
              </a:ext>
            </a:extLst>
          </p:cNvPr>
          <p:cNvSpPr>
            <a:spLocks xmlns:a="http://schemas.openxmlformats.org/drawingml/2006/main" noGrp="1"/>
          </p:cNvSpPr>
          <p:nvPr/>
        </p:nvSpPr>
        <p:spPr>
          <a:xfrm xmlns:a="http://schemas.openxmlformats.org/drawingml/2006/main">
            <a:off x="8534400" y="4781550"/>
            <a:ext cx="2952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975" b="0">
                <a:solidFill>
                  <a:srgbClr val="BDCFCA"/>
                </a:solidFill>
                <a:latin typeface="Pretendard"/>
                <a:ea typeface="Pretendard"/>
                <a:cs typeface="Pretendard"/>
              </a:defRPr>
            </a:defPPr>
          </a:lstStyle>
          <a:p xmlns:a="http://schemas.openxmlformats.org/drawingml/2006/main">
            <a:pPr algn="r">
              <a:defRPr sz="975" b="0">
                <a:solidFill>
                  <a:srgbClr val="BDCFCA"/>
                </a:solidFill>
                <a:latin typeface="Pretendard"/>
                <a:ea typeface="Pretendard"/>
                <a:cs typeface="Pretendard"/>
              </a:defRPr>
            </a:pPr>
            <a:r>
              <a:rPr sz="975" b="0">
                <a:solidFill>
                  <a:srgbClr val="BDCFCA"/>
                </a:solidFill>
                <a:latin typeface="Pretendard"/>
                <a:ea typeface="Pretendard"/>
                <a:cs typeface="Pretendard"/>
              </a:rPr>
              <a:t>18</a:t>
            </a:r>
          </a:p>
        </p:txBody>
      </p:sp>
      <p:sp>
        <p:nvSpPr>
          <p:cNvPr id="3" name="들어온 돈, 나간 돈.">
            <a:extLst xmlns:a="http://schemas.openxmlformats.org/drawingml/2006/main">
              <a:ext uri="{FF2B5EF4-FFF2-40B4-BE49-F238E27FC236}">
                <a16:creationId xmlns:a16="http://schemas.microsoft.com/office/drawing/2014/main" id="{B088504E-23E8-4A11-9116-B0D1D70C8306}"/>
              </a:ext>
            </a:extLst>
          </p:cNvPr>
          <p:cNvSpPr>
            <a:spLocks xmlns:a="http://schemas.openxmlformats.org/drawingml/2006/main" noGrp="1"/>
          </p:cNvSpPr>
          <p:nvPr/>
        </p:nvSpPr>
        <p:spPr>
          <a:xfrm xmlns:a="http://schemas.openxmlformats.org/drawingml/2006/main">
            <a:off x="495300" y="990600"/>
            <a:ext cx="497205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4425" b="1">
                <a:solidFill>
                  <a:srgbClr val="F5F2E9"/>
                </a:solidFill>
                <a:latin typeface="Pretendard"/>
                <a:ea typeface="Pretendard"/>
                <a:cs typeface="Pretendard"/>
              </a:defRPr>
            </a:defPPr>
          </a:lstStyle>
          <a:p xmlns:a="http://schemas.openxmlformats.org/drawingml/2006/main">
            <a:pPr algn="l">
              <a:defRPr sz="4425" b="1">
                <a:solidFill>
                  <a:srgbClr val="F5F2E9"/>
                </a:solidFill>
                <a:latin typeface="Pretendard"/>
                <a:ea typeface="Pretendard"/>
                <a:cs typeface="Pretendard"/>
              </a:defRPr>
            </a:pPr>
            <a:r>
              <a:rPr sz="4425" b="1">
                <a:solidFill>
                  <a:srgbClr val="F5F2E9"/>
                </a:solidFill>
                <a:latin typeface="Pretendard"/>
                <a:ea typeface="Pretendard"/>
                <a:cs typeface="Pretendard"/>
              </a:rPr>
              <a:t>들어온 돈,</a:t>
            </a:r>
          </a:p>
          <a:p xmlns:a="http://schemas.openxmlformats.org/drawingml/2006/main">
            <a:pPr algn="l">
              <a:defRPr sz="4425" b="1">
                <a:solidFill>
                  <a:srgbClr val="F5F2E9"/>
                </a:solidFill>
                <a:latin typeface="Pretendard"/>
                <a:ea typeface="Pretendard"/>
                <a:cs typeface="Pretendard"/>
              </a:defRPr>
            </a:pPr>
            <a:r>
              <a:rPr sz="4425" b="1">
                <a:solidFill>
                  <a:srgbClr val="F5F2E9"/>
                </a:solidFill>
                <a:latin typeface="Pretendard"/>
                <a:ea typeface="Pretendard"/>
                <a:cs typeface="Pretendard"/>
              </a:rPr>
              <a:t>나간 돈.</a:t>
            </a:r>
          </a:p>
        </p:txBody>
      </p:sp>
      <p:sp>
        <p:nvSpPr>
          <p:cNvPr id="4" name="재산 자료와 회계 기록">
            <a:extLst xmlns:a="http://schemas.openxmlformats.org/drawingml/2006/main">
              <a:ext uri="{FF2B5EF4-FFF2-40B4-BE49-F238E27FC236}">
                <a16:creationId xmlns:a16="http://schemas.microsoft.com/office/drawing/2014/main" id="{3E2DA54D-B5D2-4211-B764-1264C4E10416}"/>
              </a:ext>
            </a:extLst>
          </p:cNvPr>
          <p:cNvSpPr>
            <a:spLocks xmlns:a="http://schemas.openxmlformats.org/drawingml/2006/main" noGrp="1"/>
          </p:cNvSpPr>
          <p:nvPr/>
        </p:nvSpPr>
        <p:spPr>
          <a:xfrm xmlns:a="http://schemas.openxmlformats.org/drawingml/2006/main">
            <a:off x="542925" y="3457575"/>
            <a:ext cx="41243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00">
                <a:solidFill>
                  <a:srgbClr val="BDCFCA"/>
                </a:solidFill>
                <a:latin typeface="Pretendard"/>
                <a:ea typeface="Pretendard"/>
                <a:cs typeface="Pretendard"/>
              </a:defRPr>
            </a:defPPr>
          </a:lstStyle>
          <a:p xmlns:a="http://schemas.openxmlformats.org/drawingml/2006/main">
            <a:pPr algn="l">
              <a:defRPr sz="1800">
                <a:solidFill>
                  <a:srgbClr val="BDCFCA"/>
                </a:solidFill>
                <a:latin typeface="Pretendard"/>
                <a:ea typeface="Pretendard"/>
                <a:cs typeface="Pretendard"/>
              </a:defRPr>
            </a:pPr>
            <a:r>
              <a:rPr sz="1800">
                <a:solidFill>
                  <a:srgbClr val="BDCFCA"/>
                </a:solidFill>
                <a:latin typeface="Pretendard"/>
                <a:ea typeface="Pretendard"/>
                <a:cs typeface="Pretendard"/>
              </a:rPr>
              <a:t>재산 자료와 회계 기록</a:t>
            </a:r>
          </a:p>
        </p:txBody>
      </p:sp>
      <p:pic>
        <p:nvPicPr>
          <p:cNvPr id="5" name="">
            <a:extLst xmlns:a="http://schemas.openxmlformats.org/drawingml/2006/main">
              <a:ext uri="{FF2B5EF4-FFF2-40B4-BE49-F238E27FC236}">
                <a16:creationId xmlns:a16="http://schemas.microsoft.com/office/drawing/2014/main" id="{5D543915-6873-4030-BF44-9D7F7B75355D}"/>
              </a:ext>
            </a:extLst>
          </p:cNvPr>
          <p:cNvPicPr>
            <a:picLocks xmlns:a="http://schemas.openxmlformats.org/drawingml/2006/main" noChangeAspect="1"/>
          </p:cNvPicPr>
          <p:nvPr/>
        </p:nvPicPr>
        <p:blipFill>
          <a:blip xmlns:r="http://schemas.openxmlformats.org/officeDocument/2006/relationships" xmlns:a="http://schemas.openxmlformats.org/drawingml/2006/main" r:embed="R4b8ad33981874784"/>
          <a:stretch xmlns:a="http://schemas.openxmlformats.org/drawingml/2006/main"/>
        </p:blipFill>
        <p:spPr>
          <a:xfrm xmlns:a="http://schemas.openxmlformats.org/drawingml/2006/main">
            <a:off x="3305175" y="1362075"/>
            <a:ext cx="5800725" cy="309827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D4EBC1A1-535F-4DC2-BC45-ABF0A1358B24}"/>
              </a:ext>
            </a:extLst>
          </p:cNvPr>
          <p:cNvSpPr>
            <a:spLocks xmlns:a="http://schemas.openxmlformats.org/drawingml/2006/main" noGrp="1"/>
          </p:cNvSpPr>
          <p:nvPr/>
        </p:nvSpPr>
        <p:spPr>
          <a:xfrm xmlns:a="http://schemas.openxmlformats.org/drawingml/2006/main">
            <a:off x="4342481" y="1616852"/>
            <a:ext cx="3726113" cy="2338488"/>
          </a:xfrm>
          <a:prstGeom xmlns:a="http://schemas.openxmlformats.org/drawingml/2006/main" prst="rect">
            <a:avLst/>
          </a:prstGeom>
          <a:solidFill xmlns:a="http://schemas.openxmlformats.org/drawingml/2006/main">
            <a:srgbClr val="FFFFFF"/>
          </a:solidFill>
          <a:ln xmlns:a="http://schemas.openxmlformats.org/drawingml/2006/main" w="0">
            <a:noFill/>
          </a:ln>
        </p:spPr>
      </p:sp>
      <p:pic>
        <p:nvPicPr>
          <p:cNvPr id="7" name="">
            <a:extLst xmlns:a="http://schemas.openxmlformats.org/drawingml/2006/main">
              <a:ext uri="{FF2B5EF4-FFF2-40B4-BE49-F238E27FC236}">
                <a16:creationId xmlns:a16="http://schemas.microsoft.com/office/drawing/2014/main" id="{374F21FE-EBD7-4ED9-89B2-CBC38299F2D9}"/>
              </a:ext>
            </a:extLst>
          </p:cNvPr>
          <p:cNvPicPr>
            <a:picLocks xmlns:a="http://schemas.openxmlformats.org/drawingml/2006/main" noChangeAspect="1"/>
          </p:cNvPicPr>
          <p:nvPr/>
        </p:nvPicPr>
        <p:blipFill>
          <a:blip xmlns:r="http://schemas.openxmlformats.org/officeDocument/2006/relationships" xmlns:a="http://schemas.openxmlformats.org/drawingml/2006/main" r:embed="R29c00eec28f64f67"/>
          <a:stretch xmlns:a="http://schemas.openxmlformats.org/drawingml/2006/main"/>
        </p:blipFill>
        <p:spPr>
          <a:xfrm xmlns:a="http://schemas.openxmlformats.org/drawingml/2006/main">
            <a:off x="4342481" y="1737483"/>
            <a:ext cx="3726113" cy="2097227"/>
          </a:xfrm>
          <a:prstGeom xmlns:a="http://schemas.openxmlformats.org/drawingml/2006/main" prst="rect">
            <a:avLst/>
          </a:prstGeom>
        </p:spPr>
      </p:pic>
    </p:spTree>
    <p:extLst>
      <p:ext uri="{BB962C8B-B14F-4D97-AF65-F5344CB8AC3E}">
        <p14:creationId xmlns:p14="http://schemas.microsoft.com/office/powerpoint/2010/main" val="1153316924"/>
      </p:ext>
    </p:extLst>
  </p:cSld>
</p:sld>
</file>

<file path=ppt/slides/slide19.xml><?xml version="1.0" encoding="utf-8"?>
<p:sld xmlns:p="http://schemas.openxmlformats.org/presentationml/2006/main">
  <p:cSld>
    <p:bg>
      <p:bgPr>
        <a:solidFill xmlns:a="http://schemas.openxmlformats.org/drawingml/2006/main">
          <a:srgbClr val="F5F2E9"/>
        </a:solidFill>
      </p:bgPr>
    </p:bg>
    <p:spTree>
      <p:nvGrpSpPr>
        <p:cNvPr id="1" name=""/>
        <p:cNvGrpSpPr/>
        <p:nvPr/>
      </p:nvGrpSpPr>
      <p:grpSpPr>
        <a:xfrm xmlns:a="http://schemas.openxmlformats.org/drawingml/2006/main"/>
      </p:grpSpPr>
      <p:sp>
        <p:nvSpPr>
          <p:cNvPr id="8" name="법률 근거와 전문가">
            <a:extLst xmlns:a="http://schemas.openxmlformats.org/drawingml/2006/main">
              <a:ext uri="{FF2B5EF4-FFF2-40B4-BE49-F238E27FC236}">
                <a16:creationId xmlns:a16="http://schemas.microsoft.com/office/drawing/2014/main" id="{5E6CEE01-AEB0-4E18-A152-BE0663CDBBD7}"/>
              </a:ext>
            </a:extLst>
          </p:cNvPr>
          <p:cNvSpPr>
            <a:spLocks xmlns:a="http://schemas.openxmlformats.org/drawingml/2006/main" noGrp="1"/>
          </p:cNvSpPr>
          <p:nvPr/>
        </p:nvSpPr>
        <p:spPr>
          <a:xfrm xmlns:a="http://schemas.openxmlformats.org/drawingml/2006/main">
            <a:off x="504825" y="257175"/>
            <a:ext cx="6286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a:solidFill>
                  <a:srgbClr val="687568"/>
                </a:solidFill>
                <a:latin typeface="Pretendard"/>
                <a:ea typeface="Pretendard"/>
                <a:cs typeface="Pretendard"/>
              </a:defRPr>
            </a:defPPr>
          </a:lstStyle>
          <a:p xmlns:a="http://schemas.openxmlformats.org/drawingml/2006/main">
            <a:pPr algn="l">
              <a:defRPr sz="1050">
                <a:solidFill>
                  <a:srgbClr val="687568"/>
                </a:solidFill>
                <a:latin typeface="Pretendard"/>
                <a:ea typeface="Pretendard"/>
                <a:cs typeface="Pretendard"/>
              </a:defRPr>
            </a:pPr>
            <a:r>
              <a:rPr sz="1050">
                <a:solidFill>
                  <a:srgbClr val="687568"/>
                </a:solidFill>
                <a:latin typeface="Pretendard"/>
                <a:ea typeface="Pretendard"/>
                <a:cs typeface="Pretendard"/>
              </a:rPr>
              <a:t>법률 근거와 전문가</a:t>
            </a:r>
          </a:p>
        </p:txBody>
      </p:sp>
      <p:sp>
        <p:nvSpPr>
          <p:cNvPr id="2" name="19">
            <a:extLst xmlns:a="http://schemas.openxmlformats.org/drawingml/2006/main">
              <a:ext uri="{FF2B5EF4-FFF2-40B4-BE49-F238E27FC236}">
                <a16:creationId xmlns:a16="http://schemas.microsoft.com/office/drawing/2014/main" id="{ED122CC4-BECB-4159-A7A2-E7A4DDAB9CB5}"/>
              </a:ext>
            </a:extLst>
          </p:cNvPr>
          <p:cNvSpPr>
            <a:spLocks xmlns:a="http://schemas.openxmlformats.org/drawingml/2006/main" noGrp="1"/>
          </p:cNvSpPr>
          <p:nvPr/>
        </p:nvSpPr>
        <p:spPr>
          <a:xfrm xmlns:a="http://schemas.openxmlformats.org/drawingml/2006/main">
            <a:off x="8534400" y="4781550"/>
            <a:ext cx="2952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975" b="0">
                <a:solidFill>
                  <a:srgbClr val="687568"/>
                </a:solidFill>
                <a:latin typeface="Pretendard"/>
                <a:ea typeface="Pretendard"/>
                <a:cs typeface="Pretendard"/>
              </a:defRPr>
            </a:defPPr>
          </a:lstStyle>
          <a:p xmlns:a="http://schemas.openxmlformats.org/drawingml/2006/main">
            <a:pPr algn="r">
              <a:defRPr sz="975" b="0">
                <a:solidFill>
                  <a:srgbClr val="687568"/>
                </a:solidFill>
                <a:latin typeface="Pretendard"/>
                <a:ea typeface="Pretendard"/>
                <a:cs typeface="Pretendard"/>
              </a:defRPr>
            </a:pPr>
            <a:r>
              <a:rPr sz="975" b="0">
                <a:solidFill>
                  <a:srgbClr val="687568"/>
                </a:solidFill>
                <a:latin typeface="Pretendard"/>
                <a:ea typeface="Pretendard"/>
                <a:cs typeface="Pretendard"/>
              </a:rPr>
              <a:t>19</a:t>
            </a:r>
          </a:p>
        </p:txBody>
      </p:sp>
      <p:pic>
        <p:nvPicPr>
          <p:cNvPr id="3" name="">
            <a:extLst xmlns:a="http://schemas.openxmlformats.org/drawingml/2006/main">
              <a:ext uri="{FF2B5EF4-FFF2-40B4-BE49-F238E27FC236}">
                <a16:creationId xmlns:a16="http://schemas.microsoft.com/office/drawing/2014/main" id="{718E9CD7-973A-49B8-9ED4-47F7C4949093}"/>
              </a:ext>
            </a:extLst>
          </p:cNvPr>
          <p:cNvPicPr>
            <a:picLocks xmlns:a="http://schemas.openxmlformats.org/drawingml/2006/main" noChangeAspect="1"/>
          </p:cNvPicPr>
          <p:nvPr/>
        </p:nvPicPr>
        <p:blipFill>
          <a:blip xmlns:r="http://schemas.openxmlformats.org/officeDocument/2006/relationships" xmlns:a="http://schemas.openxmlformats.org/drawingml/2006/main" r:embed="R90c7f9912acc416d"/>
          <a:stretch xmlns:a="http://schemas.openxmlformats.org/drawingml/2006/main"/>
        </p:blipFill>
        <p:spPr>
          <a:xfrm xmlns:a="http://schemas.openxmlformats.org/drawingml/2006/main">
            <a:off x="47625" y="1285875"/>
            <a:ext cx="6000750" cy="3205106"/>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1FEE9A62-3A26-4778-9DCC-172CFB493DDD}"/>
              </a:ext>
            </a:extLst>
          </p:cNvPr>
          <p:cNvSpPr>
            <a:spLocks xmlns:a="http://schemas.openxmlformats.org/drawingml/2006/main" noGrp="1"/>
          </p:cNvSpPr>
          <p:nvPr/>
        </p:nvSpPr>
        <p:spPr>
          <a:xfrm xmlns:a="http://schemas.openxmlformats.org/drawingml/2006/main">
            <a:off x="1120700" y="1549437"/>
            <a:ext cx="3854599" cy="2419126"/>
          </a:xfrm>
          <a:prstGeom xmlns:a="http://schemas.openxmlformats.org/drawingml/2006/main" prst="rect">
            <a:avLst/>
          </a:prstGeom>
          <a:solidFill xmlns:a="http://schemas.openxmlformats.org/drawingml/2006/main">
            <a:srgbClr val="FFFFFF"/>
          </a:solidFill>
          <a:ln xmlns:a="http://schemas.openxmlformats.org/drawingml/2006/main" w="0">
            <a:noFill/>
          </a:ln>
        </p:spPr>
      </p:sp>
      <p:pic>
        <p:nvPicPr>
          <p:cNvPr id="5" name="">
            <a:extLst xmlns:a="http://schemas.openxmlformats.org/drawingml/2006/main">
              <a:ext uri="{FF2B5EF4-FFF2-40B4-BE49-F238E27FC236}">
                <a16:creationId xmlns:a16="http://schemas.microsoft.com/office/drawing/2014/main" id="{C7AAD344-8E41-4A5E-B2D1-53E83ED0DF66}"/>
              </a:ext>
            </a:extLst>
          </p:cNvPr>
          <p:cNvPicPr>
            <a:picLocks xmlns:a="http://schemas.openxmlformats.org/drawingml/2006/main" noChangeAspect="1"/>
          </p:cNvPicPr>
          <p:nvPr/>
        </p:nvPicPr>
        <p:blipFill>
          <a:blip xmlns:r="http://schemas.openxmlformats.org/officeDocument/2006/relationships" xmlns:a="http://schemas.openxmlformats.org/drawingml/2006/main" r:embed="R552a10d4addc4b27"/>
          <a:stretch xmlns:a="http://schemas.openxmlformats.org/drawingml/2006/main"/>
        </p:blipFill>
        <p:spPr>
          <a:xfrm xmlns:a="http://schemas.openxmlformats.org/drawingml/2006/main">
            <a:off x="1120700" y="1674228"/>
            <a:ext cx="3854599" cy="2169545"/>
          </a:xfrm>
          <a:prstGeom xmlns:a="http://schemas.openxmlformats.org/drawingml/2006/main" prst="rect">
            <a:avLst/>
          </a:prstGeom>
        </p:spPr>
      </p:pic>
      <p:sp>
        <p:nvSpPr>
          <p:cNvPr id="6" name="근거를 확인하고, 상담을 준비하다.">
            <a:extLst xmlns:a="http://schemas.openxmlformats.org/drawingml/2006/main">
              <a:ext uri="{FF2B5EF4-FFF2-40B4-BE49-F238E27FC236}">
                <a16:creationId xmlns:a16="http://schemas.microsoft.com/office/drawing/2014/main" id="{902036FB-61BA-487E-8850-6BC2A5DE708F}"/>
              </a:ext>
            </a:extLst>
          </p:cNvPr>
          <p:cNvSpPr>
            <a:spLocks xmlns:a="http://schemas.openxmlformats.org/drawingml/2006/main" noGrp="1"/>
          </p:cNvSpPr>
          <p:nvPr/>
        </p:nvSpPr>
        <p:spPr>
          <a:xfrm xmlns:a="http://schemas.openxmlformats.org/drawingml/2006/main">
            <a:off x="5334000" y="885825"/>
            <a:ext cx="3714750" cy="1438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150" b="1">
                <a:solidFill>
                  <a:srgbClr val="183E35"/>
                </a:solidFill>
                <a:latin typeface="Pretendard"/>
                <a:ea typeface="Pretendard"/>
                <a:cs typeface="Pretendard"/>
              </a:defRPr>
            </a:defPPr>
          </a:lstStyle>
          <a:p xmlns:a="http://schemas.openxmlformats.org/drawingml/2006/main">
            <a:pPr algn="l">
              <a:defRPr sz="3150" b="1">
                <a:solidFill>
                  <a:srgbClr val="183E35"/>
                </a:solidFill>
                <a:latin typeface="Pretendard"/>
                <a:ea typeface="Pretendard"/>
                <a:cs typeface="Pretendard"/>
              </a:defRPr>
            </a:pPr>
            <a:r>
              <a:rPr sz="3150" b="1">
                <a:solidFill>
                  <a:srgbClr val="183E35"/>
                </a:solidFill>
                <a:latin typeface="Pretendard"/>
                <a:ea typeface="Pretendard"/>
                <a:cs typeface="Pretendard"/>
              </a:rPr>
              <a:t>근거를 확인하고,</a:t>
            </a:r>
          </a:p>
          <a:p xmlns:a="http://schemas.openxmlformats.org/drawingml/2006/main">
            <a:pPr algn="l">
              <a:defRPr sz="3150" b="1">
                <a:solidFill>
                  <a:srgbClr val="183E35"/>
                </a:solidFill>
                <a:latin typeface="Pretendard"/>
                <a:ea typeface="Pretendard"/>
                <a:cs typeface="Pretendard"/>
              </a:defRPr>
            </a:pPr>
            <a:r>
              <a:rPr sz="3150" b="1">
                <a:solidFill>
                  <a:srgbClr val="183E35"/>
                </a:solidFill>
                <a:latin typeface="Pretendard"/>
                <a:ea typeface="Pretendard"/>
                <a:cs typeface="Pretendard"/>
              </a:rPr>
              <a:t>상담을 준비하다.</a:t>
            </a:r>
          </a:p>
        </p:txBody>
      </p:sp>
      <p:sp>
        <p:nvSpPr>
          <p:cNvPr id="7" name="법령과 규약 확인할 쟁점 전문가 후보">
            <a:extLst xmlns:a="http://schemas.openxmlformats.org/drawingml/2006/main">
              <a:ext uri="{FF2B5EF4-FFF2-40B4-BE49-F238E27FC236}">
                <a16:creationId xmlns:a16="http://schemas.microsoft.com/office/drawing/2014/main" id="{DB0228D2-EF5D-4145-9F3D-967532D1AA61}"/>
              </a:ext>
            </a:extLst>
          </p:cNvPr>
          <p:cNvSpPr>
            <a:spLocks xmlns:a="http://schemas.openxmlformats.org/drawingml/2006/main" noGrp="1"/>
          </p:cNvSpPr>
          <p:nvPr/>
        </p:nvSpPr>
        <p:spPr>
          <a:xfrm xmlns:a="http://schemas.openxmlformats.org/drawingml/2006/main">
            <a:off x="5905500" y="2914650"/>
            <a:ext cx="28956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a:solidFill>
                  <a:srgbClr val="567D89"/>
                </a:solidFill>
                <a:latin typeface="Pretendard"/>
                <a:ea typeface="Pretendard"/>
                <a:cs typeface="Pretendard"/>
              </a:defRPr>
            </a:defPPr>
          </a:lstStyle>
          <a:p xmlns:a="http://schemas.openxmlformats.org/drawingml/2006/main">
            <a:pPr algn="l">
              <a:defRPr sz="1875">
                <a:solidFill>
                  <a:srgbClr val="567D89"/>
                </a:solidFill>
                <a:latin typeface="Pretendard"/>
                <a:ea typeface="Pretendard"/>
                <a:cs typeface="Pretendard"/>
              </a:defRPr>
            </a:pPr>
            <a:r>
              <a:rPr sz="1875">
                <a:solidFill>
                  <a:srgbClr val="567D89"/>
                </a:solidFill>
                <a:latin typeface="Pretendard"/>
                <a:ea typeface="Pretendard"/>
                <a:cs typeface="Pretendard"/>
              </a:rPr>
              <a:t>법령과 규약</a:t>
            </a:r>
          </a:p>
          <a:p xmlns:a="http://schemas.openxmlformats.org/drawingml/2006/main">
            <a:pPr algn="l">
              <a:defRPr sz="1875">
                <a:solidFill>
                  <a:srgbClr val="567D89"/>
                </a:solidFill>
                <a:latin typeface="Pretendard"/>
                <a:ea typeface="Pretendard"/>
                <a:cs typeface="Pretendard"/>
              </a:defRPr>
            </a:pPr>
            <a:r>
              <a:rPr sz="1875">
                <a:solidFill>
                  <a:srgbClr val="567D89"/>
                </a:solidFill>
                <a:latin typeface="Pretendard"/>
                <a:ea typeface="Pretendard"/>
                <a:cs typeface="Pretendard"/>
              </a:rPr>
              <a:t>확인할 쟁점</a:t>
            </a:r>
          </a:p>
          <a:p xmlns:a="http://schemas.openxmlformats.org/drawingml/2006/main">
            <a:pPr algn="l">
              <a:defRPr sz="1875">
                <a:solidFill>
                  <a:srgbClr val="567D89"/>
                </a:solidFill>
                <a:latin typeface="Pretendard"/>
                <a:ea typeface="Pretendard"/>
                <a:cs typeface="Pretendard"/>
              </a:defRPr>
            </a:pPr>
            <a:r>
              <a:rPr sz="1875">
                <a:solidFill>
                  <a:srgbClr val="567D89"/>
                </a:solidFill>
                <a:latin typeface="Pretendard"/>
                <a:ea typeface="Pretendard"/>
                <a:cs typeface="Pretendard"/>
              </a:rPr>
              <a:t>전문가 후보</a:t>
            </a:r>
          </a:p>
        </p:txBody>
      </p:sp>
    </p:spTree>
    <p:extLst>
      <p:ext uri="{BB962C8B-B14F-4D97-AF65-F5344CB8AC3E}">
        <p14:creationId xmlns:p14="http://schemas.microsoft.com/office/powerpoint/2010/main" val="1693194927"/>
      </p:ext>
    </p:extLst>
  </p:cSld>
</p:sld>
</file>

<file path=ppt/slides/slide20.xml><?xml version="1.0" encoding="utf-8"?>
<p:sld xmlns:p="http://schemas.openxmlformats.org/presentationml/2006/main">
  <p:cSld>
    <p:bg>
      <p:bgPr>
        <a:solidFill xmlns:a="http://schemas.openxmlformats.org/drawingml/2006/main">
          <a:srgbClr val="F5F2E9"/>
        </a:solidFill>
      </p:bgPr>
    </p:bg>
    <p:spTree>
      <p:nvGrpSpPr>
        <p:cNvPr id="1" name=""/>
        <p:cNvGrpSpPr/>
        <p:nvPr/>
      </p:nvGrpSpPr>
      <p:grpSpPr>
        <a:xfrm xmlns:a="http://schemas.openxmlformats.org/drawingml/2006/main"/>
      </p:grpSpPr>
      <p:sp>
        <p:nvSpPr>
          <p:cNvPr id="15" name="시장 모수">
            <a:extLst xmlns:a="http://schemas.openxmlformats.org/drawingml/2006/main">
              <a:ext uri="{FF2B5EF4-FFF2-40B4-BE49-F238E27FC236}">
                <a16:creationId xmlns:a16="http://schemas.microsoft.com/office/drawing/2014/main" id="{861FA77B-8233-42F3-94BE-D534ACE96E4D}"/>
              </a:ext>
            </a:extLst>
          </p:cNvPr>
          <p:cNvSpPr>
            <a:spLocks xmlns:a="http://schemas.openxmlformats.org/drawingml/2006/main" noGrp="1"/>
          </p:cNvSpPr>
          <p:nvPr/>
        </p:nvSpPr>
        <p:spPr>
          <a:xfrm xmlns:a="http://schemas.openxmlformats.org/drawingml/2006/main">
            <a:off x="504825" y="257175"/>
            <a:ext cx="6286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a:solidFill>
                  <a:srgbClr val="687568"/>
                </a:solidFill>
                <a:latin typeface="Pretendard"/>
                <a:ea typeface="Pretendard"/>
                <a:cs typeface="Pretendard"/>
              </a:defRPr>
            </a:defPPr>
          </a:lstStyle>
          <a:p xmlns:a="http://schemas.openxmlformats.org/drawingml/2006/main">
            <a:pPr algn="l">
              <a:defRPr sz="1050">
                <a:solidFill>
                  <a:srgbClr val="687568"/>
                </a:solidFill>
                <a:latin typeface="Pretendard"/>
                <a:ea typeface="Pretendard"/>
                <a:cs typeface="Pretendard"/>
              </a:defRPr>
            </a:pPr>
            <a:r>
              <a:rPr sz="1050">
                <a:solidFill>
                  <a:srgbClr val="687568"/>
                </a:solidFill>
                <a:latin typeface="Pretendard"/>
                <a:ea typeface="Pretendard"/>
                <a:cs typeface="Pretendard"/>
              </a:rPr>
              <a:t>시장 모수</a:t>
            </a:r>
          </a:p>
        </p:txBody>
      </p:sp>
      <p:sp>
        <p:nvSpPr>
          <p:cNvPr id="2" name="부동산등기용 등록 종중">
            <a:extLst xmlns:a="http://schemas.openxmlformats.org/drawingml/2006/main">
              <a:ext uri="{FF2B5EF4-FFF2-40B4-BE49-F238E27FC236}">
                <a16:creationId xmlns:a16="http://schemas.microsoft.com/office/drawing/2014/main" id="{B9368051-C6D8-44D9-BA1B-6907656913BD}"/>
              </a:ext>
            </a:extLst>
          </p:cNvPr>
          <p:cNvSpPr>
            <a:spLocks xmlns:a="http://schemas.openxmlformats.org/drawingml/2006/main" noGrp="1"/>
          </p:cNvSpPr>
          <p:nvPr/>
        </p:nvSpPr>
        <p:spPr>
          <a:xfrm xmlns:a="http://schemas.openxmlformats.org/drawingml/2006/main">
            <a:off x="476250" y="628650"/>
            <a:ext cx="82486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000" b="1">
                <a:solidFill>
                  <a:srgbClr val="183E35"/>
                </a:solidFill>
                <a:latin typeface="Pretendard"/>
                <a:ea typeface="Pretendard"/>
                <a:cs typeface="Pretendard"/>
              </a:defRPr>
            </a:defPPr>
          </a:lstStyle>
          <a:p xmlns:a="http://schemas.openxmlformats.org/drawingml/2006/main">
            <a:pPr algn="l">
              <a:defRPr sz="3000" b="1">
                <a:solidFill>
                  <a:srgbClr val="183E35"/>
                </a:solidFill>
                <a:latin typeface="Pretendard"/>
                <a:ea typeface="Pretendard"/>
                <a:cs typeface="Pretendard"/>
              </a:defRPr>
            </a:pPr>
            <a:r>
              <a:rPr sz="3000" b="1">
                <a:solidFill>
                  <a:srgbClr val="183E35"/>
                </a:solidFill>
                <a:latin typeface="Pretendard"/>
                <a:ea typeface="Pretendard"/>
                <a:cs typeface="Pretendard"/>
              </a:rPr>
              <a:t>부동산등기용 등록 종중</a:t>
            </a:r>
          </a:p>
        </p:txBody>
      </p:sp>
      <p:sp>
        <p:nvSpPr>
          <p:cNvPr id="3" name="20">
            <a:extLst xmlns:a="http://schemas.openxmlformats.org/drawingml/2006/main">
              <a:ext uri="{FF2B5EF4-FFF2-40B4-BE49-F238E27FC236}">
                <a16:creationId xmlns:a16="http://schemas.microsoft.com/office/drawing/2014/main" id="{8A9EF3D8-9A7A-44C4-8939-6AF1689171AA}"/>
              </a:ext>
            </a:extLst>
          </p:cNvPr>
          <p:cNvSpPr>
            <a:spLocks xmlns:a="http://schemas.openxmlformats.org/drawingml/2006/main" noGrp="1"/>
          </p:cNvSpPr>
          <p:nvPr/>
        </p:nvSpPr>
        <p:spPr>
          <a:xfrm xmlns:a="http://schemas.openxmlformats.org/drawingml/2006/main">
            <a:off x="8534400" y="4781550"/>
            <a:ext cx="2952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975" b="0">
                <a:solidFill>
                  <a:srgbClr val="687568"/>
                </a:solidFill>
                <a:latin typeface="Pretendard"/>
                <a:ea typeface="Pretendard"/>
                <a:cs typeface="Pretendard"/>
              </a:defRPr>
            </a:defPPr>
          </a:lstStyle>
          <a:p xmlns:a="http://schemas.openxmlformats.org/drawingml/2006/main">
            <a:pPr algn="r">
              <a:defRPr sz="975" b="0">
                <a:solidFill>
                  <a:srgbClr val="687568"/>
                </a:solidFill>
                <a:latin typeface="Pretendard"/>
                <a:ea typeface="Pretendard"/>
                <a:cs typeface="Pretendard"/>
              </a:defRPr>
            </a:pPr>
            <a:r>
              <a:rPr sz="975" b="0">
                <a:solidFill>
                  <a:srgbClr val="687568"/>
                </a:solidFill>
                <a:latin typeface="Pretendard"/>
                <a:ea typeface="Pretendard"/>
                <a:cs typeface="Pretendard"/>
              </a:rPr>
              <a:t>20</a:t>
            </a:r>
          </a:p>
        </p:txBody>
      </p:sp>
      <p:sp>
        <p:nvSpPr>
          <p:cNvPr id="4" name="237,071">
            <a:extLst xmlns:a="http://schemas.openxmlformats.org/drawingml/2006/main">
              <a:ext uri="{FF2B5EF4-FFF2-40B4-BE49-F238E27FC236}">
                <a16:creationId xmlns:a16="http://schemas.microsoft.com/office/drawing/2014/main" id="{A2A67A78-3905-4A7B-9E4D-E0B46916AAF8}"/>
              </a:ext>
            </a:extLst>
          </p:cNvPr>
          <p:cNvSpPr>
            <a:spLocks xmlns:a="http://schemas.openxmlformats.org/drawingml/2006/main" noGrp="1"/>
          </p:cNvSpPr>
          <p:nvPr/>
        </p:nvSpPr>
        <p:spPr>
          <a:xfrm xmlns:a="http://schemas.openxmlformats.org/drawingml/2006/main">
            <a:off x="457200" y="1762125"/>
            <a:ext cx="60579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7875" b="1">
                <a:solidFill>
                  <a:srgbClr val="183E35"/>
                </a:solidFill>
                <a:latin typeface="Pretendard"/>
                <a:ea typeface="Pretendard"/>
                <a:cs typeface="Pretendard"/>
              </a:defRPr>
            </a:defPPr>
          </a:lstStyle>
          <a:p xmlns:a="http://schemas.openxmlformats.org/drawingml/2006/main">
            <a:pPr algn="l">
              <a:defRPr sz="7875" b="1">
                <a:solidFill>
                  <a:srgbClr val="183E35"/>
                </a:solidFill>
                <a:latin typeface="Pretendard"/>
                <a:ea typeface="Pretendard"/>
                <a:cs typeface="Pretendard"/>
              </a:defRPr>
            </a:pPr>
            <a:r>
              <a:rPr sz="7875" b="1">
                <a:solidFill>
                  <a:srgbClr val="183E35"/>
                </a:solidFill>
                <a:latin typeface="Pretendard"/>
                <a:ea typeface="Pretendard"/>
                <a:cs typeface="Pretendard"/>
              </a:rPr>
              <a:t>237,071</a:t>
            </a:r>
          </a:p>
        </p:txBody>
      </p:sp>
      <p:sp>
        <p:nvSpPr>
          <p:cNvPr id="5" name="개">
            <a:extLst xmlns:a="http://schemas.openxmlformats.org/drawingml/2006/main">
              <a:ext uri="{FF2B5EF4-FFF2-40B4-BE49-F238E27FC236}">
                <a16:creationId xmlns:a16="http://schemas.microsoft.com/office/drawing/2014/main" id="{F2F6DBA8-57B8-444C-94B1-CB53ACD066A3}"/>
              </a:ext>
            </a:extLst>
          </p:cNvPr>
          <p:cNvSpPr>
            <a:spLocks xmlns:a="http://schemas.openxmlformats.org/drawingml/2006/main" noGrp="1"/>
          </p:cNvSpPr>
          <p:nvPr/>
        </p:nvSpPr>
        <p:spPr>
          <a:xfrm xmlns:a="http://schemas.openxmlformats.org/drawingml/2006/main">
            <a:off x="5857875" y="2466975"/>
            <a:ext cx="7524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700">
                <a:solidFill>
                  <a:srgbClr val="183E35"/>
                </a:solidFill>
                <a:latin typeface="Pretendard"/>
                <a:ea typeface="Pretendard"/>
                <a:cs typeface="Pretendard"/>
              </a:defRPr>
            </a:defPPr>
          </a:lstStyle>
          <a:p xmlns:a="http://schemas.openxmlformats.org/drawingml/2006/main">
            <a:pPr algn="l">
              <a:defRPr sz="2700">
                <a:solidFill>
                  <a:srgbClr val="183E35"/>
                </a:solidFill>
                <a:latin typeface="Pretendard"/>
                <a:ea typeface="Pretendard"/>
                <a:cs typeface="Pretendard"/>
              </a:defRPr>
            </a:pPr>
            <a:r>
              <a:rPr sz="2700">
                <a:solidFill>
                  <a:srgbClr val="183E35"/>
                </a:solidFill>
                <a:latin typeface="Pretendard"/>
                <a:ea typeface="Pretendard"/>
                <a:cs typeface="Pretendard"/>
              </a:rPr>
              <a:t>개</a:t>
            </a:r>
          </a:p>
        </p:txBody>
      </p:sp>
      <p:sp>
        <p:nvSpPr>
          <p:cNvPr id="6" name="2024년 6월">
            <a:extLst xmlns:a="http://schemas.openxmlformats.org/drawingml/2006/main">
              <a:ext uri="{FF2B5EF4-FFF2-40B4-BE49-F238E27FC236}">
                <a16:creationId xmlns:a16="http://schemas.microsoft.com/office/drawing/2014/main" id="{F580A315-F011-4D85-B69A-98F2C594132F}"/>
              </a:ext>
            </a:extLst>
          </p:cNvPr>
          <p:cNvSpPr>
            <a:spLocks xmlns:a="http://schemas.openxmlformats.org/drawingml/2006/main" noGrp="1"/>
          </p:cNvSpPr>
          <p:nvPr/>
        </p:nvSpPr>
        <p:spPr>
          <a:xfrm xmlns:a="http://schemas.openxmlformats.org/drawingml/2006/main">
            <a:off x="523875" y="3124200"/>
            <a:ext cx="5257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a:solidFill>
                  <a:srgbClr val="687568"/>
                </a:solidFill>
                <a:latin typeface="Pretendard"/>
                <a:ea typeface="Pretendard"/>
                <a:cs typeface="Pretendard"/>
              </a:defRPr>
            </a:defPPr>
          </a:lstStyle>
          <a:p xmlns:a="http://schemas.openxmlformats.org/drawingml/2006/main">
            <a:pPr algn="l">
              <a:defRPr sz="1425">
                <a:solidFill>
                  <a:srgbClr val="687568"/>
                </a:solidFill>
                <a:latin typeface="Pretendard"/>
                <a:ea typeface="Pretendard"/>
                <a:cs typeface="Pretendard"/>
              </a:defRPr>
            </a:pPr>
            <a:r>
              <a:rPr sz="1425">
                <a:solidFill>
                  <a:srgbClr val="687568"/>
                </a:solidFill>
                <a:latin typeface="Pretendard"/>
                <a:ea typeface="Pretendard"/>
                <a:cs typeface="Pretendard"/>
              </a:rPr>
              <a:t>2024년 6월</a:t>
            </a:r>
          </a:p>
        </p:txBody>
      </p:sp>
      <p:pic>
        <p:nvPicPr>
          <p:cNvPr id="7" name="">
            <a:extLst xmlns:a="http://schemas.openxmlformats.org/drawingml/2006/main">
              <a:ext uri="{FF2B5EF4-FFF2-40B4-BE49-F238E27FC236}">
                <a16:creationId xmlns:a16="http://schemas.microsoft.com/office/drawing/2014/main" id="{8BA222FF-5BBB-4A98-9BF1-D7748360E794}"/>
              </a:ext>
            </a:extLst>
          </p:cNvPr>
          <p:cNvPicPr>
            <a:picLocks xmlns:a="http://schemas.openxmlformats.org/drawingml/2006/main" noChangeAspect="1"/>
          </p:cNvPicPr>
          <p:nvPr/>
        </p:nvPicPr>
        <p:blipFill>
          <a:blip xmlns:r="http://schemas.openxmlformats.org/officeDocument/2006/relationships" xmlns:a="http://schemas.openxmlformats.org/drawingml/2006/main" r:embed="R4470ba2f05934bd6"/>
          <a:stretch xmlns:a="http://schemas.openxmlformats.org/drawingml/2006/main"/>
        </p:blipFill>
        <p:spPr>
          <a:xfrm xmlns:a="http://schemas.openxmlformats.org/drawingml/2006/main">
            <a:off x="561975" y="3714750"/>
            <a:ext cx="371475" cy="371475"/>
          </a:xfrm>
          <a:prstGeom xmlns:a="http://schemas.openxmlformats.org/drawingml/2006/main" prst="rect">
            <a:avLst/>
          </a:prstGeom>
        </p:spPr>
      </p:pic>
      <p:sp>
        <p:nvSpPr>
          <p:cNvPr id="8" name="임야">
            <a:extLst xmlns:a="http://schemas.openxmlformats.org/drawingml/2006/main">
              <a:ext uri="{FF2B5EF4-FFF2-40B4-BE49-F238E27FC236}">
                <a16:creationId xmlns:a16="http://schemas.microsoft.com/office/drawing/2014/main" id="{8D5C89F2-78BE-4A15-AFEB-FA952D68C513}"/>
              </a:ext>
            </a:extLst>
          </p:cNvPr>
          <p:cNvSpPr>
            <a:spLocks xmlns:a="http://schemas.openxmlformats.org/drawingml/2006/main" noGrp="1"/>
          </p:cNvSpPr>
          <p:nvPr/>
        </p:nvSpPr>
        <p:spPr>
          <a:xfrm xmlns:a="http://schemas.openxmlformats.org/drawingml/2006/main">
            <a:off x="1114425" y="3724275"/>
            <a:ext cx="126682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00">
                <a:solidFill>
                  <a:srgbClr val="183E35"/>
                </a:solidFill>
                <a:latin typeface="Pretendard"/>
                <a:ea typeface="Pretendard"/>
                <a:cs typeface="Pretendard"/>
              </a:defRPr>
            </a:defPPr>
          </a:lstStyle>
          <a:p xmlns:a="http://schemas.openxmlformats.org/drawingml/2006/main">
            <a:pPr algn="l">
              <a:defRPr sz="1800">
                <a:solidFill>
                  <a:srgbClr val="183E35"/>
                </a:solidFill>
                <a:latin typeface="Pretendard"/>
                <a:ea typeface="Pretendard"/>
                <a:cs typeface="Pretendard"/>
              </a:defRPr>
            </a:pPr>
            <a:r>
              <a:rPr sz="1800">
                <a:solidFill>
                  <a:srgbClr val="183E35"/>
                </a:solidFill>
                <a:latin typeface="Pretendard"/>
                <a:ea typeface="Pretendard"/>
                <a:cs typeface="Pretendard"/>
              </a:rPr>
              <a:t>임야</a:t>
            </a:r>
          </a:p>
        </p:txBody>
      </p:sp>
      <p:pic>
        <p:nvPicPr>
          <p:cNvPr id="9" name="">
            <a:extLst xmlns:a="http://schemas.openxmlformats.org/drawingml/2006/main">
              <a:ext uri="{FF2B5EF4-FFF2-40B4-BE49-F238E27FC236}">
                <a16:creationId xmlns:a16="http://schemas.microsoft.com/office/drawing/2014/main" id="{A474D502-6664-468F-B9DE-85EE06B12B72}"/>
              </a:ext>
            </a:extLst>
          </p:cNvPr>
          <p:cNvPicPr>
            <a:picLocks xmlns:a="http://schemas.openxmlformats.org/drawingml/2006/main" noChangeAspect="1"/>
          </p:cNvPicPr>
          <p:nvPr/>
        </p:nvPicPr>
        <p:blipFill>
          <a:blip xmlns:r="http://schemas.openxmlformats.org/officeDocument/2006/relationships" xmlns:a="http://schemas.openxmlformats.org/drawingml/2006/main" r:embed="R97f76501aff1402c"/>
          <a:stretch xmlns:a="http://schemas.openxmlformats.org/drawingml/2006/main"/>
        </p:blipFill>
        <p:spPr>
          <a:xfrm xmlns:a="http://schemas.openxmlformats.org/drawingml/2006/main">
            <a:off x="2628900" y="3714750"/>
            <a:ext cx="371475" cy="371475"/>
          </a:xfrm>
          <a:prstGeom xmlns:a="http://schemas.openxmlformats.org/drawingml/2006/main" prst="rect">
            <a:avLst/>
          </a:prstGeom>
        </p:spPr>
      </p:pic>
      <p:sp>
        <p:nvSpPr>
          <p:cNvPr id="10" name="농지">
            <a:extLst xmlns:a="http://schemas.openxmlformats.org/drawingml/2006/main">
              <a:ext uri="{FF2B5EF4-FFF2-40B4-BE49-F238E27FC236}">
                <a16:creationId xmlns:a16="http://schemas.microsoft.com/office/drawing/2014/main" id="{430A8F81-653E-4FC7-9F18-4CCDCB1E8224}"/>
              </a:ext>
            </a:extLst>
          </p:cNvPr>
          <p:cNvSpPr>
            <a:spLocks xmlns:a="http://schemas.openxmlformats.org/drawingml/2006/main" noGrp="1"/>
          </p:cNvSpPr>
          <p:nvPr/>
        </p:nvSpPr>
        <p:spPr>
          <a:xfrm xmlns:a="http://schemas.openxmlformats.org/drawingml/2006/main">
            <a:off x="3181350" y="3724275"/>
            <a:ext cx="126682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00">
                <a:solidFill>
                  <a:srgbClr val="183E35"/>
                </a:solidFill>
                <a:latin typeface="Pretendard"/>
                <a:ea typeface="Pretendard"/>
                <a:cs typeface="Pretendard"/>
              </a:defRPr>
            </a:defPPr>
          </a:lstStyle>
          <a:p xmlns:a="http://schemas.openxmlformats.org/drawingml/2006/main">
            <a:pPr algn="l">
              <a:defRPr sz="1800">
                <a:solidFill>
                  <a:srgbClr val="183E35"/>
                </a:solidFill>
                <a:latin typeface="Pretendard"/>
                <a:ea typeface="Pretendard"/>
                <a:cs typeface="Pretendard"/>
              </a:defRPr>
            </a:pPr>
            <a:r>
              <a:rPr sz="1800">
                <a:solidFill>
                  <a:srgbClr val="183E35"/>
                </a:solidFill>
                <a:latin typeface="Pretendard"/>
                <a:ea typeface="Pretendard"/>
                <a:cs typeface="Pretendard"/>
              </a:rPr>
              <a:t>농지</a:t>
            </a:r>
          </a:p>
        </p:txBody>
      </p:sp>
      <p:pic>
        <p:nvPicPr>
          <p:cNvPr id="11" name="">
            <a:extLst xmlns:a="http://schemas.openxmlformats.org/drawingml/2006/main">
              <a:ext uri="{FF2B5EF4-FFF2-40B4-BE49-F238E27FC236}">
                <a16:creationId xmlns:a16="http://schemas.microsoft.com/office/drawing/2014/main" id="{894923BD-C02B-4539-B6A6-2440F1D30A51}"/>
              </a:ext>
            </a:extLst>
          </p:cNvPr>
          <p:cNvPicPr>
            <a:picLocks xmlns:a="http://schemas.openxmlformats.org/drawingml/2006/main" noChangeAspect="1"/>
          </p:cNvPicPr>
          <p:nvPr/>
        </p:nvPicPr>
        <p:blipFill>
          <a:blip xmlns:r="http://schemas.openxmlformats.org/officeDocument/2006/relationships" xmlns:a="http://schemas.openxmlformats.org/drawingml/2006/main" r:embed="R3061da26673c4e86"/>
          <a:stretch xmlns:a="http://schemas.openxmlformats.org/drawingml/2006/main"/>
        </p:blipFill>
        <p:spPr>
          <a:xfrm xmlns:a="http://schemas.openxmlformats.org/drawingml/2006/main">
            <a:off x="4695825" y="3714750"/>
            <a:ext cx="371475" cy="371475"/>
          </a:xfrm>
          <a:prstGeom xmlns:a="http://schemas.openxmlformats.org/drawingml/2006/main" prst="rect">
            <a:avLst/>
          </a:prstGeom>
        </p:spPr>
      </p:pic>
      <p:sp>
        <p:nvSpPr>
          <p:cNvPr id="12" name="대지">
            <a:extLst xmlns:a="http://schemas.openxmlformats.org/drawingml/2006/main">
              <a:ext uri="{FF2B5EF4-FFF2-40B4-BE49-F238E27FC236}">
                <a16:creationId xmlns:a16="http://schemas.microsoft.com/office/drawing/2014/main" id="{4FA943C4-9F6D-4374-87B5-CC1E754297D1}"/>
              </a:ext>
            </a:extLst>
          </p:cNvPr>
          <p:cNvSpPr>
            <a:spLocks xmlns:a="http://schemas.openxmlformats.org/drawingml/2006/main" noGrp="1"/>
          </p:cNvSpPr>
          <p:nvPr/>
        </p:nvSpPr>
        <p:spPr>
          <a:xfrm xmlns:a="http://schemas.openxmlformats.org/drawingml/2006/main">
            <a:off x="5248275" y="3724275"/>
            <a:ext cx="126682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00">
                <a:solidFill>
                  <a:srgbClr val="183E35"/>
                </a:solidFill>
                <a:latin typeface="Pretendard"/>
                <a:ea typeface="Pretendard"/>
                <a:cs typeface="Pretendard"/>
              </a:defRPr>
            </a:defPPr>
          </a:lstStyle>
          <a:p xmlns:a="http://schemas.openxmlformats.org/drawingml/2006/main">
            <a:pPr algn="l">
              <a:defRPr sz="1800">
                <a:solidFill>
                  <a:srgbClr val="183E35"/>
                </a:solidFill>
                <a:latin typeface="Pretendard"/>
                <a:ea typeface="Pretendard"/>
                <a:cs typeface="Pretendard"/>
              </a:defRPr>
            </a:pPr>
            <a:r>
              <a:rPr sz="1800">
                <a:solidFill>
                  <a:srgbClr val="183E35"/>
                </a:solidFill>
                <a:latin typeface="Pretendard"/>
                <a:ea typeface="Pretendard"/>
                <a:cs typeface="Pretendard"/>
              </a:rPr>
              <a:t>대지</a:t>
            </a:r>
          </a:p>
        </p:txBody>
      </p:sp>
      <p:pic>
        <p:nvPicPr>
          <p:cNvPr id="13" name="">
            <a:extLst xmlns:a="http://schemas.openxmlformats.org/drawingml/2006/main">
              <a:ext uri="{FF2B5EF4-FFF2-40B4-BE49-F238E27FC236}">
                <a16:creationId xmlns:a16="http://schemas.microsoft.com/office/drawing/2014/main" id="{9395C07B-6D54-44D5-B011-5D2045848B28}"/>
              </a:ext>
            </a:extLst>
          </p:cNvPr>
          <p:cNvPicPr>
            <a:picLocks xmlns:a="http://schemas.openxmlformats.org/drawingml/2006/main" noChangeAspect="1"/>
          </p:cNvPicPr>
          <p:nvPr/>
        </p:nvPicPr>
        <p:blipFill>
          <a:blip xmlns:r="http://schemas.openxmlformats.org/officeDocument/2006/relationships" xmlns:a="http://schemas.openxmlformats.org/drawingml/2006/main" r:embed="Rd6d6fa8b40134c81"/>
          <a:stretch xmlns:a="http://schemas.openxmlformats.org/drawingml/2006/main"/>
        </p:blipFill>
        <p:spPr>
          <a:xfrm xmlns:a="http://schemas.openxmlformats.org/drawingml/2006/main">
            <a:off x="6762750" y="3714750"/>
            <a:ext cx="371475" cy="371475"/>
          </a:xfrm>
          <a:prstGeom xmlns:a="http://schemas.openxmlformats.org/drawingml/2006/main" prst="rect">
            <a:avLst/>
          </a:prstGeom>
        </p:spPr>
      </p:pic>
      <p:sp>
        <p:nvSpPr>
          <p:cNvPr id="14" name="건물">
            <a:extLst xmlns:a="http://schemas.openxmlformats.org/drawingml/2006/main">
              <a:ext uri="{FF2B5EF4-FFF2-40B4-BE49-F238E27FC236}">
                <a16:creationId xmlns:a16="http://schemas.microsoft.com/office/drawing/2014/main" id="{BC930780-2AAA-439F-B49F-A779B75BCA0E}"/>
              </a:ext>
            </a:extLst>
          </p:cNvPr>
          <p:cNvSpPr>
            <a:spLocks xmlns:a="http://schemas.openxmlformats.org/drawingml/2006/main" noGrp="1"/>
          </p:cNvSpPr>
          <p:nvPr/>
        </p:nvSpPr>
        <p:spPr>
          <a:xfrm xmlns:a="http://schemas.openxmlformats.org/drawingml/2006/main">
            <a:off x="7315200" y="3724275"/>
            <a:ext cx="126682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00">
                <a:solidFill>
                  <a:srgbClr val="183E35"/>
                </a:solidFill>
                <a:latin typeface="Pretendard"/>
                <a:ea typeface="Pretendard"/>
                <a:cs typeface="Pretendard"/>
              </a:defRPr>
            </a:defPPr>
          </a:lstStyle>
          <a:p xmlns:a="http://schemas.openxmlformats.org/drawingml/2006/main">
            <a:pPr algn="l">
              <a:defRPr sz="1800">
                <a:solidFill>
                  <a:srgbClr val="183E35"/>
                </a:solidFill>
                <a:latin typeface="Pretendard"/>
                <a:ea typeface="Pretendard"/>
                <a:cs typeface="Pretendard"/>
              </a:defRPr>
            </a:pPr>
            <a:r>
              <a:rPr sz="1800">
                <a:solidFill>
                  <a:srgbClr val="183E35"/>
                </a:solidFill>
                <a:latin typeface="Pretendard"/>
                <a:ea typeface="Pretendard"/>
                <a:cs typeface="Pretendard"/>
              </a:rPr>
              <a:t>건물</a:t>
            </a:r>
          </a:p>
        </p:txBody>
      </p:sp>
    </p:spTree>
    <p:extLst>
      <p:ext uri="{BB962C8B-B14F-4D97-AF65-F5344CB8AC3E}">
        <p14:creationId xmlns:p14="http://schemas.microsoft.com/office/powerpoint/2010/main" val="801759006"/>
      </p:ext>
    </p:extLst>
  </p:cSld>
</p:sld>
</file>

<file path=ppt/slides/slide21.xml><?xml version="1.0" encoding="utf-8"?>
<p:sld xmlns:p="http://schemas.openxmlformats.org/presentationml/2006/main">
  <p:cSld>
    <p:bg>
      <p:bgPr>
        <a:solidFill xmlns:a="http://schemas.openxmlformats.org/drawingml/2006/main">
          <a:srgbClr val="F5F2E9"/>
        </a:solidFill>
      </p:bgPr>
    </p:bg>
    <p:spTree>
      <p:nvGrpSpPr>
        <p:cNvPr id="1" name=""/>
        <p:cNvGrpSpPr/>
        <p:nvPr/>
      </p:nvGrpSpPr>
      <p:grpSpPr>
        <a:xfrm xmlns:a="http://schemas.openxmlformats.org/drawingml/2006/main"/>
      </p:grpSpPr>
      <p:sp>
        <p:nvSpPr>
          <p:cNvPr id="23" name="연 구독매출 추정">
            <a:extLst xmlns:a="http://schemas.openxmlformats.org/drawingml/2006/main">
              <a:ext uri="{FF2B5EF4-FFF2-40B4-BE49-F238E27FC236}">
                <a16:creationId xmlns:a16="http://schemas.microsoft.com/office/drawing/2014/main" id="{69F6FAFD-BAF4-4F70-952E-9F3200FF0ED6}"/>
              </a:ext>
            </a:extLst>
          </p:cNvPr>
          <p:cNvSpPr>
            <a:spLocks xmlns:a="http://schemas.openxmlformats.org/drawingml/2006/main" noGrp="1"/>
          </p:cNvSpPr>
          <p:nvPr/>
        </p:nvSpPr>
        <p:spPr>
          <a:xfrm xmlns:a="http://schemas.openxmlformats.org/drawingml/2006/main">
            <a:off x="504825" y="257175"/>
            <a:ext cx="6286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a:solidFill>
                  <a:srgbClr val="687568"/>
                </a:solidFill>
                <a:latin typeface="Pretendard"/>
                <a:ea typeface="Pretendard"/>
                <a:cs typeface="Pretendard"/>
              </a:defRPr>
            </a:defPPr>
          </a:lstStyle>
          <a:p xmlns:a="http://schemas.openxmlformats.org/drawingml/2006/main">
            <a:pPr algn="l">
              <a:defRPr sz="1050">
                <a:solidFill>
                  <a:srgbClr val="687568"/>
                </a:solidFill>
                <a:latin typeface="Pretendard"/>
                <a:ea typeface="Pretendard"/>
                <a:cs typeface="Pretendard"/>
              </a:defRPr>
            </a:pPr>
            <a:r>
              <a:rPr sz="1050">
                <a:solidFill>
                  <a:srgbClr val="687568"/>
                </a:solidFill>
                <a:latin typeface="Pretendard"/>
                <a:ea typeface="Pretendard"/>
                <a:cs typeface="Pretendard"/>
              </a:rPr>
              <a:t>연 구독매출 추정</a:t>
            </a:r>
          </a:p>
        </p:txBody>
      </p:sp>
      <p:sp>
        <p:nvSpPr>
          <p:cNvPr id="2" name="TAM · SAM · SOM">
            <a:extLst xmlns:a="http://schemas.openxmlformats.org/drawingml/2006/main">
              <a:ext uri="{FF2B5EF4-FFF2-40B4-BE49-F238E27FC236}">
                <a16:creationId xmlns:a16="http://schemas.microsoft.com/office/drawing/2014/main" id="{DFFC6D40-7D01-4129-8EB0-7413E6A0BB80}"/>
              </a:ext>
            </a:extLst>
          </p:cNvPr>
          <p:cNvSpPr>
            <a:spLocks xmlns:a="http://schemas.openxmlformats.org/drawingml/2006/main" noGrp="1"/>
          </p:cNvSpPr>
          <p:nvPr/>
        </p:nvSpPr>
        <p:spPr>
          <a:xfrm xmlns:a="http://schemas.openxmlformats.org/drawingml/2006/main">
            <a:off x="476250" y="628650"/>
            <a:ext cx="82486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000" b="1">
                <a:solidFill>
                  <a:srgbClr val="183E35"/>
                </a:solidFill>
                <a:latin typeface="Pretendard"/>
                <a:ea typeface="Pretendard"/>
                <a:cs typeface="Pretendard"/>
              </a:defRPr>
            </a:defPPr>
          </a:lstStyle>
          <a:p xmlns:a="http://schemas.openxmlformats.org/drawingml/2006/main">
            <a:pPr algn="l">
              <a:defRPr sz="3000" b="1">
                <a:solidFill>
                  <a:srgbClr val="183E35"/>
                </a:solidFill>
                <a:latin typeface="Pretendard"/>
                <a:ea typeface="Pretendard"/>
                <a:cs typeface="Pretendard"/>
              </a:defRPr>
            </a:pPr>
            <a:r>
              <a:rPr sz="3000" b="1">
                <a:solidFill>
                  <a:srgbClr val="183E35"/>
                </a:solidFill>
                <a:latin typeface="Pretendard"/>
                <a:ea typeface="Pretendard"/>
                <a:cs typeface="Pretendard"/>
              </a:rPr>
              <a:t>TAM · SAM · SOM</a:t>
            </a:r>
          </a:p>
        </p:txBody>
      </p:sp>
      <p:sp>
        <p:nvSpPr>
          <p:cNvPr id="3" name="21">
            <a:extLst xmlns:a="http://schemas.openxmlformats.org/drawingml/2006/main">
              <a:ext uri="{FF2B5EF4-FFF2-40B4-BE49-F238E27FC236}">
                <a16:creationId xmlns:a16="http://schemas.microsoft.com/office/drawing/2014/main" id="{465B7BA2-2D81-4CEE-9BE7-45F2C3742EEA}"/>
              </a:ext>
            </a:extLst>
          </p:cNvPr>
          <p:cNvSpPr>
            <a:spLocks xmlns:a="http://schemas.openxmlformats.org/drawingml/2006/main" noGrp="1"/>
          </p:cNvSpPr>
          <p:nvPr/>
        </p:nvSpPr>
        <p:spPr>
          <a:xfrm xmlns:a="http://schemas.openxmlformats.org/drawingml/2006/main">
            <a:off x="8534400" y="4781550"/>
            <a:ext cx="2952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975" b="0">
                <a:solidFill>
                  <a:srgbClr val="687568"/>
                </a:solidFill>
                <a:latin typeface="Pretendard"/>
                <a:ea typeface="Pretendard"/>
                <a:cs typeface="Pretendard"/>
              </a:defRPr>
            </a:defPPr>
          </a:lstStyle>
          <a:p xmlns:a="http://schemas.openxmlformats.org/drawingml/2006/main">
            <a:pPr algn="r">
              <a:defRPr sz="975" b="0">
                <a:solidFill>
                  <a:srgbClr val="687568"/>
                </a:solidFill>
                <a:latin typeface="Pretendard"/>
                <a:ea typeface="Pretendard"/>
                <a:cs typeface="Pretendard"/>
              </a:defRPr>
            </a:pPr>
            <a:r>
              <a:rPr sz="975" b="0">
                <a:solidFill>
                  <a:srgbClr val="687568"/>
                </a:solidFill>
                <a:latin typeface="Pretendard"/>
                <a:ea typeface="Pretendard"/>
                <a:cs typeface="Pretendard"/>
              </a:rPr>
              <a:t>21</a:t>
            </a:r>
          </a:p>
        </p:txBody>
      </p:sp>
      <p:sp>
        <p:nvSpPr>
          <p:cNvPr id="4" name="">
            <a:extLst xmlns:a="http://schemas.openxmlformats.org/drawingml/2006/main">
              <a:ext uri="{FF2B5EF4-FFF2-40B4-BE49-F238E27FC236}">
                <a16:creationId xmlns:a16="http://schemas.microsoft.com/office/drawing/2014/main" id="{B2A79623-296F-4DF1-8533-42A4C72A0EB5}"/>
              </a:ext>
            </a:extLst>
          </p:cNvPr>
          <p:cNvSpPr>
            <a:spLocks xmlns:a="http://schemas.openxmlformats.org/drawingml/2006/main" noGrp="1"/>
          </p:cNvSpPr>
          <p:nvPr/>
        </p:nvSpPr>
        <p:spPr>
          <a:xfrm xmlns:a="http://schemas.openxmlformats.org/drawingml/2006/main">
            <a:off x="561975" y="1266825"/>
            <a:ext cx="3276600" cy="3276600"/>
          </a:xfrm>
          <a:prstGeom xmlns:a="http://schemas.openxmlformats.org/drawingml/2006/main" prst="ellipse">
            <a:avLst/>
          </a:prstGeom>
          <a:solidFill xmlns:a="http://schemas.openxmlformats.org/drawingml/2006/main">
            <a:srgbClr val="F5F2E9"/>
          </a:solidFill>
          <a:ln xmlns:a="http://schemas.openxmlformats.org/drawingml/2006/main" w="19050">
            <a:solidFill>
              <a:srgbClr val="183E35"/>
            </a:solidFill>
          </a:ln>
        </p:spPr>
      </p:sp>
      <p:sp>
        <p:nvSpPr>
          <p:cNvPr id="5" name="">
            <a:extLst xmlns:a="http://schemas.openxmlformats.org/drawingml/2006/main">
              <a:ext uri="{FF2B5EF4-FFF2-40B4-BE49-F238E27FC236}">
                <a16:creationId xmlns:a16="http://schemas.microsoft.com/office/drawing/2014/main" id="{A658C943-5963-45DF-8333-91968D3F7530}"/>
              </a:ext>
            </a:extLst>
          </p:cNvPr>
          <p:cNvSpPr>
            <a:spLocks xmlns:a="http://schemas.openxmlformats.org/drawingml/2006/main" noGrp="1"/>
          </p:cNvSpPr>
          <p:nvPr/>
        </p:nvSpPr>
        <p:spPr>
          <a:xfrm xmlns:a="http://schemas.openxmlformats.org/drawingml/2006/main">
            <a:off x="1104900" y="2352675"/>
            <a:ext cx="2190750" cy="2190750"/>
          </a:xfrm>
          <a:prstGeom xmlns:a="http://schemas.openxmlformats.org/drawingml/2006/main" prst="ellipse">
            <a:avLst/>
          </a:prstGeom>
          <a:solidFill xmlns:a="http://schemas.openxmlformats.org/drawingml/2006/main">
            <a:srgbClr val="F5F2E9"/>
          </a:solidFill>
          <a:ln xmlns:a="http://schemas.openxmlformats.org/drawingml/2006/main" w="19050">
            <a:solidFill>
              <a:srgbClr val="567D89"/>
            </a:solidFill>
          </a:ln>
        </p:spPr>
      </p:sp>
      <p:sp>
        <p:nvSpPr>
          <p:cNvPr id="6" name="">
            <a:extLst xmlns:a="http://schemas.openxmlformats.org/drawingml/2006/main">
              <a:ext uri="{FF2B5EF4-FFF2-40B4-BE49-F238E27FC236}">
                <a16:creationId xmlns:a16="http://schemas.microsoft.com/office/drawing/2014/main" id="{910FD0EB-7353-4BEE-ACE7-43CAEB63A163}"/>
              </a:ext>
            </a:extLst>
          </p:cNvPr>
          <p:cNvSpPr>
            <a:spLocks xmlns:a="http://schemas.openxmlformats.org/drawingml/2006/main" noGrp="1"/>
          </p:cNvSpPr>
          <p:nvPr/>
        </p:nvSpPr>
        <p:spPr>
          <a:xfrm xmlns:a="http://schemas.openxmlformats.org/drawingml/2006/main">
            <a:off x="1552575" y="3248025"/>
            <a:ext cx="1295400" cy="1295400"/>
          </a:xfrm>
          <a:prstGeom xmlns:a="http://schemas.openxmlformats.org/drawingml/2006/main" prst="ellipse">
            <a:avLst/>
          </a:prstGeom>
          <a:solidFill xmlns:a="http://schemas.openxmlformats.org/drawingml/2006/main">
            <a:srgbClr val="F5F2E9"/>
          </a:solidFill>
          <a:ln xmlns:a="http://schemas.openxmlformats.org/drawingml/2006/main" w="19050">
            <a:solidFill>
              <a:srgbClr val="A85437"/>
            </a:solidFill>
          </a:ln>
        </p:spPr>
      </p:sp>
      <p:sp>
        <p:nvSpPr>
          <p:cNvPr id="7" name="TAM">
            <a:extLst xmlns:a="http://schemas.openxmlformats.org/drawingml/2006/main">
              <a:ext uri="{FF2B5EF4-FFF2-40B4-BE49-F238E27FC236}">
                <a16:creationId xmlns:a16="http://schemas.microsoft.com/office/drawing/2014/main" id="{9CE5E9C5-085E-4E17-8683-F37EE044E2EC}"/>
              </a:ext>
            </a:extLst>
          </p:cNvPr>
          <p:cNvSpPr>
            <a:spLocks xmlns:a="http://schemas.openxmlformats.org/drawingml/2006/main" noGrp="1"/>
          </p:cNvSpPr>
          <p:nvPr/>
        </p:nvSpPr>
        <p:spPr>
          <a:xfrm xmlns:a="http://schemas.openxmlformats.org/drawingml/2006/main">
            <a:off x="1400175" y="1438275"/>
            <a:ext cx="1600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100" b="0">
                <a:solidFill>
                  <a:srgbClr val="183E35"/>
                </a:solidFill>
                <a:latin typeface="Pretendard"/>
                <a:ea typeface="Pretendard"/>
                <a:cs typeface="Pretendard"/>
              </a:defRPr>
            </a:defPPr>
          </a:lstStyle>
          <a:p xmlns:a="http://schemas.openxmlformats.org/drawingml/2006/main">
            <a:pPr algn="ctr">
              <a:defRPr sz="2100" b="0">
                <a:solidFill>
                  <a:srgbClr val="183E35"/>
                </a:solidFill>
                <a:latin typeface="Pretendard"/>
                <a:ea typeface="Pretendard"/>
                <a:cs typeface="Pretendard"/>
              </a:defRPr>
            </a:pPr>
            <a:r>
              <a:rPr sz="2100" b="0">
                <a:solidFill>
                  <a:srgbClr val="183E35"/>
                </a:solidFill>
                <a:latin typeface="Pretendard"/>
                <a:ea typeface="Pretendard"/>
                <a:cs typeface="Pretendard"/>
              </a:rPr>
              <a:t>TAM</a:t>
            </a:r>
          </a:p>
        </p:txBody>
      </p:sp>
      <p:sp>
        <p:nvSpPr>
          <p:cNvPr id="8" name="등록 종중">
            <a:extLst xmlns:a="http://schemas.openxmlformats.org/drawingml/2006/main">
              <a:ext uri="{FF2B5EF4-FFF2-40B4-BE49-F238E27FC236}">
                <a16:creationId xmlns:a16="http://schemas.microsoft.com/office/drawing/2014/main" id="{54BB7A35-470D-4A32-AF66-1A28CDDBB498}"/>
              </a:ext>
            </a:extLst>
          </p:cNvPr>
          <p:cNvSpPr>
            <a:spLocks xmlns:a="http://schemas.openxmlformats.org/drawingml/2006/main" noGrp="1"/>
          </p:cNvSpPr>
          <p:nvPr/>
        </p:nvSpPr>
        <p:spPr>
          <a:xfrm xmlns:a="http://schemas.openxmlformats.org/drawingml/2006/main">
            <a:off x="1028700" y="1914525"/>
            <a:ext cx="23526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575">
                <a:solidFill>
                  <a:srgbClr val="183E35"/>
                </a:solidFill>
                <a:latin typeface="Pretendard"/>
                <a:ea typeface="Pretendard"/>
                <a:cs typeface="Pretendard"/>
              </a:defRPr>
            </a:defPPr>
          </a:lstStyle>
          <a:p xmlns:a="http://schemas.openxmlformats.org/drawingml/2006/main">
            <a:pPr algn="ctr">
              <a:defRPr sz="1575">
                <a:solidFill>
                  <a:srgbClr val="183E35"/>
                </a:solidFill>
                <a:latin typeface="Pretendard"/>
                <a:ea typeface="Pretendard"/>
                <a:cs typeface="Pretendard"/>
              </a:defRPr>
            </a:pPr>
            <a:r>
              <a:rPr sz="1575">
                <a:solidFill>
                  <a:srgbClr val="183E35"/>
                </a:solidFill>
                <a:latin typeface="Pretendard"/>
                <a:ea typeface="Pretendard"/>
                <a:cs typeface="Pretendard"/>
              </a:rPr>
              <a:t>등록 종중</a:t>
            </a:r>
          </a:p>
        </p:txBody>
      </p:sp>
      <p:sp>
        <p:nvSpPr>
          <p:cNvPr id="9" name="SAM">
            <a:extLst xmlns:a="http://schemas.openxmlformats.org/drawingml/2006/main">
              <a:ext uri="{FF2B5EF4-FFF2-40B4-BE49-F238E27FC236}">
                <a16:creationId xmlns:a16="http://schemas.microsoft.com/office/drawing/2014/main" id="{371F08C9-7C10-448B-A498-A8EA0E3F2323}"/>
              </a:ext>
            </a:extLst>
          </p:cNvPr>
          <p:cNvSpPr>
            <a:spLocks xmlns:a="http://schemas.openxmlformats.org/drawingml/2006/main" noGrp="1"/>
          </p:cNvSpPr>
          <p:nvPr/>
        </p:nvSpPr>
        <p:spPr>
          <a:xfrm xmlns:a="http://schemas.openxmlformats.org/drawingml/2006/main">
            <a:off x="1400175" y="2543175"/>
            <a:ext cx="16002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025" b="0">
                <a:solidFill>
                  <a:srgbClr val="567D89"/>
                </a:solidFill>
                <a:latin typeface="Pretendard"/>
                <a:ea typeface="Pretendard"/>
                <a:cs typeface="Pretendard"/>
              </a:defRPr>
            </a:defPPr>
          </a:lstStyle>
          <a:p xmlns:a="http://schemas.openxmlformats.org/drawingml/2006/main">
            <a:pPr algn="ctr">
              <a:defRPr sz="2025" b="0">
                <a:solidFill>
                  <a:srgbClr val="567D89"/>
                </a:solidFill>
                <a:latin typeface="Pretendard"/>
                <a:ea typeface="Pretendard"/>
                <a:cs typeface="Pretendard"/>
              </a:defRPr>
            </a:pPr>
            <a:r>
              <a:rPr sz="2025" b="0">
                <a:solidFill>
                  <a:srgbClr val="567D89"/>
                </a:solidFill>
                <a:latin typeface="Pretendard"/>
                <a:ea typeface="Pretendard"/>
                <a:cs typeface="Pretendard"/>
              </a:rPr>
              <a:t>SAM</a:t>
            </a:r>
          </a:p>
        </p:txBody>
      </p:sp>
      <p:sp>
        <p:nvSpPr>
          <p:cNvPr id="10" name="전담 관리 20% 제외">
            <a:extLst xmlns:a="http://schemas.openxmlformats.org/drawingml/2006/main">
              <a:ext uri="{FF2B5EF4-FFF2-40B4-BE49-F238E27FC236}">
                <a16:creationId xmlns:a16="http://schemas.microsoft.com/office/drawing/2014/main" id="{2ABB1131-549B-4B52-8C3F-15DB5DB041B6}"/>
              </a:ext>
            </a:extLst>
          </p:cNvPr>
          <p:cNvSpPr>
            <a:spLocks xmlns:a="http://schemas.openxmlformats.org/drawingml/2006/main" noGrp="1"/>
          </p:cNvSpPr>
          <p:nvPr/>
        </p:nvSpPr>
        <p:spPr>
          <a:xfrm xmlns:a="http://schemas.openxmlformats.org/drawingml/2006/main">
            <a:off x="1200150" y="2981325"/>
            <a:ext cx="20288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275">
                <a:solidFill>
                  <a:srgbClr val="567D89"/>
                </a:solidFill>
                <a:latin typeface="Pretendard"/>
                <a:ea typeface="Pretendard"/>
                <a:cs typeface="Pretendard"/>
              </a:defRPr>
            </a:defPPr>
          </a:lstStyle>
          <a:p xmlns:a="http://schemas.openxmlformats.org/drawingml/2006/main">
            <a:pPr algn="ctr">
              <a:defRPr sz="1275">
                <a:solidFill>
                  <a:srgbClr val="567D89"/>
                </a:solidFill>
                <a:latin typeface="Pretendard"/>
                <a:ea typeface="Pretendard"/>
                <a:cs typeface="Pretendard"/>
              </a:defRPr>
            </a:pPr>
            <a:r>
              <a:rPr sz="1275">
                <a:solidFill>
                  <a:srgbClr val="567D89"/>
                </a:solidFill>
                <a:latin typeface="Pretendard"/>
                <a:ea typeface="Pretendard"/>
                <a:cs typeface="Pretendard"/>
              </a:rPr>
              <a:t>전담 관리 20% 제외</a:t>
            </a:r>
          </a:p>
        </p:txBody>
      </p:sp>
      <p:sp>
        <p:nvSpPr>
          <p:cNvPr id="11" name="SOM">
            <a:extLst xmlns:a="http://schemas.openxmlformats.org/drawingml/2006/main">
              <a:ext uri="{FF2B5EF4-FFF2-40B4-BE49-F238E27FC236}">
                <a16:creationId xmlns:a16="http://schemas.microsoft.com/office/drawing/2014/main" id="{E8E1CF66-D4F5-4101-AE51-6F72BB0ECB61}"/>
              </a:ext>
            </a:extLst>
          </p:cNvPr>
          <p:cNvSpPr>
            <a:spLocks xmlns:a="http://schemas.openxmlformats.org/drawingml/2006/main" noGrp="1"/>
          </p:cNvSpPr>
          <p:nvPr/>
        </p:nvSpPr>
        <p:spPr>
          <a:xfrm xmlns:a="http://schemas.openxmlformats.org/drawingml/2006/main">
            <a:off x="1724025" y="3457575"/>
            <a:ext cx="9715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75" b="0">
                <a:solidFill>
                  <a:srgbClr val="A85437"/>
                </a:solidFill>
                <a:latin typeface="Pretendard"/>
                <a:ea typeface="Pretendard"/>
                <a:cs typeface="Pretendard"/>
              </a:defRPr>
            </a:defPPr>
          </a:lstStyle>
          <a:p xmlns:a="http://schemas.openxmlformats.org/drawingml/2006/main">
            <a:pPr algn="ctr">
              <a:defRPr sz="1875" b="0">
                <a:solidFill>
                  <a:srgbClr val="A85437"/>
                </a:solidFill>
                <a:latin typeface="Pretendard"/>
                <a:ea typeface="Pretendard"/>
                <a:cs typeface="Pretendard"/>
              </a:defRPr>
            </a:pPr>
            <a:r>
              <a:rPr sz="1875" b="0">
                <a:solidFill>
                  <a:srgbClr val="A85437"/>
                </a:solidFill>
                <a:latin typeface="Pretendard"/>
                <a:ea typeface="Pretendard"/>
                <a:cs typeface="Pretendard"/>
              </a:rPr>
              <a:t>SOM</a:t>
            </a:r>
          </a:p>
        </p:txBody>
      </p:sp>
      <p:sp>
        <p:nvSpPr>
          <p:cNvPr id="12" name="3년 내 1%">
            <a:extLst xmlns:a="http://schemas.openxmlformats.org/drawingml/2006/main">
              <a:ext uri="{FF2B5EF4-FFF2-40B4-BE49-F238E27FC236}">
                <a16:creationId xmlns:a16="http://schemas.microsoft.com/office/drawing/2014/main" id="{EC0C53B8-791B-46F4-896C-167B5E4E60A9}"/>
              </a:ext>
            </a:extLst>
          </p:cNvPr>
          <p:cNvSpPr>
            <a:spLocks xmlns:a="http://schemas.openxmlformats.org/drawingml/2006/main" noGrp="1"/>
          </p:cNvSpPr>
          <p:nvPr/>
        </p:nvSpPr>
        <p:spPr>
          <a:xfrm xmlns:a="http://schemas.openxmlformats.org/drawingml/2006/main">
            <a:off x="1609725" y="3962400"/>
            <a:ext cx="1190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275">
                <a:solidFill>
                  <a:srgbClr val="A85437"/>
                </a:solidFill>
                <a:latin typeface="Pretendard"/>
                <a:ea typeface="Pretendard"/>
                <a:cs typeface="Pretendard"/>
              </a:defRPr>
            </a:defPPr>
          </a:lstStyle>
          <a:p xmlns:a="http://schemas.openxmlformats.org/drawingml/2006/main">
            <a:pPr algn="ctr">
              <a:defRPr sz="1275">
                <a:solidFill>
                  <a:srgbClr val="A85437"/>
                </a:solidFill>
                <a:latin typeface="Pretendard"/>
                <a:ea typeface="Pretendard"/>
                <a:cs typeface="Pretendard"/>
              </a:defRPr>
            </a:pPr>
            <a:r>
              <a:rPr sz="1275">
                <a:solidFill>
                  <a:srgbClr val="A85437"/>
                </a:solidFill>
                <a:latin typeface="Pretendard"/>
                <a:ea typeface="Pretendard"/>
                <a:cs typeface="Pretendard"/>
              </a:rPr>
              <a:t>3년 내 1%</a:t>
            </a:r>
          </a:p>
        </p:txBody>
      </p:sp>
      <p:sp>
        <p:nvSpPr>
          <p:cNvPr id="13" name="연 50만원 가정">
            <a:extLst xmlns:a="http://schemas.openxmlformats.org/drawingml/2006/main">
              <a:ext uri="{FF2B5EF4-FFF2-40B4-BE49-F238E27FC236}">
                <a16:creationId xmlns:a16="http://schemas.microsoft.com/office/drawing/2014/main" id="{42E41244-7356-447C-AADB-73270E8F31EF}"/>
              </a:ext>
            </a:extLst>
          </p:cNvPr>
          <p:cNvSpPr>
            <a:spLocks xmlns:a="http://schemas.openxmlformats.org/drawingml/2006/main" noGrp="1"/>
          </p:cNvSpPr>
          <p:nvPr/>
        </p:nvSpPr>
        <p:spPr>
          <a:xfrm xmlns:a="http://schemas.openxmlformats.org/drawingml/2006/main">
            <a:off x="6286500" y="895350"/>
            <a:ext cx="24574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1350">
                <a:solidFill>
                  <a:srgbClr val="687568"/>
                </a:solidFill>
                <a:latin typeface="Pretendard"/>
                <a:ea typeface="Pretendard"/>
                <a:cs typeface="Pretendard"/>
              </a:defRPr>
            </a:defPPr>
          </a:lstStyle>
          <a:p xmlns:a="http://schemas.openxmlformats.org/drawingml/2006/main">
            <a:pPr algn="r">
              <a:defRPr sz="1350">
                <a:solidFill>
                  <a:srgbClr val="687568"/>
                </a:solidFill>
                <a:latin typeface="Pretendard"/>
                <a:ea typeface="Pretendard"/>
                <a:cs typeface="Pretendard"/>
              </a:defRPr>
            </a:pPr>
            <a:r>
              <a:rPr sz="1350">
                <a:solidFill>
                  <a:srgbClr val="687568"/>
                </a:solidFill>
                <a:latin typeface="Pretendard"/>
                <a:ea typeface="Pretendard"/>
                <a:cs typeface="Pretendard"/>
              </a:rPr>
              <a:t>연 50만원 가정</a:t>
            </a:r>
          </a:p>
        </p:txBody>
      </p:sp>
      <p:sp>
        <p:nvSpPr>
          <p:cNvPr id="14" name="1,185.36">
            <a:extLst xmlns:a="http://schemas.openxmlformats.org/drawingml/2006/main">
              <a:ext uri="{FF2B5EF4-FFF2-40B4-BE49-F238E27FC236}">
                <a16:creationId xmlns:a16="http://schemas.microsoft.com/office/drawing/2014/main" id="{D16E5BFE-0153-40B1-95D4-252F8E63EC12}"/>
              </a:ext>
            </a:extLst>
          </p:cNvPr>
          <p:cNvSpPr>
            <a:spLocks xmlns:a="http://schemas.openxmlformats.org/drawingml/2006/main" noGrp="1"/>
          </p:cNvSpPr>
          <p:nvPr/>
        </p:nvSpPr>
        <p:spPr>
          <a:xfrm xmlns:a="http://schemas.openxmlformats.org/drawingml/2006/main">
            <a:off x="4648200" y="1381125"/>
            <a:ext cx="2971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4275" b="1">
                <a:solidFill>
                  <a:srgbClr val="183E35"/>
                </a:solidFill>
                <a:latin typeface="Pretendard"/>
                <a:ea typeface="Pretendard"/>
                <a:cs typeface="Pretendard"/>
              </a:defRPr>
            </a:defPPr>
          </a:lstStyle>
          <a:p xmlns:a="http://schemas.openxmlformats.org/drawingml/2006/main">
            <a:pPr algn="l">
              <a:defRPr sz="4275" b="1">
                <a:solidFill>
                  <a:srgbClr val="183E35"/>
                </a:solidFill>
                <a:latin typeface="Pretendard"/>
                <a:ea typeface="Pretendard"/>
                <a:cs typeface="Pretendard"/>
              </a:defRPr>
            </a:pPr>
            <a:r>
              <a:rPr sz="4275" b="1">
                <a:solidFill>
                  <a:srgbClr val="183E35"/>
                </a:solidFill>
                <a:latin typeface="Pretendard"/>
                <a:ea typeface="Pretendard"/>
                <a:cs typeface="Pretendard"/>
              </a:rPr>
              <a:t>1,185.36</a:t>
            </a:r>
          </a:p>
        </p:txBody>
      </p:sp>
      <p:sp>
        <p:nvSpPr>
          <p:cNvPr id="15" name="억원 / 년">
            <a:extLst xmlns:a="http://schemas.openxmlformats.org/drawingml/2006/main">
              <a:ext uri="{FF2B5EF4-FFF2-40B4-BE49-F238E27FC236}">
                <a16:creationId xmlns:a16="http://schemas.microsoft.com/office/drawing/2014/main" id="{094B574A-DC1E-459A-A382-1F366112AC61}"/>
              </a:ext>
            </a:extLst>
          </p:cNvPr>
          <p:cNvSpPr>
            <a:spLocks xmlns:a="http://schemas.openxmlformats.org/drawingml/2006/main" noGrp="1"/>
          </p:cNvSpPr>
          <p:nvPr/>
        </p:nvSpPr>
        <p:spPr>
          <a:xfrm xmlns:a="http://schemas.openxmlformats.org/drawingml/2006/main">
            <a:off x="7553325" y="1685925"/>
            <a:ext cx="12668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a:solidFill>
                  <a:srgbClr val="183E35"/>
                </a:solidFill>
                <a:latin typeface="Pretendard"/>
                <a:ea typeface="Pretendard"/>
                <a:cs typeface="Pretendard"/>
              </a:defRPr>
            </a:defPPr>
          </a:lstStyle>
          <a:p xmlns:a="http://schemas.openxmlformats.org/drawingml/2006/main">
            <a:pPr algn="l">
              <a:defRPr sz="1500">
                <a:solidFill>
                  <a:srgbClr val="183E35"/>
                </a:solidFill>
                <a:latin typeface="Pretendard"/>
                <a:ea typeface="Pretendard"/>
                <a:cs typeface="Pretendard"/>
              </a:defRPr>
            </a:pPr>
            <a:r>
              <a:rPr sz="1500">
                <a:solidFill>
                  <a:srgbClr val="183E35"/>
                </a:solidFill>
                <a:latin typeface="Pretendard"/>
                <a:ea typeface="Pretendard"/>
                <a:cs typeface="Pretendard"/>
              </a:rPr>
              <a:t>억원 / 년</a:t>
            </a:r>
          </a:p>
        </p:txBody>
      </p:sp>
      <p:sp>
        <p:nvSpPr>
          <p:cNvPr id="16" name="237,071개">
            <a:extLst xmlns:a="http://schemas.openxmlformats.org/drawingml/2006/main">
              <a:ext uri="{FF2B5EF4-FFF2-40B4-BE49-F238E27FC236}">
                <a16:creationId xmlns:a16="http://schemas.microsoft.com/office/drawing/2014/main" id="{7FA43B02-90C8-4CA4-B6B3-81CDC1064B74}"/>
              </a:ext>
            </a:extLst>
          </p:cNvPr>
          <p:cNvSpPr>
            <a:spLocks xmlns:a="http://schemas.openxmlformats.org/drawingml/2006/main" noGrp="1"/>
          </p:cNvSpPr>
          <p:nvPr/>
        </p:nvSpPr>
        <p:spPr>
          <a:xfrm xmlns:a="http://schemas.openxmlformats.org/drawingml/2006/main">
            <a:off x="4695825" y="2133600"/>
            <a:ext cx="38957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a:solidFill>
                  <a:srgbClr val="687568"/>
                </a:solidFill>
                <a:latin typeface="Pretendard"/>
                <a:ea typeface="Pretendard"/>
                <a:cs typeface="Pretendard"/>
              </a:defRPr>
            </a:defPPr>
          </a:lstStyle>
          <a:p xmlns:a="http://schemas.openxmlformats.org/drawingml/2006/main">
            <a:pPr algn="l">
              <a:defRPr sz="1500">
                <a:solidFill>
                  <a:srgbClr val="687568"/>
                </a:solidFill>
                <a:latin typeface="Pretendard"/>
                <a:ea typeface="Pretendard"/>
                <a:cs typeface="Pretendard"/>
              </a:defRPr>
            </a:pPr>
            <a:r>
              <a:rPr sz="1500">
                <a:solidFill>
                  <a:srgbClr val="687568"/>
                </a:solidFill>
                <a:latin typeface="Pretendard"/>
                <a:ea typeface="Pretendard"/>
                <a:cs typeface="Pretendard"/>
              </a:rPr>
              <a:t>237,071개</a:t>
            </a:r>
          </a:p>
        </p:txBody>
      </p:sp>
      <p:sp>
        <p:nvSpPr>
          <p:cNvPr id="17" name="948.29">
            <a:extLst xmlns:a="http://schemas.openxmlformats.org/drawingml/2006/main">
              <a:ext uri="{FF2B5EF4-FFF2-40B4-BE49-F238E27FC236}">
                <a16:creationId xmlns:a16="http://schemas.microsoft.com/office/drawing/2014/main" id="{CBF39172-754B-43E0-9A49-F64F7808F467}"/>
              </a:ext>
            </a:extLst>
          </p:cNvPr>
          <p:cNvSpPr>
            <a:spLocks xmlns:a="http://schemas.openxmlformats.org/drawingml/2006/main" noGrp="1"/>
          </p:cNvSpPr>
          <p:nvPr/>
        </p:nvSpPr>
        <p:spPr>
          <a:xfrm xmlns:a="http://schemas.openxmlformats.org/drawingml/2006/main">
            <a:off x="4648200" y="2543175"/>
            <a:ext cx="2971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4275" b="1">
                <a:solidFill>
                  <a:srgbClr val="567D89"/>
                </a:solidFill>
                <a:latin typeface="Pretendard"/>
                <a:ea typeface="Pretendard"/>
                <a:cs typeface="Pretendard"/>
              </a:defRPr>
            </a:defPPr>
          </a:lstStyle>
          <a:p xmlns:a="http://schemas.openxmlformats.org/drawingml/2006/main">
            <a:pPr algn="l">
              <a:defRPr sz="4275" b="1">
                <a:solidFill>
                  <a:srgbClr val="567D89"/>
                </a:solidFill>
                <a:latin typeface="Pretendard"/>
                <a:ea typeface="Pretendard"/>
                <a:cs typeface="Pretendard"/>
              </a:defRPr>
            </a:pPr>
            <a:r>
              <a:rPr sz="4275" b="1">
                <a:solidFill>
                  <a:srgbClr val="567D89"/>
                </a:solidFill>
                <a:latin typeface="Pretendard"/>
                <a:ea typeface="Pretendard"/>
                <a:cs typeface="Pretendard"/>
              </a:rPr>
              <a:t>948.29</a:t>
            </a:r>
          </a:p>
        </p:txBody>
      </p:sp>
      <p:sp>
        <p:nvSpPr>
          <p:cNvPr id="18" name="억원 / 년">
            <a:extLst xmlns:a="http://schemas.openxmlformats.org/drawingml/2006/main">
              <a:ext uri="{FF2B5EF4-FFF2-40B4-BE49-F238E27FC236}">
                <a16:creationId xmlns:a16="http://schemas.microsoft.com/office/drawing/2014/main" id="{327512E0-CC61-4893-AB84-63695CFA5A7E}"/>
              </a:ext>
            </a:extLst>
          </p:cNvPr>
          <p:cNvSpPr>
            <a:spLocks xmlns:a="http://schemas.openxmlformats.org/drawingml/2006/main" noGrp="1"/>
          </p:cNvSpPr>
          <p:nvPr/>
        </p:nvSpPr>
        <p:spPr>
          <a:xfrm xmlns:a="http://schemas.openxmlformats.org/drawingml/2006/main">
            <a:off x="7553325" y="2847975"/>
            <a:ext cx="12668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a:solidFill>
                  <a:srgbClr val="567D89"/>
                </a:solidFill>
                <a:latin typeface="Pretendard"/>
                <a:ea typeface="Pretendard"/>
                <a:cs typeface="Pretendard"/>
              </a:defRPr>
            </a:defPPr>
          </a:lstStyle>
          <a:p xmlns:a="http://schemas.openxmlformats.org/drawingml/2006/main">
            <a:pPr algn="l">
              <a:defRPr sz="1500">
                <a:solidFill>
                  <a:srgbClr val="567D89"/>
                </a:solidFill>
                <a:latin typeface="Pretendard"/>
                <a:ea typeface="Pretendard"/>
                <a:cs typeface="Pretendard"/>
              </a:defRPr>
            </a:pPr>
            <a:r>
              <a:rPr sz="1500">
                <a:solidFill>
                  <a:srgbClr val="567D89"/>
                </a:solidFill>
                <a:latin typeface="Pretendard"/>
                <a:ea typeface="Pretendard"/>
                <a:cs typeface="Pretendard"/>
              </a:rPr>
              <a:t>억원 / 년</a:t>
            </a:r>
          </a:p>
        </p:txBody>
      </p:sp>
      <p:sp>
        <p:nvSpPr>
          <p:cNvPr id="19" name="189,657개">
            <a:extLst xmlns:a="http://schemas.openxmlformats.org/drawingml/2006/main">
              <a:ext uri="{FF2B5EF4-FFF2-40B4-BE49-F238E27FC236}">
                <a16:creationId xmlns:a16="http://schemas.microsoft.com/office/drawing/2014/main" id="{8D5CE0F6-C5BE-4995-8A00-60F56A804D61}"/>
              </a:ext>
            </a:extLst>
          </p:cNvPr>
          <p:cNvSpPr>
            <a:spLocks xmlns:a="http://schemas.openxmlformats.org/drawingml/2006/main" noGrp="1"/>
          </p:cNvSpPr>
          <p:nvPr/>
        </p:nvSpPr>
        <p:spPr>
          <a:xfrm xmlns:a="http://schemas.openxmlformats.org/drawingml/2006/main">
            <a:off x="4695825" y="3295650"/>
            <a:ext cx="38957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a:solidFill>
                  <a:srgbClr val="687568"/>
                </a:solidFill>
                <a:latin typeface="Pretendard"/>
                <a:ea typeface="Pretendard"/>
                <a:cs typeface="Pretendard"/>
              </a:defRPr>
            </a:defPPr>
          </a:lstStyle>
          <a:p xmlns:a="http://schemas.openxmlformats.org/drawingml/2006/main">
            <a:pPr algn="l">
              <a:defRPr sz="1500">
                <a:solidFill>
                  <a:srgbClr val="687568"/>
                </a:solidFill>
                <a:latin typeface="Pretendard"/>
                <a:ea typeface="Pretendard"/>
                <a:cs typeface="Pretendard"/>
              </a:defRPr>
            </a:pPr>
            <a:r>
              <a:rPr sz="1500">
                <a:solidFill>
                  <a:srgbClr val="687568"/>
                </a:solidFill>
                <a:latin typeface="Pretendard"/>
                <a:ea typeface="Pretendard"/>
                <a:cs typeface="Pretendard"/>
              </a:rPr>
              <a:t>189,657개</a:t>
            </a:r>
          </a:p>
        </p:txBody>
      </p:sp>
      <p:sp>
        <p:nvSpPr>
          <p:cNvPr id="20" name="9.49">
            <a:extLst xmlns:a="http://schemas.openxmlformats.org/drawingml/2006/main">
              <a:ext uri="{FF2B5EF4-FFF2-40B4-BE49-F238E27FC236}">
                <a16:creationId xmlns:a16="http://schemas.microsoft.com/office/drawing/2014/main" id="{F3A08EF6-9597-4428-920E-1CEE531ACD5C}"/>
              </a:ext>
            </a:extLst>
          </p:cNvPr>
          <p:cNvSpPr>
            <a:spLocks xmlns:a="http://schemas.openxmlformats.org/drawingml/2006/main" noGrp="1"/>
          </p:cNvSpPr>
          <p:nvPr/>
        </p:nvSpPr>
        <p:spPr>
          <a:xfrm xmlns:a="http://schemas.openxmlformats.org/drawingml/2006/main">
            <a:off x="4648200" y="3705225"/>
            <a:ext cx="2971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4275" b="1">
                <a:solidFill>
                  <a:srgbClr val="A85437"/>
                </a:solidFill>
                <a:latin typeface="Pretendard"/>
                <a:ea typeface="Pretendard"/>
                <a:cs typeface="Pretendard"/>
              </a:defRPr>
            </a:defPPr>
          </a:lstStyle>
          <a:p xmlns:a="http://schemas.openxmlformats.org/drawingml/2006/main">
            <a:pPr algn="l">
              <a:defRPr sz="4275" b="1">
                <a:solidFill>
                  <a:srgbClr val="A85437"/>
                </a:solidFill>
                <a:latin typeface="Pretendard"/>
                <a:ea typeface="Pretendard"/>
                <a:cs typeface="Pretendard"/>
              </a:defRPr>
            </a:pPr>
            <a:r>
              <a:rPr sz="4275" b="1">
                <a:solidFill>
                  <a:srgbClr val="A85437"/>
                </a:solidFill>
                <a:latin typeface="Pretendard"/>
                <a:ea typeface="Pretendard"/>
                <a:cs typeface="Pretendard"/>
              </a:rPr>
              <a:t>9.49</a:t>
            </a:r>
          </a:p>
        </p:txBody>
      </p:sp>
      <p:sp>
        <p:nvSpPr>
          <p:cNvPr id="21" name="억원 / 년">
            <a:extLst xmlns:a="http://schemas.openxmlformats.org/drawingml/2006/main">
              <a:ext uri="{FF2B5EF4-FFF2-40B4-BE49-F238E27FC236}">
                <a16:creationId xmlns:a16="http://schemas.microsoft.com/office/drawing/2014/main" id="{FA2616D2-92BF-46E2-9D63-F98BFB94089A}"/>
              </a:ext>
            </a:extLst>
          </p:cNvPr>
          <p:cNvSpPr>
            <a:spLocks xmlns:a="http://schemas.openxmlformats.org/drawingml/2006/main" noGrp="1"/>
          </p:cNvSpPr>
          <p:nvPr/>
        </p:nvSpPr>
        <p:spPr>
          <a:xfrm xmlns:a="http://schemas.openxmlformats.org/drawingml/2006/main">
            <a:off x="7553325" y="4010025"/>
            <a:ext cx="12668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a:solidFill>
                  <a:srgbClr val="A85437"/>
                </a:solidFill>
                <a:latin typeface="Pretendard"/>
                <a:ea typeface="Pretendard"/>
                <a:cs typeface="Pretendard"/>
              </a:defRPr>
            </a:defPPr>
          </a:lstStyle>
          <a:p xmlns:a="http://schemas.openxmlformats.org/drawingml/2006/main">
            <a:pPr algn="l">
              <a:defRPr sz="1500">
                <a:solidFill>
                  <a:srgbClr val="A85437"/>
                </a:solidFill>
                <a:latin typeface="Pretendard"/>
                <a:ea typeface="Pretendard"/>
                <a:cs typeface="Pretendard"/>
              </a:defRPr>
            </a:pPr>
            <a:r>
              <a:rPr sz="1500">
                <a:solidFill>
                  <a:srgbClr val="A85437"/>
                </a:solidFill>
                <a:latin typeface="Pretendard"/>
                <a:ea typeface="Pretendard"/>
                <a:cs typeface="Pretendard"/>
              </a:rPr>
              <a:t>억원 / 년</a:t>
            </a:r>
          </a:p>
        </p:txBody>
      </p:sp>
      <p:sp>
        <p:nvSpPr>
          <p:cNvPr id="22" name="1,897개">
            <a:extLst xmlns:a="http://schemas.openxmlformats.org/drawingml/2006/main">
              <a:ext uri="{FF2B5EF4-FFF2-40B4-BE49-F238E27FC236}">
                <a16:creationId xmlns:a16="http://schemas.microsoft.com/office/drawing/2014/main" id="{877E9780-F6F4-43F6-9C41-DA1D0A937739}"/>
              </a:ext>
            </a:extLst>
          </p:cNvPr>
          <p:cNvSpPr>
            <a:spLocks xmlns:a="http://schemas.openxmlformats.org/drawingml/2006/main" noGrp="1"/>
          </p:cNvSpPr>
          <p:nvPr/>
        </p:nvSpPr>
        <p:spPr>
          <a:xfrm xmlns:a="http://schemas.openxmlformats.org/drawingml/2006/main">
            <a:off x="4695825" y="4457700"/>
            <a:ext cx="38957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a:solidFill>
                  <a:srgbClr val="687568"/>
                </a:solidFill>
                <a:latin typeface="Pretendard"/>
                <a:ea typeface="Pretendard"/>
                <a:cs typeface="Pretendard"/>
              </a:defRPr>
            </a:defPPr>
          </a:lstStyle>
          <a:p xmlns:a="http://schemas.openxmlformats.org/drawingml/2006/main">
            <a:pPr algn="l">
              <a:defRPr sz="1500">
                <a:solidFill>
                  <a:srgbClr val="687568"/>
                </a:solidFill>
                <a:latin typeface="Pretendard"/>
                <a:ea typeface="Pretendard"/>
                <a:cs typeface="Pretendard"/>
              </a:defRPr>
            </a:pPr>
            <a:r>
              <a:rPr sz="1500">
                <a:solidFill>
                  <a:srgbClr val="687568"/>
                </a:solidFill>
                <a:latin typeface="Pretendard"/>
                <a:ea typeface="Pretendard"/>
                <a:cs typeface="Pretendard"/>
              </a:rPr>
              <a:t>1,897개</a:t>
            </a:r>
          </a:p>
        </p:txBody>
      </p:sp>
    </p:spTree>
    <p:extLst>
      <p:ext uri="{BB962C8B-B14F-4D97-AF65-F5344CB8AC3E}">
        <p14:creationId xmlns:p14="http://schemas.microsoft.com/office/powerpoint/2010/main" val="546594263"/>
      </p:ext>
    </p:extLst>
  </p:cSld>
</p:sld>
</file>

<file path=ppt/slides/slide22.xml><?xml version="1.0" encoding="utf-8"?>
<p:sld xmlns:p="http://schemas.openxmlformats.org/presentationml/2006/main">
  <p:cSld>
    <p:bg>
      <p:bgPr>
        <a:solidFill xmlns:a="http://schemas.openxmlformats.org/drawingml/2006/main">
          <a:srgbClr val="F5F2E9"/>
        </a:solidFill>
      </p:bgPr>
    </p:bg>
    <p:spTree>
      <p:nvGrpSpPr>
        <p:cNvPr id="1" name=""/>
        <p:cNvGrpSpPr/>
        <p:nvPr/>
      </p:nvGrpSpPr>
      <p:grpSpPr>
        <a:xfrm xmlns:a="http://schemas.openxmlformats.org/drawingml/2006/main"/>
      </p:grpSpPr>
      <p:sp>
        <p:nvSpPr>
          <p:cNvPr id="5" name="연 50만원 기준">
            <a:extLst xmlns:a="http://schemas.openxmlformats.org/drawingml/2006/main">
              <a:ext uri="{FF2B5EF4-FFF2-40B4-BE49-F238E27FC236}">
                <a16:creationId xmlns:a16="http://schemas.microsoft.com/office/drawing/2014/main" id="{F91BF111-E6E8-45B3-8852-9152D67974B2}"/>
              </a:ext>
            </a:extLst>
          </p:cNvPr>
          <p:cNvSpPr>
            <a:spLocks xmlns:a="http://schemas.openxmlformats.org/drawingml/2006/main" noGrp="1"/>
          </p:cNvSpPr>
          <p:nvPr/>
        </p:nvSpPr>
        <p:spPr>
          <a:xfrm xmlns:a="http://schemas.openxmlformats.org/drawingml/2006/main">
            <a:off x="504825" y="257175"/>
            <a:ext cx="6286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a:solidFill>
                  <a:srgbClr val="687568"/>
                </a:solidFill>
                <a:latin typeface="Pretendard"/>
                <a:ea typeface="Pretendard"/>
                <a:cs typeface="Pretendard"/>
              </a:defRPr>
            </a:defPPr>
          </a:lstStyle>
          <a:p xmlns:a="http://schemas.openxmlformats.org/drawingml/2006/main">
            <a:pPr algn="l">
              <a:defRPr sz="1050">
                <a:solidFill>
                  <a:srgbClr val="687568"/>
                </a:solidFill>
                <a:latin typeface="Pretendard"/>
                <a:ea typeface="Pretendard"/>
                <a:cs typeface="Pretendard"/>
              </a:defRPr>
            </a:pPr>
            <a:r>
              <a:rPr sz="1050">
                <a:solidFill>
                  <a:srgbClr val="687568"/>
                </a:solidFill>
                <a:latin typeface="Pretendard"/>
                <a:ea typeface="Pretendard"/>
                <a:cs typeface="Pretendard"/>
              </a:rPr>
              <a:t>연 50만원 기준</a:t>
            </a:r>
          </a:p>
        </p:txBody>
      </p:sp>
      <p:sp>
        <p:nvSpPr>
          <p:cNvPr id="2" name="3년 내 확보율별 매출 추정">
            <a:extLst xmlns:a="http://schemas.openxmlformats.org/drawingml/2006/main">
              <a:ext uri="{FF2B5EF4-FFF2-40B4-BE49-F238E27FC236}">
                <a16:creationId xmlns:a16="http://schemas.microsoft.com/office/drawing/2014/main" id="{CEA823DD-F959-4AE7-9F45-C41516A3F82B}"/>
              </a:ext>
            </a:extLst>
          </p:cNvPr>
          <p:cNvSpPr>
            <a:spLocks xmlns:a="http://schemas.openxmlformats.org/drawingml/2006/main" noGrp="1"/>
          </p:cNvSpPr>
          <p:nvPr/>
        </p:nvSpPr>
        <p:spPr>
          <a:xfrm xmlns:a="http://schemas.openxmlformats.org/drawingml/2006/main">
            <a:off x="476250" y="628650"/>
            <a:ext cx="82486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000" b="1">
                <a:solidFill>
                  <a:srgbClr val="183E35"/>
                </a:solidFill>
                <a:latin typeface="Pretendard"/>
                <a:ea typeface="Pretendard"/>
                <a:cs typeface="Pretendard"/>
              </a:defRPr>
            </a:defPPr>
          </a:lstStyle>
          <a:p xmlns:a="http://schemas.openxmlformats.org/drawingml/2006/main">
            <a:pPr algn="l">
              <a:defRPr sz="3000" b="1">
                <a:solidFill>
                  <a:srgbClr val="183E35"/>
                </a:solidFill>
                <a:latin typeface="Pretendard"/>
                <a:ea typeface="Pretendard"/>
                <a:cs typeface="Pretendard"/>
              </a:defRPr>
            </a:pPr>
            <a:r>
              <a:rPr sz="3000" b="1">
                <a:solidFill>
                  <a:srgbClr val="183E35"/>
                </a:solidFill>
                <a:latin typeface="Pretendard"/>
                <a:ea typeface="Pretendard"/>
                <a:cs typeface="Pretendard"/>
              </a:rPr>
              <a:t>3년 내 확보율별 매출 추정</a:t>
            </a:r>
          </a:p>
        </p:txBody>
      </p:sp>
      <p:sp>
        <p:nvSpPr>
          <p:cNvPr id="3" name="22">
            <a:extLst xmlns:a="http://schemas.openxmlformats.org/drawingml/2006/main">
              <a:ext uri="{FF2B5EF4-FFF2-40B4-BE49-F238E27FC236}">
                <a16:creationId xmlns:a16="http://schemas.microsoft.com/office/drawing/2014/main" id="{86168ED6-9263-43AF-984C-8625084E0AFA}"/>
              </a:ext>
            </a:extLst>
          </p:cNvPr>
          <p:cNvSpPr>
            <a:spLocks xmlns:a="http://schemas.openxmlformats.org/drawingml/2006/main" noGrp="1"/>
          </p:cNvSpPr>
          <p:nvPr/>
        </p:nvSpPr>
        <p:spPr>
          <a:xfrm xmlns:a="http://schemas.openxmlformats.org/drawingml/2006/main">
            <a:off x="8534400" y="4781550"/>
            <a:ext cx="2952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975" b="0">
                <a:solidFill>
                  <a:srgbClr val="687568"/>
                </a:solidFill>
                <a:latin typeface="Pretendard"/>
                <a:ea typeface="Pretendard"/>
                <a:cs typeface="Pretendard"/>
              </a:defRPr>
            </a:defPPr>
          </a:lstStyle>
          <a:p xmlns:a="http://schemas.openxmlformats.org/drawingml/2006/main">
            <a:pPr algn="r">
              <a:defRPr sz="975" b="0">
                <a:solidFill>
                  <a:srgbClr val="687568"/>
                </a:solidFill>
                <a:latin typeface="Pretendard"/>
                <a:ea typeface="Pretendard"/>
                <a:cs typeface="Pretendard"/>
              </a:defRPr>
            </a:pPr>
            <a:r>
              <a:rPr sz="975" b="0">
                <a:solidFill>
                  <a:srgbClr val="687568"/>
                </a:solidFill>
                <a:latin typeface="Pretendard"/>
                <a:ea typeface="Pretendard"/>
                <a:cs typeface="Pretendard"/>
              </a:rPr>
              <a:t>22</a:t>
            </a:r>
          </a:p>
        </p:txBody>
      </p:sp>
      <p:graphicFrame>
        <p:nvGraphicFramePr>
          <p:cNvPr id="4" name="Chart">
            <a:extLst xmlns:a="http://schemas.openxmlformats.org/drawingml/2006/main">
              <a:ext uri="{FF2B5EF4-FFF2-40B4-BE49-F238E27FC236}">
                <a16:creationId xmlns:a16="http://schemas.microsoft.com/office/drawing/2014/main" id="{977E80FC-7E07-4278-9716-41E22C7B7C33}"/>
              </a:ext>
            </a:extLst>
          </p:cNvPr>
          <p:cNvGraphicFramePr/>
          <p:nvPr/>
        </p:nvGraphicFramePr>
        <p:xfrm>
          <a:off xmlns:a="http://schemas.openxmlformats.org/drawingml/2006/main" x="619125" y="1504950"/>
          <a:ext xmlns:a="http://schemas.openxmlformats.org/drawingml/2006/main" cx="7886700" cy="2857500"/>
        </p:xfrm>
        <a:graphic xmlns:a="http://schemas.openxmlformats.org/drawingml/2006/main">
          <a:graphicData uri="http://schemas.openxmlformats.org/drawingml/2006/chart">
            <c:chart xmlns:r="http://schemas.openxmlformats.org/officeDocument/2006/relationships" xmlns:c="http://schemas.openxmlformats.org/drawingml/2006/chart" r:id="Rda52bf8f1df64d79"/>
          </a:graphicData>
        </a:graphic>
      </p:graphicFrame>
    </p:spTree>
    <p:extLst>
      <p:ext uri="{BB962C8B-B14F-4D97-AF65-F5344CB8AC3E}">
        <p14:creationId xmlns:p14="http://schemas.microsoft.com/office/powerpoint/2010/main" val="312698171"/>
      </p:ext>
    </p:extLst>
  </p:cSld>
</p:sld>
</file>

<file path=ppt/slides/slide23.xml><?xml version="1.0" encoding="utf-8"?>
<p:sld xmlns:p="http://schemas.openxmlformats.org/presentationml/2006/main">
  <p:cSld>
    <p:bg>
      <p:bgPr>
        <a:solidFill xmlns:a="http://schemas.openxmlformats.org/drawingml/2006/main">
          <a:srgbClr val="F5F2E9"/>
        </a:solidFill>
      </p:bgPr>
    </p:bg>
    <p:spTree>
      <p:nvGrpSpPr>
        <p:cNvPr id="1" name=""/>
        <p:cNvGrpSpPr/>
        <p:nvPr/>
      </p:nvGrpSpPr>
      <p:grpSpPr>
        <a:xfrm xmlns:a="http://schemas.openxmlformats.org/drawingml/2006/main"/>
      </p:grpSpPr>
      <p:sp>
        <p:nvSpPr>
          <p:cNvPr id="11" name="수집한 근거 자료">
            <a:extLst xmlns:a="http://schemas.openxmlformats.org/drawingml/2006/main">
              <a:ext uri="{FF2B5EF4-FFF2-40B4-BE49-F238E27FC236}">
                <a16:creationId xmlns:a16="http://schemas.microsoft.com/office/drawing/2014/main" id="{35AE9FB5-A559-42BB-A192-E724D88C1D9C}"/>
              </a:ext>
            </a:extLst>
          </p:cNvPr>
          <p:cNvSpPr>
            <a:spLocks xmlns:a="http://schemas.openxmlformats.org/drawingml/2006/main" noGrp="1"/>
          </p:cNvSpPr>
          <p:nvPr/>
        </p:nvSpPr>
        <p:spPr>
          <a:xfrm xmlns:a="http://schemas.openxmlformats.org/drawingml/2006/main">
            <a:off x="504825" y="257175"/>
            <a:ext cx="6286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a:solidFill>
                  <a:srgbClr val="687568"/>
                </a:solidFill>
                <a:latin typeface="Pretendard"/>
                <a:ea typeface="Pretendard"/>
                <a:cs typeface="Pretendard"/>
              </a:defRPr>
            </a:defPPr>
          </a:lstStyle>
          <a:p xmlns:a="http://schemas.openxmlformats.org/drawingml/2006/main">
            <a:pPr algn="l">
              <a:defRPr sz="1050">
                <a:solidFill>
                  <a:srgbClr val="687568"/>
                </a:solidFill>
                <a:latin typeface="Pretendard"/>
                <a:ea typeface="Pretendard"/>
                <a:cs typeface="Pretendard"/>
              </a:defRPr>
            </a:pPr>
            <a:r>
              <a:rPr sz="1050">
                <a:solidFill>
                  <a:srgbClr val="687568"/>
                </a:solidFill>
                <a:latin typeface="Pretendard"/>
                <a:ea typeface="Pretendard"/>
                <a:cs typeface="Pretendard"/>
              </a:rPr>
              <a:t>수집한 근거 자료</a:t>
            </a:r>
          </a:p>
        </p:txBody>
      </p:sp>
      <p:sp>
        <p:nvSpPr>
          <p:cNvPr id="2" name="공식 원문을 모았습니다">
            <a:extLst xmlns:a="http://schemas.openxmlformats.org/drawingml/2006/main">
              <a:ext uri="{FF2B5EF4-FFF2-40B4-BE49-F238E27FC236}">
                <a16:creationId xmlns:a16="http://schemas.microsoft.com/office/drawing/2014/main" id="{EFC9D464-2FDA-4D09-92B9-5AAA97B5F0C1}"/>
              </a:ext>
            </a:extLst>
          </p:cNvPr>
          <p:cNvSpPr>
            <a:spLocks xmlns:a="http://schemas.openxmlformats.org/drawingml/2006/main" noGrp="1"/>
          </p:cNvSpPr>
          <p:nvPr/>
        </p:nvSpPr>
        <p:spPr>
          <a:xfrm xmlns:a="http://schemas.openxmlformats.org/drawingml/2006/main">
            <a:off x="476250" y="628650"/>
            <a:ext cx="82486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000" b="1">
                <a:solidFill>
                  <a:srgbClr val="183E35"/>
                </a:solidFill>
                <a:latin typeface="Pretendard"/>
                <a:ea typeface="Pretendard"/>
                <a:cs typeface="Pretendard"/>
              </a:defRPr>
            </a:defPPr>
          </a:lstStyle>
          <a:p xmlns:a="http://schemas.openxmlformats.org/drawingml/2006/main">
            <a:pPr algn="l">
              <a:defRPr sz="3000" b="1">
                <a:solidFill>
                  <a:srgbClr val="183E35"/>
                </a:solidFill>
                <a:latin typeface="Pretendard"/>
                <a:ea typeface="Pretendard"/>
                <a:cs typeface="Pretendard"/>
              </a:defRPr>
            </a:pPr>
            <a:r>
              <a:rPr sz="3000" b="1">
                <a:solidFill>
                  <a:srgbClr val="183E35"/>
                </a:solidFill>
                <a:latin typeface="Pretendard"/>
                <a:ea typeface="Pretendard"/>
                <a:cs typeface="Pretendard"/>
              </a:rPr>
              <a:t>공식 원문을 모았습니다</a:t>
            </a:r>
          </a:p>
        </p:txBody>
      </p:sp>
      <p:sp>
        <p:nvSpPr>
          <p:cNvPr id="3" name="23">
            <a:extLst xmlns:a="http://schemas.openxmlformats.org/drawingml/2006/main">
              <a:ext uri="{FF2B5EF4-FFF2-40B4-BE49-F238E27FC236}">
                <a16:creationId xmlns:a16="http://schemas.microsoft.com/office/drawing/2014/main" id="{197D3CE3-D87D-42A0-92FC-438743433D5C}"/>
              </a:ext>
            </a:extLst>
          </p:cNvPr>
          <p:cNvSpPr>
            <a:spLocks xmlns:a="http://schemas.openxmlformats.org/drawingml/2006/main" noGrp="1"/>
          </p:cNvSpPr>
          <p:nvPr/>
        </p:nvSpPr>
        <p:spPr>
          <a:xfrm xmlns:a="http://schemas.openxmlformats.org/drawingml/2006/main">
            <a:off x="8534400" y="4781550"/>
            <a:ext cx="2952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975" b="0">
                <a:solidFill>
                  <a:srgbClr val="687568"/>
                </a:solidFill>
                <a:latin typeface="Pretendard"/>
                <a:ea typeface="Pretendard"/>
                <a:cs typeface="Pretendard"/>
              </a:defRPr>
            </a:defPPr>
          </a:lstStyle>
          <a:p xmlns:a="http://schemas.openxmlformats.org/drawingml/2006/main">
            <a:pPr algn="r">
              <a:defRPr sz="975" b="0">
                <a:solidFill>
                  <a:srgbClr val="687568"/>
                </a:solidFill>
                <a:latin typeface="Pretendard"/>
                <a:ea typeface="Pretendard"/>
                <a:cs typeface="Pretendard"/>
              </a:defRPr>
            </a:pPr>
            <a:r>
              <a:rPr sz="975" b="0">
                <a:solidFill>
                  <a:srgbClr val="687568"/>
                </a:solidFill>
                <a:latin typeface="Pretendard"/>
                <a:ea typeface="Pretendard"/>
                <a:cs typeface="Pretendard"/>
              </a:rPr>
              <a:t>23</a:t>
            </a:r>
          </a:p>
        </p:txBody>
      </p:sp>
      <p:sp>
        <p:nvSpPr>
          <p:cNvPr id="4" name="22">
            <a:extLst xmlns:a="http://schemas.openxmlformats.org/drawingml/2006/main">
              <a:ext uri="{FF2B5EF4-FFF2-40B4-BE49-F238E27FC236}">
                <a16:creationId xmlns:a16="http://schemas.microsoft.com/office/drawing/2014/main" id="{25F7F2B6-0420-41FD-BB20-42C20C92663A}"/>
              </a:ext>
            </a:extLst>
          </p:cNvPr>
          <p:cNvSpPr>
            <a:spLocks xmlns:a="http://schemas.openxmlformats.org/drawingml/2006/main" noGrp="1"/>
          </p:cNvSpPr>
          <p:nvPr/>
        </p:nvSpPr>
        <p:spPr>
          <a:xfrm xmlns:a="http://schemas.openxmlformats.org/drawingml/2006/main">
            <a:off x="733425" y="1562100"/>
            <a:ext cx="31051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300" b="1">
                <a:solidFill>
                  <a:srgbClr val="183E35"/>
                </a:solidFill>
                <a:latin typeface="Pretendard"/>
                <a:ea typeface="Pretendard"/>
                <a:cs typeface="Pretendard"/>
              </a:defRPr>
            </a:defPPr>
          </a:lstStyle>
          <a:p xmlns:a="http://schemas.openxmlformats.org/drawingml/2006/main">
            <a:pPr algn="l">
              <a:defRPr sz="9300" b="1">
                <a:solidFill>
                  <a:srgbClr val="183E35"/>
                </a:solidFill>
                <a:latin typeface="Pretendard"/>
                <a:ea typeface="Pretendard"/>
                <a:cs typeface="Pretendard"/>
              </a:defRPr>
            </a:pPr>
            <a:r>
              <a:rPr sz="9300" b="1">
                <a:solidFill>
                  <a:srgbClr val="183E35"/>
                </a:solidFill>
                <a:latin typeface="Pretendard"/>
                <a:ea typeface="Pretendard"/>
                <a:cs typeface="Pretendard"/>
              </a:rPr>
              <a:t>22</a:t>
            </a:r>
          </a:p>
        </p:txBody>
      </p:sp>
      <p:sp>
        <p:nvSpPr>
          <p:cNvPr id="5" name="법령">
            <a:extLst xmlns:a="http://schemas.openxmlformats.org/drawingml/2006/main">
              <a:ext uri="{FF2B5EF4-FFF2-40B4-BE49-F238E27FC236}">
                <a16:creationId xmlns:a16="http://schemas.microsoft.com/office/drawing/2014/main" id="{C6E15D77-91C3-4C04-BE71-0D09BB3D9148}"/>
              </a:ext>
            </a:extLst>
          </p:cNvPr>
          <p:cNvSpPr>
            <a:spLocks xmlns:a="http://schemas.openxmlformats.org/drawingml/2006/main" noGrp="1"/>
          </p:cNvSpPr>
          <p:nvPr/>
        </p:nvSpPr>
        <p:spPr>
          <a:xfrm xmlns:a="http://schemas.openxmlformats.org/drawingml/2006/main">
            <a:off x="819150" y="3200400"/>
            <a:ext cx="29241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475" b="1">
                <a:solidFill>
                  <a:srgbClr val="183E35"/>
                </a:solidFill>
                <a:latin typeface="Pretendard"/>
                <a:ea typeface="Pretendard"/>
                <a:cs typeface="Pretendard"/>
              </a:defRPr>
            </a:defPPr>
          </a:lstStyle>
          <a:p xmlns:a="http://schemas.openxmlformats.org/drawingml/2006/main">
            <a:pPr algn="l">
              <a:defRPr sz="2475" b="1">
                <a:solidFill>
                  <a:srgbClr val="183E35"/>
                </a:solidFill>
                <a:latin typeface="Pretendard"/>
                <a:ea typeface="Pretendard"/>
                <a:cs typeface="Pretendard"/>
              </a:defRPr>
            </a:pPr>
            <a:r>
              <a:rPr sz="2475" b="1">
                <a:solidFill>
                  <a:srgbClr val="183E35"/>
                </a:solidFill>
                <a:latin typeface="Pretendard"/>
                <a:ea typeface="Pretendard"/>
                <a:cs typeface="Pretendard"/>
              </a:rPr>
              <a:t>법령</a:t>
            </a:r>
          </a:p>
        </p:txBody>
      </p:sp>
      <p:sp>
        <p:nvSpPr>
          <p:cNvPr id="6" name="선별 조문 108개">
            <a:extLst xmlns:a="http://schemas.openxmlformats.org/drawingml/2006/main">
              <a:ext uri="{FF2B5EF4-FFF2-40B4-BE49-F238E27FC236}">
                <a16:creationId xmlns:a16="http://schemas.microsoft.com/office/drawing/2014/main" id="{C0F84DA5-AD89-4444-85BF-A0E2593A4C69}"/>
              </a:ext>
            </a:extLst>
          </p:cNvPr>
          <p:cNvSpPr>
            <a:spLocks xmlns:a="http://schemas.openxmlformats.org/drawingml/2006/main" noGrp="1"/>
          </p:cNvSpPr>
          <p:nvPr/>
        </p:nvSpPr>
        <p:spPr>
          <a:xfrm xmlns:a="http://schemas.openxmlformats.org/drawingml/2006/main">
            <a:off x="838200" y="3943350"/>
            <a:ext cx="33909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00">
                <a:solidFill>
                  <a:srgbClr val="567D89"/>
                </a:solidFill>
                <a:latin typeface="Pretendard"/>
                <a:ea typeface="Pretendard"/>
                <a:cs typeface="Pretendard"/>
              </a:defRPr>
            </a:defPPr>
          </a:lstStyle>
          <a:p xmlns:a="http://schemas.openxmlformats.org/drawingml/2006/main">
            <a:pPr algn="l">
              <a:defRPr sz="1800">
                <a:solidFill>
                  <a:srgbClr val="567D89"/>
                </a:solidFill>
                <a:latin typeface="Pretendard"/>
                <a:ea typeface="Pretendard"/>
                <a:cs typeface="Pretendard"/>
              </a:defRPr>
            </a:pPr>
            <a:r>
              <a:rPr sz="1800">
                <a:solidFill>
                  <a:srgbClr val="567D89"/>
                </a:solidFill>
                <a:latin typeface="Pretendard"/>
                <a:ea typeface="Pretendard"/>
                <a:cs typeface="Pretendard"/>
              </a:rPr>
              <a:t>선별 조문 108개</a:t>
            </a:r>
          </a:p>
        </p:txBody>
      </p:sp>
      <p:sp>
        <p:nvSpPr>
          <p:cNvPr id="7" name="">
            <a:extLst xmlns:a="http://schemas.openxmlformats.org/drawingml/2006/main">
              <a:ext uri="{FF2B5EF4-FFF2-40B4-BE49-F238E27FC236}">
                <a16:creationId xmlns:a16="http://schemas.microsoft.com/office/drawing/2014/main" id="{9F4D2858-1CF9-4760-959F-3A714CEC647C}"/>
              </a:ext>
            </a:extLst>
          </p:cNvPr>
          <p:cNvSpPr>
            <a:spLocks xmlns:a="http://schemas.openxmlformats.org/drawingml/2006/main" noGrp="1"/>
          </p:cNvSpPr>
          <p:nvPr/>
        </p:nvSpPr>
        <p:spPr>
          <a:xfrm xmlns:a="http://schemas.openxmlformats.org/drawingml/2006/main">
            <a:off x="4572000" y="1609725"/>
            <a:ext cx="0" cy="2562225"/>
          </a:xfrm>
          <a:prstGeom xmlns:a="http://schemas.openxmlformats.org/drawingml/2006/main" prst="line">
            <a:avLst/>
          </a:prstGeom>
          <a:noFill xmlns:a="http://schemas.openxmlformats.org/drawingml/2006/main"/>
          <a:ln xmlns:a="http://schemas.openxmlformats.org/drawingml/2006/main" w="9525">
            <a:solidFill>
              <a:srgbClr val="D2DCD6"/>
            </a:solidFill>
          </a:ln>
        </p:spPr>
      </p:sp>
      <p:sp>
        <p:nvSpPr>
          <p:cNvPr id="8" name="25">
            <a:extLst xmlns:a="http://schemas.openxmlformats.org/drawingml/2006/main">
              <a:ext uri="{FF2B5EF4-FFF2-40B4-BE49-F238E27FC236}">
                <a16:creationId xmlns:a16="http://schemas.microsoft.com/office/drawing/2014/main" id="{E4341229-68D9-485D-BE79-5C549F6BDDC1}"/>
              </a:ext>
            </a:extLst>
          </p:cNvPr>
          <p:cNvSpPr>
            <a:spLocks xmlns:a="http://schemas.openxmlformats.org/drawingml/2006/main" noGrp="1"/>
          </p:cNvSpPr>
          <p:nvPr/>
        </p:nvSpPr>
        <p:spPr>
          <a:xfrm xmlns:a="http://schemas.openxmlformats.org/drawingml/2006/main">
            <a:off x="5314950" y="1562100"/>
            <a:ext cx="31051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300" b="1">
                <a:solidFill>
                  <a:srgbClr val="183E35"/>
                </a:solidFill>
                <a:latin typeface="Pretendard"/>
                <a:ea typeface="Pretendard"/>
                <a:cs typeface="Pretendard"/>
              </a:defRPr>
            </a:defPPr>
          </a:lstStyle>
          <a:p xmlns:a="http://schemas.openxmlformats.org/drawingml/2006/main">
            <a:pPr algn="l">
              <a:defRPr sz="9300" b="1">
                <a:solidFill>
                  <a:srgbClr val="183E35"/>
                </a:solidFill>
                <a:latin typeface="Pretendard"/>
                <a:ea typeface="Pretendard"/>
                <a:cs typeface="Pretendard"/>
              </a:defRPr>
            </a:pPr>
            <a:r>
              <a:rPr sz="9300" b="1">
                <a:solidFill>
                  <a:srgbClr val="183E35"/>
                </a:solidFill>
                <a:latin typeface="Pretendard"/>
                <a:ea typeface="Pretendard"/>
                <a:cs typeface="Pretendard"/>
              </a:rPr>
              <a:t>25</a:t>
            </a:r>
          </a:p>
        </p:txBody>
      </p:sp>
      <p:sp>
        <p:nvSpPr>
          <p:cNvPr id="9" name="판례">
            <a:extLst xmlns:a="http://schemas.openxmlformats.org/drawingml/2006/main">
              <a:ext uri="{FF2B5EF4-FFF2-40B4-BE49-F238E27FC236}">
                <a16:creationId xmlns:a16="http://schemas.microsoft.com/office/drawing/2014/main" id="{8B9C913C-AFFE-492F-AF9D-B8C20EFA8071}"/>
              </a:ext>
            </a:extLst>
          </p:cNvPr>
          <p:cNvSpPr>
            <a:spLocks xmlns:a="http://schemas.openxmlformats.org/drawingml/2006/main" noGrp="1"/>
          </p:cNvSpPr>
          <p:nvPr/>
        </p:nvSpPr>
        <p:spPr>
          <a:xfrm xmlns:a="http://schemas.openxmlformats.org/drawingml/2006/main">
            <a:off x="5391150" y="3200400"/>
            <a:ext cx="29241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475" b="1">
                <a:solidFill>
                  <a:srgbClr val="183E35"/>
                </a:solidFill>
                <a:latin typeface="Pretendard"/>
                <a:ea typeface="Pretendard"/>
                <a:cs typeface="Pretendard"/>
              </a:defRPr>
            </a:defPPr>
          </a:lstStyle>
          <a:p xmlns:a="http://schemas.openxmlformats.org/drawingml/2006/main">
            <a:pPr algn="l">
              <a:defRPr sz="2475" b="1">
                <a:solidFill>
                  <a:srgbClr val="183E35"/>
                </a:solidFill>
                <a:latin typeface="Pretendard"/>
                <a:ea typeface="Pretendard"/>
                <a:cs typeface="Pretendard"/>
              </a:defRPr>
            </a:pPr>
            <a:r>
              <a:rPr sz="2475" b="1">
                <a:solidFill>
                  <a:srgbClr val="183E35"/>
                </a:solidFill>
                <a:latin typeface="Pretendard"/>
                <a:ea typeface="Pretendard"/>
                <a:cs typeface="Pretendard"/>
              </a:rPr>
              <a:t>판례</a:t>
            </a:r>
          </a:p>
        </p:txBody>
      </p:sp>
      <p:sp>
        <p:nvSpPr>
          <p:cNvPr id="10" name="원문과 출처 보존">
            <a:extLst xmlns:a="http://schemas.openxmlformats.org/drawingml/2006/main">
              <a:ext uri="{FF2B5EF4-FFF2-40B4-BE49-F238E27FC236}">
                <a16:creationId xmlns:a16="http://schemas.microsoft.com/office/drawing/2014/main" id="{2413E56F-3670-4BA2-811C-7C3DEFAF31C5}"/>
              </a:ext>
            </a:extLst>
          </p:cNvPr>
          <p:cNvSpPr>
            <a:spLocks xmlns:a="http://schemas.openxmlformats.org/drawingml/2006/main" noGrp="1"/>
          </p:cNvSpPr>
          <p:nvPr/>
        </p:nvSpPr>
        <p:spPr>
          <a:xfrm xmlns:a="http://schemas.openxmlformats.org/drawingml/2006/main">
            <a:off x="5410200" y="3943350"/>
            <a:ext cx="33909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00">
                <a:solidFill>
                  <a:srgbClr val="567D89"/>
                </a:solidFill>
                <a:latin typeface="Pretendard"/>
                <a:ea typeface="Pretendard"/>
                <a:cs typeface="Pretendard"/>
              </a:defRPr>
            </a:defPPr>
          </a:lstStyle>
          <a:p xmlns:a="http://schemas.openxmlformats.org/drawingml/2006/main">
            <a:pPr algn="l">
              <a:defRPr sz="1800">
                <a:solidFill>
                  <a:srgbClr val="567D89"/>
                </a:solidFill>
                <a:latin typeface="Pretendard"/>
                <a:ea typeface="Pretendard"/>
                <a:cs typeface="Pretendard"/>
              </a:defRPr>
            </a:pPr>
            <a:r>
              <a:rPr sz="1800">
                <a:solidFill>
                  <a:srgbClr val="567D89"/>
                </a:solidFill>
                <a:latin typeface="Pretendard"/>
                <a:ea typeface="Pretendard"/>
                <a:cs typeface="Pretendard"/>
              </a:rPr>
              <a:t>원문과 출처 보존</a:t>
            </a:r>
          </a:p>
        </p:txBody>
      </p:sp>
    </p:spTree>
    <p:extLst>
      <p:ext uri="{BB962C8B-B14F-4D97-AF65-F5344CB8AC3E}">
        <p14:creationId xmlns:p14="http://schemas.microsoft.com/office/powerpoint/2010/main" val="914623496"/>
      </p:ext>
    </p:extLst>
  </p:cSld>
</p:sld>
</file>

<file path=ppt/slides/slide24.xml><?xml version="1.0" encoding="utf-8"?>
<p:sld xmlns:p="http://schemas.openxmlformats.org/presentationml/2006/main">
  <p:cSld>
    <p:bg>
      <p:bgPr>
        <a:solidFill xmlns:a="http://schemas.openxmlformats.org/drawingml/2006/main">
          <a:srgbClr val="F5F2E9"/>
        </a:solidFill>
      </p:bgPr>
    </p:bg>
    <p:spTree>
      <p:nvGrpSpPr>
        <p:cNvPr id="1" name=""/>
        <p:cNvGrpSpPr/>
        <p:nvPr/>
      </p:nvGrpSpPr>
      <p:grpSpPr>
        <a:xfrm xmlns:a="http://schemas.openxmlformats.org/drawingml/2006/main"/>
      </p:grpSpPr>
      <p:sp>
        <p:nvSpPr>
          <p:cNvPr id="9" name="수집한 근거 자료">
            <a:extLst xmlns:a="http://schemas.openxmlformats.org/drawingml/2006/main">
              <a:ext uri="{FF2B5EF4-FFF2-40B4-BE49-F238E27FC236}">
                <a16:creationId xmlns:a16="http://schemas.microsoft.com/office/drawing/2014/main" id="{5F306B6C-2505-49F8-BE93-743BF480660A}"/>
              </a:ext>
            </a:extLst>
          </p:cNvPr>
          <p:cNvSpPr>
            <a:spLocks xmlns:a="http://schemas.openxmlformats.org/drawingml/2006/main" noGrp="1"/>
          </p:cNvSpPr>
          <p:nvPr/>
        </p:nvSpPr>
        <p:spPr>
          <a:xfrm xmlns:a="http://schemas.openxmlformats.org/drawingml/2006/main">
            <a:off x="504825" y="257175"/>
            <a:ext cx="6286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a:solidFill>
                  <a:srgbClr val="687568"/>
                </a:solidFill>
                <a:latin typeface="Pretendard"/>
                <a:ea typeface="Pretendard"/>
                <a:cs typeface="Pretendard"/>
              </a:defRPr>
            </a:defPPr>
          </a:lstStyle>
          <a:p xmlns:a="http://schemas.openxmlformats.org/drawingml/2006/main">
            <a:pPr algn="l">
              <a:defRPr sz="1050">
                <a:solidFill>
                  <a:srgbClr val="687568"/>
                </a:solidFill>
                <a:latin typeface="Pretendard"/>
                <a:ea typeface="Pretendard"/>
                <a:cs typeface="Pretendard"/>
              </a:defRPr>
            </a:pPr>
            <a:r>
              <a:rPr sz="1050">
                <a:solidFill>
                  <a:srgbClr val="687568"/>
                </a:solidFill>
                <a:latin typeface="Pretendard"/>
                <a:ea typeface="Pretendard"/>
                <a:cs typeface="Pretendard"/>
              </a:rPr>
              <a:t>수집한 근거 자료</a:t>
            </a:r>
          </a:p>
        </p:txBody>
      </p:sp>
      <p:sp>
        <p:nvSpPr>
          <p:cNvPr id="2" name="공개 필지 경계를 가져왔습니다">
            <a:extLst xmlns:a="http://schemas.openxmlformats.org/drawingml/2006/main">
              <a:ext uri="{FF2B5EF4-FFF2-40B4-BE49-F238E27FC236}">
                <a16:creationId xmlns:a16="http://schemas.microsoft.com/office/drawing/2014/main" id="{F89FE14F-0F3D-4F31-A35C-E31CC4F0BAD5}"/>
              </a:ext>
            </a:extLst>
          </p:cNvPr>
          <p:cNvSpPr>
            <a:spLocks xmlns:a="http://schemas.openxmlformats.org/drawingml/2006/main" noGrp="1"/>
          </p:cNvSpPr>
          <p:nvPr/>
        </p:nvSpPr>
        <p:spPr>
          <a:xfrm xmlns:a="http://schemas.openxmlformats.org/drawingml/2006/main">
            <a:off x="476250" y="628650"/>
            <a:ext cx="82486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000" b="1">
                <a:solidFill>
                  <a:srgbClr val="183E35"/>
                </a:solidFill>
                <a:latin typeface="Pretendard"/>
                <a:ea typeface="Pretendard"/>
                <a:cs typeface="Pretendard"/>
              </a:defRPr>
            </a:defPPr>
          </a:lstStyle>
          <a:p xmlns:a="http://schemas.openxmlformats.org/drawingml/2006/main">
            <a:pPr algn="l">
              <a:defRPr sz="3000" b="1">
                <a:solidFill>
                  <a:srgbClr val="183E35"/>
                </a:solidFill>
                <a:latin typeface="Pretendard"/>
                <a:ea typeface="Pretendard"/>
                <a:cs typeface="Pretendard"/>
              </a:defRPr>
            </a:pPr>
            <a:r>
              <a:rPr sz="3000" b="1">
                <a:solidFill>
                  <a:srgbClr val="183E35"/>
                </a:solidFill>
                <a:latin typeface="Pretendard"/>
                <a:ea typeface="Pretendard"/>
                <a:cs typeface="Pretendard"/>
              </a:rPr>
              <a:t>공개 필지 경계를 가져왔습니다</a:t>
            </a:r>
          </a:p>
        </p:txBody>
      </p:sp>
      <p:sp>
        <p:nvSpPr>
          <p:cNvPr id="3" name="24">
            <a:extLst xmlns:a="http://schemas.openxmlformats.org/drawingml/2006/main">
              <a:ext uri="{FF2B5EF4-FFF2-40B4-BE49-F238E27FC236}">
                <a16:creationId xmlns:a16="http://schemas.microsoft.com/office/drawing/2014/main" id="{F27FE8DA-4741-4E12-BDD8-0029392CCA23}"/>
              </a:ext>
            </a:extLst>
          </p:cNvPr>
          <p:cNvSpPr>
            <a:spLocks xmlns:a="http://schemas.openxmlformats.org/drawingml/2006/main" noGrp="1"/>
          </p:cNvSpPr>
          <p:nvPr/>
        </p:nvSpPr>
        <p:spPr>
          <a:xfrm xmlns:a="http://schemas.openxmlformats.org/drawingml/2006/main">
            <a:off x="8534400" y="4781550"/>
            <a:ext cx="2952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975" b="0">
                <a:solidFill>
                  <a:srgbClr val="687568"/>
                </a:solidFill>
                <a:latin typeface="Pretendard"/>
                <a:ea typeface="Pretendard"/>
                <a:cs typeface="Pretendard"/>
              </a:defRPr>
            </a:defPPr>
          </a:lstStyle>
          <a:p xmlns:a="http://schemas.openxmlformats.org/drawingml/2006/main">
            <a:pPr algn="r">
              <a:defRPr sz="975" b="0">
                <a:solidFill>
                  <a:srgbClr val="687568"/>
                </a:solidFill>
                <a:latin typeface="Pretendard"/>
                <a:ea typeface="Pretendard"/>
                <a:cs typeface="Pretendard"/>
              </a:defRPr>
            </a:pPr>
            <a:r>
              <a:rPr sz="975" b="0">
                <a:solidFill>
                  <a:srgbClr val="687568"/>
                </a:solidFill>
                <a:latin typeface="Pretendard"/>
                <a:ea typeface="Pretendard"/>
                <a:cs typeface="Pretendard"/>
              </a:rPr>
              <a:t>24</a:t>
            </a:r>
          </a:p>
        </p:txBody>
      </p:sp>
      <p:sp>
        <p:nvSpPr>
          <p:cNvPr id="4" name="K-GeoP 실제 좌표 경계">
            <a:extLst xmlns:a="http://schemas.openxmlformats.org/drawingml/2006/main">
              <a:ext uri="{FF2B5EF4-FFF2-40B4-BE49-F238E27FC236}">
                <a16:creationId xmlns:a16="http://schemas.microsoft.com/office/drawing/2014/main" id="{39C304B4-4322-4E14-89CF-2340C05DFBE7}"/>
              </a:ext>
            </a:extLst>
          </p:cNvPr>
          <p:cNvSpPr>
            <a:spLocks xmlns:a="http://schemas.openxmlformats.org/drawingml/2006/main" noGrp="1"/>
          </p:cNvSpPr>
          <p:nvPr/>
        </p:nvSpPr>
        <p:spPr>
          <a:xfrm xmlns:a="http://schemas.openxmlformats.org/drawingml/2006/main">
            <a:off x="1337554" y="1476375"/>
            <a:ext cx="2315993" cy="2847975"/>
          </a:xfrm>
          <a:custGeom xmlns:a="http://schemas.openxmlformats.org/drawingml/2006/main">
            <a:pathLst>
              <a:path w="2315993" h="2847975">
                <a:moveTo>
                  <a:pt x="0" y="129653"/>
                </a:moveTo>
                <a:lnTo>
                  <a:pt x="2315246" y="0"/>
                </a:lnTo>
                <a:lnTo>
                  <a:pt x="2315993" y="9595"/>
                </a:lnTo>
                <a:lnTo>
                  <a:pt x="2088101" y="223898"/>
                </a:lnTo>
                <a:lnTo>
                  <a:pt x="1838965" y="871371"/>
                </a:lnTo>
                <a:lnTo>
                  <a:pt x="1806898" y="969492"/>
                </a:lnTo>
                <a:lnTo>
                  <a:pt x="1726745" y="1228589"/>
                </a:lnTo>
                <a:lnTo>
                  <a:pt x="1766695" y="1469357"/>
                </a:lnTo>
                <a:lnTo>
                  <a:pt x="1705861" y="1650932"/>
                </a:lnTo>
                <a:lnTo>
                  <a:pt x="1576912" y="1761313"/>
                </a:lnTo>
                <a:lnTo>
                  <a:pt x="1569187" y="1928549"/>
                </a:lnTo>
                <a:lnTo>
                  <a:pt x="1771608" y="1928854"/>
                </a:lnTo>
                <a:lnTo>
                  <a:pt x="1802781" y="2078368"/>
                </a:lnTo>
                <a:lnTo>
                  <a:pt x="1797472" y="2289422"/>
                </a:lnTo>
                <a:lnTo>
                  <a:pt x="1886912" y="2638691"/>
                </a:lnTo>
                <a:lnTo>
                  <a:pt x="1460962" y="2719092"/>
                </a:lnTo>
                <a:lnTo>
                  <a:pt x="1460321" y="2809513"/>
                </a:lnTo>
                <a:lnTo>
                  <a:pt x="1287471" y="2847975"/>
                </a:lnTo>
                <a:lnTo>
                  <a:pt x="1125975" y="2792467"/>
                </a:lnTo>
                <a:lnTo>
                  <a:pt x="1123839" y="1351185"/>
                </a:lnTo>
                <a:lnTo>
                  <a:pt x="654197" y="654614"/>
                </a:lnTo>
                <a:lnTo>
                  <a:pt x="603484" y="507573"/>
                </a:lnTo>
                <a:lnTo>
                  <a:pt x="305388" y="325308"/>
                </a:lnTo>
                <a:lnTo>
                  <a:pt x="0" y="129653"/>
                </a:lnTo>
                <a:close/>
              </a:path>
            </a:pathLst>
          </a:custGeom>
          <a:solidFill xmlns:a="http://schemas.openxmlformats.org/drawingml/2006/main">
            <a:srgbClr val="DCE7E2"/>
          </a:solidFill>
          <a:ln xmlns:a="http://schemas.openxmlformats.org/drawingml/2006/main" w="28575">
            <a:solidFill>
              <a:srgbClr val="567D89"/>
            </a:solidFill>
          </a:ln>
        </p:spPr>
      </p:sp>
      <p:sp>
        <p:nvSpPr>
          <p:cNvPr id="5" name="공주 태봉동">
            <a:extLst xmlns:a="http://schemas.openxmlformats.org/drawingml/2006/main">
              <a:ext uri="{FF2B5EF4-FFF2-40B4-BE49-F238E27FC236}">
                <a16:creationId xmlns:a16="http://schemas.microsoft.com/office/drawing/2014/main" id="{3F45DB84-15FD-44A8-BC75-902C8C842B84}"/>
              </a:ext>
            </a:extLst>
          </p:cNvPr>
          <p:cNvSpPr>
            <a:spLocks xmlns:a="http://schemas.openxmlformats.org/drawingml/2006/main" noGrp="1"/>
          </p:cNvSpPr>
          <p:nvPr/>
        </p:nvSpPr>
        <p:spPr>
          <a:xfrm xmlns:a="http://schemas.openxmlformats.org/drawingml/2006/main">
            <a:off x="5057775" y="1733550"/>
            <a:ext cx="34099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325" b="1">
                <a:solidFill>
                  <a:srgbClr val="183E35"/>
                </a:solidFill>
                <a:latin typeface="Pretendard"/>
                <a:ea typeface="Pretendard"/>
                <a:cs typeface="Pretendard"/>
              </a:defRPr>
            </a:defPPr>
          </a:lstStyle>
          <a:p xmlns:a="http://schemas.openxmlformats.org/drawingml/2006/main">
            <a:pPr algn="l">
              <a:defRPr sz="2325" b="1">
                <a:solidFill>
                  <a:srgbClr val="183E35"/>
                </a:solidFill>
                <a:latin typeface="Pretendard"/>
                <a:ea typeface="Pretendard"/>
                <a:cs typeface="Pretendard"/>
              </a:defRPr>
            </a:pPr>
            <a:r>
              <a:rPr sz="2325" b="1">
                <a:solidFill>
                  <a:srgbClr val="183E35"/>
                </a:solidFill>
                <a:latin typeface="Pretendard"/>
                <a:ea typeface="Pretendard"/>
                <a:cs typeface="Pretendard"/>
              </a:rPr>
              <a:t>공주 태봉동</a:t>
            </a:r>
          </a:p>
        </p:txBody>
      </p:sp>
      <p:sp>
        <p:nvSpPr>
          <p:cNvPr id="6" name="산 41-1">
            <a:extLst xmlns:a="http://schemas.openxmlformats.org/drawingml/2006/main">
              <a:ext uri="{FF2B5EF4-FFF2-40B4-BE49-F238E27FC236}">
                <a16:creationId xmlns:a16="http://schemas.microsoft.com/office/drawing/2014/main" id="{2F4BCB22-FFE6-43E9-8DF8-6540CF2D6E53}"/>
              </a:ext>
            </a:extLst>
          </p:cNvPr>
          <p:cNvSpPr>
            <a:spLocks xmlns:a="http://schemas.openxmlformats.org/drawingml/2006/main" noGrp="1"/>
          </p:cNvSpPr>
          <p:nvPr/>
        </p:nvSpPr>
        <p:spPr>
          <a:xfrm xmlns:a="http://schemas.openxmlformats.org/drawingml/2006/main">
            <a:off x="5057775" y="2266950"/>
            <a:ext cx="34099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50">
                <a:solidFill>
                  <a:srgbClr val="183E35"/>
                </a:solidFill>
                <a:latin typeface="Pretendard"/>
                <a:ea typeface="Pretendard"/>
                <a:cs typeface="Pretendard"/>
              </a:defRPr>
            </a:defPPr>
          </a:lstStyle>
          <a:p xmlns:a="http://schemas.openxmlformats.org/drawingml/2006/main">
            <a:pPr algn="l">
              <a:defRPr sz="2250">
                <a:solidFill>
                  <a:srgbClr val="183E35"/>
                </a:solidFill>
                <a:latin typeface="Pretendard"/>
                <a:ea typeface="Pretendard"/>
                <a:cs typeface="Pretendard"/>
              </a:defRPr>
            </a:pPr>
            <a:r>
              <a:rPr sz="2250">
                <a:solidFill>
                  <a:srgbClr val="183E35"/>
                </a:solidFill>
                <a:latin typeface="Pretendard"/>
                <a:ea typeface="Pretendard"/>
                <a:cs typeface="Pretendard"/>
              </a:rPr>
              <a:t>산 41-1</a:t>
            </a:r>
          </a:p>
        </p:txBody>
      </p:sp>
      <p:sp>
        <p:nvSpPr>
          <p:cNvPr id="7" name="14,154">
            <a:extLst xmlns:a="http://schemas.openxmlformats.org/drawingml/2006/main">
              <a:ext uri="{FF2B5EF4-FFF2-40B4-BE49-F238E27FC236}">
                <a16:creationId xmlns:a16="http://schemas.microsoft.com/office/drawing/2014/main" id="{86E4C00E-444C-4619-9435-E7745E041F2D}"/>
              </a:ext>
            </a:extLst>
          </p:cNvPr>
          <p:cNvSpPr>
            <a:spLocks xmlns:a="http://schemas.openxmlformats.org/drawingml/2006/main" noGrp="1"/>
          </p:cNvSpPr>
          <p:nvPr/>
        </p:nvSpPr>
        <p:spPr>
          <a:xfrm xmlns:a="http://schemas.openxmlformats.org/drawingml/2006/main">
            <a:off x="4991100" y="3124200"/>
            <a:ext cx="3038475"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5400" b="1">
                <a:solidFill>
                  <a:srgbClr val="183E35"/>
                </a:solidFill>
                <a:latin typeface="Pretendard"/>
                <a:ea typeface="Pretendard"/>
                <a:cs typeface="Pretendard"/>
              </a:defRPr>
            </a:defPPr>
          </a:lstStyle>
          <a:p xmlns:a="http://schemas.openxmlformats.org/drawingml/2006/main">
            <a:pPr algn="l">
              <a:defRPr sz="5400" b="1">
                <a:solidFill>
                  <a:srgbClr val="183E35"/>
                </a:solidFill>
                <a:latin typeface="Pretendard"/>
                <a:ea typeface="Pretendard"/>
                <a:cs typeface="Pretendard"/>
              </a:defRPr>
            </a:pPr>
            <a:r>
              <a:rPr sz="5400" b="1">
                <a:solidFill>
                  <a:srgbClr val="183E35"/>
                </a:solidFill>
                <a:latin typeface="Pretendard"/>
                <a:ea typeface="Pretendard"/>
                <a:cs typeface="Pretendard"/>
              </a:rPr>
              <a:t>14,154</a:t>
            </a:r>
          </a:p>
        </p:txBody>
      </p:sp>
      <p:sp>
        <p:nvSpPr>
          <p:cNvPr id="8" name="㎡">
            <a:extLst xmlns:a="http://schemas.openxmlformats.org/drawingml/2006/main">
              <a:ext uri="{FF2B5EF4-FFF2-40B4-BE49-F238E27FC236}">
                <a16:creationId xmlns:a16="http://schemas.microsoft.com/office/drawing/2014/main" id="{D5DCCF1B-DE74-4812-85E3-033437EDF3E3}"/>
              </a:ext>
            </a:extLst>
          </p:cNvPr>
          <p:cNvSpPr>
            <a:spLocks xmlns:a="http://schemas.openxmlformats.org/drawingml/2006/main" noGrp="1"/>
          </p:cNvSpPr>
          <p:nvPr/>
        </p:nvSpPr>
        <p:spPr>
          <a:xfrm xmlns:a="http://schemas.openxmlformats.org/drawingml/2006/main">
            <a:off x="7705725" y="3505200"/>
            <a:ext cx="762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400">
                <a:solidFill>
                  <a:srgbClr val="183E35"/>
                </a:solidFill>
                <a:latin typeface="Pretendard"/>
                <a:ea typeface="Pretendard"/>
                <a:cs typeface="Pretendard"/>
              </a:defRPr>
            </a:defPPr>
          </a:lstStyle>
          <a:p xmlns:a="http://schemas.openxmlformats.org/drawingml/2006/main">
            <a:pPr algn="l">
              <a:defRPr sz="2400">
                <a:solidFill>
                  <a:srgbClr val="183E35"/>
                </a:solidFill>
                <a:latin typeface="Pretendard"/>
                <a:ea typeface="Pretendard"/>
                <a:cs typeface="Pretendard"/>
              </a:defRPr>
            </a:pPr>
            <a:r>
              <a:rPr sz="2400">
                <a:solidFill>
                  <a:srgbClr val="183E35"/>
                </a:solidFill>
                <a:latin typeface="Pretendard"/>
                <a:ea typeface="Pretendard"/>
                <a:cs typeface="Pretendard"/>
              </a:rPr>
              <a:t>㎡</a:t>
            </a:r>
          </a:p>
        </p:txBody>
      </p:sp>
    </p:spTree>
    <p:extLst>
      <p:ext uri="{BB962C8B-B14F-4D97-AF65-F5344CB8AC3E}">
        <p14:creationId xmlns:p14="http://schemas.microsoft.com/office/powerpoint/2010/main" val="903109667"/>
      </p:ext>
    </p:extLst>
  </p:cSld>
</p:sld>
</file>

<file path=ppt/slides/slide25.xml><?xml version="1.0" encoding="utf-8"?>
<p:sld xmlns:p="http://schemas.openxmlformats.org/presentationml/2006/main">
  <p:cSld>
    <p:bg>
      <p:bgPr>
        <a:solidFill xmlns:a="http://schemas.openxmlformats.org/drawingml/2006/main">
          <a:srgbClr val="F5F2E9"/>
        </a:solidFill>
      </p:bgPr>
    </p:bg>
    <p:spTree>
      <p:nvGrpSpPr>
        <p:cNvPr id="1" name=""/>
        <p:cNvGrpSpPr/>
        <p:nvPr/>
      </p:nvGrpSpPr>
      <p:grpSpPr>
        <a:xfrm xmlns:a="http://schemas.openxmlformats.org/drawingml/2006/main"/>
      </p:grpSpPr>
      <p:sp>
        <p:nvSpPr>
          <p:cNvPr id="27" name="서비스 구조">
            <a:extLst xmlns:a="http://schemas.openxmlformats.org/drawingml/2006/main">
              <a:ext uri="{FF2B5EF4-FFF2-40B4-BE49-F238E27FC236}">
                <a16:creationId xmlns:a16="http://schemas.microsoft.com/office/drawing/2014/main" id="{BC387169-A3F3-46FE-B249-39D5B58408D8}"/>
              </a:ext>
            </a:extLst>
          </p:cNvPr>
          <p:cNvSpPr>
            <a:spLocks xmlns:a="http://schemas.openxmlformats.org/drawingml/2006/main" noGrp="1"/>
          </p:cNvSpPr>
          <p:nvPr/>
        </p:nvSpPr>
        <p:spPr>
          <a:xfrm xmlns:a="http://schemas.openxmlformats.org/drawingml/2006/main">
            <a:off x="504825" y="257175"/>
            <a:ext cx="6286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a:solidFill>
                  <a:srgbClr val="687568"/>
                </a:solidFill>
                <a:latin typeface="Pretendard"/>
                <a:ea typeface="Pretendard"/>
                <a:cs typeface="Pretendard"/>
              </a:defRPr>
            </a:defPPr>
          </a:lstStyle>
          <a:p xmlns:a="http://schemas.openxmlformats.org/drawingml/2006/main">
            <a:pPr algn="l">
              <a:defRPr sz="1050">
                <a:solidFill>
                  <a:srgbClr val="687568"/>
                </a:solidFill>
                <a:latin typeface="Pretendard"/>
                <a:ea typeface="Pretendard"/>
                <a:cs typeface="Pretendard"/>
              </a:defRPr>
            </a:pPr>
            <a:r>
              <a:rPr sz="1050">
                <a:solidFill>
                  <a:srgbClr val="687568"/>
                </a:solidFill>
                <a:latin typeface="Pretendard"/>
                <a:ea typeface="Pretendard"/>
                <a:cs typeface="Pretendard"/>
              </a:rPr>
              <a:t>서비스 구조</a:t>
            </a:r>
          </a:p>
        </p:txBody>
      </p:sp>
      <p:sp>
        <p:nvSpPr>
          <p:cNvPr id="2" name="업무 규칙은 CLJS 한곳에">
            <a:extLst xmlns:a="http://schemas.openxmlformats.org/drawingml/2006/main">
              <a:ext uri="{FF2B5EF4-FFF2-40B4-BE49-F238E27FC236}">
                <a16:creationId xmlns:a16="http://schemas.microsoft.com/office/drawing/2014/main" id="{AC6E9C8C-C643-4A7D-8DF9-19CCB7D8911F}"/>
              </a:ext>
            </a:extLst>
          </p:cNvPr>
          <p:cNvSpPr>
            <a:spLocks xmlns:a="http://schemas.openxmlformats.org/drawingml/2006/main" noGrp="1"/>
          </p:cNvSpPr>
          <p:nvPr/>
        </p:nvSpPr>
        <p:spPr>
          <a:xfrm xmlns:a="http://schemas.openxmlformats.org/drawingml/2006/main">
            <a:off x="476250" y="628650"/>
            <a:ext cx="82486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000" b="1">
                <a:solidFill>
                  <a:srgbClr val="183E35"/>
                </a:solidFill>
                <a:latin typeface="Pretendard"/>
                <a:ea typeface="Pretendard"/>
                <a:cs typeface="Pretendard"/>
              </a:defRPr>
            </a:defPPr>
          </a:lstStyle>
          <a:p xmlns:a="http://schemas.openxmlformats.org/drawingml/2006/main">
            <a:pPr algn="l">
              <a:defRPr sz="3000" b="1">
                <a:solidFill>
                  <a:srgbClr val="183E35"/>
                </a:solidFill>
                <a:latin typeface="Pretendard"/>
                <a:ea typeface="Pretendard"/>
                <a:cs typeface="Pretendard"/>
              </a:defRPr>
            </a:pPr>
            <a:r>
              <a:rPr sz="3000" b="1">
                <a:solidFill>
                  <a:srgbClr val="183E35"/>
                </a:solidFill>
                <a:latin typeface="Pretendard"/>
                <a:ea typeface="Pretendard"/>
                <a:cs typeface="Pretendard"/>
              </a:rPr>
              <a:t>업무 규칙은 CLJS 한곳에</a:t>
            </a:r>
          </a:p>
        </p:txBody>
      </p:sp>
      <p:sp>
        <p:nvSpPr>
          <p:cNvPr id="3" name="25">
            <a:extLst xmlns:a="http://schemas.openxmlformats.org/drawingml/2006/main">
              <a:ext uri="{FF2B5EF4-FFF2-40B4-BE49-F238E27FC236}">
                <a16:creationId xmlns:a16="http://schemas.microsoft.com/office/drawing/2014/main" id="{03D85BE2-0645-4DFD-81AE-0F89B3210618}"/>
              </a:ext>
            </a:extLst>
          </p:cNvPr>
          <p:cNvSpPr>
            <a:spLocks xmlns:a="http://schemas.openxmlformats.org/drawingml/2006/main" noGrp="1"/>
          </p:cNvSpPr>
          <p:nvPr/>
        </p:nvSpPr>
        <p:spPr>
          <a:xfrm xmlns:a="http://schemas.openxmlformats.org/drawingml/2006/main">
            <a:off x="8534400" y="4781550"/>
            <a:ext cx="2952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975" b="0">
                <a:solidFill>
                  <a:srgbClr val="687568"/>
                </a:solidFill>
                <a:latin typeface="Pretendard"/>
                <a:ea typeface="Pretendard"/>
                <a:cs typeface="Pretendard"/>
              </a:defRPr>
            </a:defPPr>
          </a:lstStyle>
          <a:p xmlns:a="http://schemas.openxmlformats.org/drawingml/2006/main">
            <a:pPr algn="r">
              <a:defRPr sz="975" b="0">
                <a:solidFill>
                  <a:srgbClr val="687568"/>
                </a:solidFill>
                <a:latin typeface="Pretendard"/>
                <a:ea typeface="Pretendard"/>
                <a:cs typeface="Pretendard"/>
              </a:defRPr>
            </a:pPr>
            <a:r>
              <a:rPr sz="975" b="0">
                <a:solidFill>
                  <a:srgbClr val="687568"/>
                </a:solidFill>
                <a:latin typeface="Pretendard"/>
                <a:ea typeface="Pretendard"/>
                <a:cs typeface="Pretendard"/>
              </a:rPr>
              <a:t>25</a:t>
            </a:r>
          </a:p>
        </p:txBody>
      </p:sp>
      <p:sp>
        <p:nvSpPr>
          <p:cNvPr id="4" name="">
            <a:extLst xmlns:a="http://schemas.openxmlformats.org/drawingml/2006/main">
              <a:ext uri="{FF2B5EF4-FFF2-40B4-BE49-F238E27FC236}">
                <a16:creationId xmlns:a16="http://schemas.microsoft.com/office/drawing/2014/main" id="{D749F0AC-2E65-4D92-85EF-7D2327633F3D}"/>
              </a:ext>
            </a:extLst>
          </p:cNvPr>
          <p:cNvSpPr>
            <a:spLocks xmlns:a="http://schemas.openxmlformats.org/drawingml/2006/main" noGrp="1"/>
          </p:cNvSpPr>
          <p:nvPr/>
        </p:nvSpPr>
        <p:spPr>
          <a:xfrm xmlns:a="http://schemas.openxmlformats.org/drawingml/2006/main">
            <a:off x="609600" y="1438275"/>
            <a:ext cx="3514725"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D2DCD6"/>
            </a:solidFill>
          </a:ln>
        </p:spPr>
      </p:sp>
      <p:sp>
        <p:nvSpPr>
          <p:cNvPr id="5" name="웹 화면">
            <a:extLst xmlns:a="http://schemas.openxmlformats.org/drawingml/2006/main">
              <a:ext uri="{FF2B5EF4-FFF2-40B4-BE49-F238E27FC236}">
                <a16:creationId xmlns:a16="http://schemas.microsoft.com/office/drawing/2014/main" id="{3F80A6E9-9C29-4B5F-B27A-03891BC7AA26}"/>
              </a:ext>
            </a:extLst>
          </p:cNvPr>
          <p:cNvSpPr>
            <a:spLocks xmlns:a="http://schemas.openxmlformats.org/drawingml/2006/main" noGrp="1"/>
          </p:cNvSpPr>
          <p:nvPr/>
        </p:nvSpPr>
        <p:spPr>
          <a:xfrm xmlns:a="http://schemas.openxmlformats.org/drawingml/2006/main">
            <a:off x="790575" y="1533525"/>
            <a:ext cx="3143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1">
                <a:solidFill>
                  <a:srgbClr val="183E35"/>
                </a:solidFill>
                <a:latin typeface="Pretendard"/>
                <a:ea typeface="Pretendard"/>
                <a:cs typeface="Pretendard"/>
              </a:defRPr>
            </a:defPPr>
          </a:lstStyle>
          <a:p xmlns:a="http://schemas.openxmlformats.org/drawingml/2006/main">
            <a:pPr algn="l">
              <a:defRPr sz="1875" b="1">
                <a:solidFill>
                  <a:srgbClr val="183E35"/>
                </a:solidFill>
                <a:latin typeface="Pretendard"/>
                <a:ea typeface="Pretendard"/>
                <a:cs typeface="Pretendard"/>
              </a:defRPr>
            </a:pPr>
            <a:r>
              <a:rPr sz="1875" b="1">
                <a:solidFill>
                  <a:srgbClr val="183E35"/>
                </a:solidFill>
                <a:latin typeface="Pretendard"/>
                <a:ea typeface="Pretendard"/>
                <a:cs typeface="Pretendard"/>
              </a:rPr>
              <a:t>웹 화면</a:t>
            </a:r>
          </a:p>
        </p:txBody>
      </p:sp>
      <p:sp>
        <p:nvSpPr>
          <p:cNvPr id="6" name="CLJS · UIx">
            <a:extLst xmlns:a="http://schemas.openxmlformats.org/drawingml/2006/main">
              <a:ext uri="{FF2B5EF4-FFF2-40B4-BE49-F238E27FC236}">
                <a16:creationId xmlns:a16="http://schemas.microsoft.com/office/drawing/2014/main" id="{E515448C-0EAE-4145-8FE0-5CA110BDE926}"/>
              </a:ext>
            </a:extLst>
          </p:cNvPr>
          <p:cNvSpPr>
            <a:spLocks xmlns:a="http://schemas.openxmlformats.org/drawingml/2006/main" noGrp="1"/>
          </p:cNvSpPr>
          <p:nvPr/>
        </p:nvSpPr>
        <p:spPr>
          <a:xfrm xmlns:a="http://schemas.openxmlformats.org/drawingml/2006/main">
            <a:off x="800100" y="1885950"/>
            <a:ext cx="31051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00">
                <a:solidFill>
                  <a:srgbClr val="687568"/>
                </a:solidFill>
                <a:latin typeface="Pretendard"/>
                <a:ea typeface="Pretendard"/>
                <a:cs typeface="Pretendard"/>
              </a:defRPr>
            </a:defPPr>
          </a:lstStyle>
          <a:p xmlns:a="http://schemas.openxmlformats.org/drawingml/2006/main">
            <a:pPr algn="l">
              <a:defRPr sz="1200">
                <a:solidFill>
                  <a:srgbClr val="687568"/>
                </a:solidFill>
                <a:latin typeface="Pretendard"/>
                <a:ea typeface="Pretendard"/>
                <a:cs typeface="Pretendard"/>
              </a:defRPr>
            </a:pPr>
            <a:r>
              <a:rPr sz="1200">
                <a:solidFill>
                  <a:srgbClr val="687568"/>
                </a:solidFill>
                <a:latin typeface="Pretendard"/>
                <a:ea typeface="Pretendard"/>
                <a:cs typeface="Pretendard"/>
              </a:rPr>
              <a:t>CLJS · UIx</a:t>
            </a:r>
          </a:p>
        </p:txBody>
      </p:sp>
      <p:sp>
        <p:nvSpPr>
          <p:cNvPr id="7" name="">
            <a:extLst xmlns:a="http://schemas.openxmlformats.org/drawingml/2006/main">
              <a:ext uri="{FF2B5EF4-FFF2-40B4-BE49-F238E27FC236}">
                <a16:creationId xmlns:a16="http://schemas.microsoft.com/office/drawing/2014/main" id="{D783D10B-A4F0-4DBF-AF02-73F3C739EA22}"/>
              </a:ext>
            </a:extLst>
          </p:cNvPr>
          <p:cNvSpPr>
            <a:spLocks xmlns:a="http://schemas.openxmlformats.org/drawingml/2006/main" noGrp="1"/>
          </p:cNvSpPr>
          <p:nvPr/>
        </p:nvSpPr>
        <p:spPr>
          <a:xfrm xmlns:a="http://schemas.openxmlformats.org/drawingml/2006/main">
            <a:off x="5010150" y="1438275"/>
            <a:ext cx="3514725"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D2DCD6"/>
            </a:solidFill>
          </a:ln>
        </p:spPr>
      </p:sp>
      <p:sp>
        <p:nvSpPr>
          <p:cNvPr id="8" name="MCP 도구">
            <a:extLst xmlns:a="http://schemas.openxmlformats.org/drawingml/2006/main">
              <a:ext uri="{FF2B5EF4-FFF2-40B4-BE49-F238E27FC236}">
                <a16:creationId xmlns:a16="http://schemas.microsoft.com/office/drawing/2014/main" id="{CCC8043D-C558-4805-B5C9-316878ADE1C7}"/>
              </a:ext>
            </a:extLst>
          </p:cNvPr>
          <p:cNvSpPr>
            <a:spLocks xmlns:a="http://schemas.openxmlformats.org/drawingml/2006/main" noGrp="1"/>
          </p:cNvSpPr>
          <p:nvPr/>
        </p:nvSpPr>
        <p:spPr>
          <a:xfrm xmlns:a="http://schemas.openxmlformats.org/drawingml/2006/main">
            <a:off x="5191125" y="1533525"/>
            <a:ext cx="3143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1">
                <a:solidFill>
                  <a:srgbClr val="183E35"/>
                </a:solidFill>
                <a:latin typeface="Pretendard"/>
                <a:ea typeface="Pretendard"/>
                <a:cs typeface="Pretendard"/>
              </a:defRPr>
            </a:defPPr>
          </a:lstStyle>
          <a:p xmlns:a="http://schemas.openxmlformats.org/drawingml/2006/main">
            <a:pPr algn="l">
              <a:defRPr sz="1875" b="1">
                <a:solidFill>
                  <a:srgbClr val="183E35"/>
                </a:solidFill>
                <a:latin typeface="Pretendard"/>
                <a:ea typeface="Pretendard"/>
                <a:cs typeface="Pretendard"/>
              </a:defRPr>
            </a:pPr>
            <a:r>
              <a:rPr sz="1875" b="1">
                <a:solidFill>
                  <a:srgbClr val="183E35"/>
                </a:solidFill>
                <a:latin typeface="Pretendard"/>
                <a:ea typeface="Pretendard"/>
                <a:cs typeface="Pretendard"/>
              </a:rPr>
              <a:t>MCP 도구</a:t>
            </a:r>
          </a:p>
        </p:txBody>
      </p:sp>
      <p:sp>
        <p:nvSpPr>
          <p:cNvPr id="9" name="14개 도구 구현">
            <a:extLst xmlns:a="http://schemas.openxmlformats.org/drawingml/2006/main">
              <a:ext uri="{FF2B5EF4-FFF2-40B4-BE49-F238E27FC236}">
                <a16:creationId xmlns:a16="http://schemas.microsoft.com/office/drawing/2014/main" id="{CCF4196E-43EE-4F01-A1D6-AB8E70E6F699}"/>
              </a:ext>
            </a:extLst>
          </p:cNvPr>
          <p:cNvSpPr>
            <a:spLocks xmlns:a="http://schemas.openxmlformats.org/drawingml/2006/main" noGrp="1"/>
          </p:cNvSpPr>
          <p:nvPr/>
        </p:nvSpPr>
        <p:spPr>
          <a:xfrm xmlns:a="http://schemas.openxmlformats.org/drawingml/2006/main">
            <a:off x="5200650" y="1885950"/>
            <a:ext cx="31051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00">
                <a:solidFill>
                  <a:srgbClr val="687568"/>
                </a:solidFill>
                <a:latin typeface="Pretendard"/>
                <a:ea typeface="Pretendard"/>
                <a:cs typeface="Pretendard"/>
              </a:defRPr>
            </a:defPPr>
          </a:lstStyle>
          <a:p xmlns:a="http://schemas.openxmlformats.org/drawingml/2006/main">
            <a:pPr algn="l">
              <a:defRPr sz="1200">
                <a:solidFill>
                  <a:srgbClr val="687568"/>
                </a:solidFill>
                <a:latin typeface="Pretendard"/>
                <a:ea typeface="Pretendard"/>
                <a:cs typeface="Pretendard"/>
              </a:defRPr>
            </a:pPr>
            <a:r>
              <a:rPr sz="1200">
                <a:solidFill>
                  <a:srgbClr val="687568"/>
                </a:solidFill>
                <a:latin typeface="Pretendard"/>
                <a:ea typeface="Pretendard"/>
                <a:cs typeface="Pretendard"/>
              </a:rPr>
              <a:t>14개 도구 구현</a:t>
            </a:r>
          </a:p>
        </p:txBody>
      </p:sp>
      <p:sp>
        <p:nvSpPr>
          <p:cNvPr id="10" name="">
            <a:extLst xmlns:a="http://schemas.openxmlformats.org/drawingml/2006/main">
              <a:ext uri="{FF2B5EF4-FFF2-40B4-BE49-F238E27FC236}">
                <a16:creationId xmlns:a16="http://schemas.microsoft.com/office/drawing/2014/main" id="{68B2F88A-118F-4CB6-A273-7461B0C3E8F9}"/>
              </a:ext>
            </a:extLst>
          </p:cNvPr>
          <p:cNvSpPr>
            <a:spLocks xmlns:a="http://schemas.openxmlformats.org/drawingml/2006/main" noGrp="1"/>
          </p:cNvSpPr>
          <p:nvPr/>
        </p:nvSpPr>
        <p:spPr>
          <a:xfrm xmlns:a="http://schemas.openxmlformats.org/drawingml/2006/main">
            <a:off x="2371725" y="2124075"/>
            <a:ext cx="0" cy="257175"/>
          </a:xfrm>
          <a:prstGeom xmlns:a="http://schemas.openxmlformats.org/drawingml/2006/main" prst="line">
            <a:avLst/>
          </a:prstGeom>
          <a:noFill xmlns:a="http://schemas.openxmlformats.org/drawingml/2006/main"/>
          <a:ln xmlns:a="http://schemas.openxmlformats.org/drawingml/2006/main" w="19050">
            <a:solidFill>
              <a:srgbClr val="567D89"/>
            </a:solidFill>
          </a:ln>
        </p:spPr>
      </p:sp>
      <p:sp>
        <p:nvSpPr>
          <p:cNvPr id="11" name="">
            <a:extLst xmlns:a="http://schemas.openxmlformats.org/drawingml/2006/main">
              <a:ext uri="{FF2B5EF4-FFF2-40B4-BE49-F238E27FC236}">
                <a16:creationId xmlns:a16="http://schemas.microsoft.com/office/drawing/2014/main" id="{BAA81323-0678-4DE3-BFD4-1D3A46B9A631}"/>
              </a:ext>
            </a:extLst>
          </p:cNvPr>
          <p:cNvSpPr>
            <a:spLocks xmlns:a="http://schemas.openxmlformats.org/drawingml/2006/main" noGrp="1"/>
          </p:cNvSpPr>
          <p:nvPr/>
        </p:nvSpPr>
        <p:spPr>
          <a:xfrm xmlns:a="http://schemas.openxmlformats.org/drawingml/2006/main">
            <a:off x="6762750" y="2124075"/>
            <a:ext cx="0" cy="257175"/>
          </a:xfrm>
          <a:prstGeom xmlns:a="http://schemas.openxmlformats.org/drawingml/2006/main" prst="line">
            <a:avLst/>
          </a:prstGeom>
          <a:noFill xmlns:a="http://schemas.openxmlformats.org/drawingml/2006/main"/>
          <a:ln xmlns:a="http://schemas.openxmlformats.org/drawingml/2006/main" w="19050">
            <a:solidFill>
              <a:srgbClr val="567D89"/>
            </a:solidFill>
          </a:ln>
        </p:spPr>
      </p:sp>
      <p:sp>
        <p:nvSpPr>
          <p:cNvPr id="12" name="">
            <a:extLst xmlns:a="http://schemas.openxmlformats.org/drawingml/2006/main">
              <a:ext uri="{FF2B5EF4-FFF2-40B4-BE49-F238E27FC236}">
                <a16:creationId xmlns:a16="http://schemas.microsoft.com/office/drawing/2014/main" id="{A98ABBDC-D081-4E19-81BD-823A688C44C0}"/>
              </a:ext>
            </a:extLst>
          </p:cNvPr>
          <p:cNvSpPr>
            <a:spLocks xmlns:a="http://schemas.openxmlformats.org/drawingml/2006/main" noGrp="1"/>
          </p:cNvSpPr>
          <p:nvPr/>
        </p:nvSpPr>
        <p:spPr>
          <a:xfrm xmlns:a="http://schemas.openxmlformats.org/drawingml/2006/main">
            <a:off x="609600" y="2381250"/>
            <a:ext cx="7915275" cy="1352550"/>
          </a:xfrm>
          <a:prstGeom xmlns:a="http://schemas.openxmlformats.org/drawingml/2006/main" prst="rect">
            <a:avLst/>
          </a:prstGeom>
          <a:solidFill xmlns:a="http://schemas.openxmlformats.org/drawingml/2006/main">
            <a:srgbClr val="DCE7E2"/>
          </a:solidFill>
          <a:ln xmlns:a="http://schemas.openxmlformats.org/drawingml/2006/main" w="0">
            <a:noFill/>
          </a:ln>
        </p:spPr>
      </p:sp>
      <p:sp>
        <p:nvSpPr>
          <p:cNvPr id="13" name="공개 업무 함수">
            <a:extLst xmlns:a="http://schemas.openxmlformats.org/drawingml/2006/main">
              <a:ext uri="{FF2B5EF4-FFF2-40B4-BE49-F238E27FC236}">
                <a16:creationId xmlns:a16="http://schemas.microsoft.com/office/drawing/2014/main" id="{0997859A-EF84-48B1-A2C7-2CC36A3C6A7E}"/>
              </a:ext>
            </a:extLst>
          </p:cNvPr>
          <p:cNvSpPr>
            <a:spLocks xmlns:a="http://schemas.openxmlformats.org/drawingml/2006/main" noGrp="1"/>
          </p:cNvSpPr>
          <p:nvPr/>
        </p:nvSpPr>
        <p:spPr>
          <a:xfrm xmlns:a="http://schemas.openxmlformats.org/drawingml/2006/main">
            <a:off x="800100" y="2505075"/>
            <a:ext cx="74676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1">
                <a:solidFill>
                  <a:srgbClr val="183E35"/>
                </a:solidFill>
                <a:latin typeface="Pretendard"/>
                <a:ea typeface="Pretendard"/>
                <a:cs typeface="Pretendard"/>
              </a:defRPr>
            </a:defPPr>
          </a:lstStyle>
          <a:p xmlns:a="http://schemas.openxmlformats.org/drawingml/2006/main">
            <a:pPr algn="l">
              <a:defRPr sz="1650" b="1">
                <a:solidFill>
                  <a:srgbClr val="183E35"/>
                </a:solidFill>
                <a:latin typeface="Pretendard"/>
                <a:ea typeface="Pretendard"/>
                <a:cs typeface="Pretendard"/>
              </a:defRPr>
            </a:pPr>
            <a:r>
              <a:rPr sz="1650" b="1">
                <a:solidFill>
                  <a:srgbClr val="183E35"/>
                </a:solidFill>
                <a:latin typeface="Pretendard"/>
                <a:ea typeface="Pretendard"/>
                <a:cs typeface="Pretendard"/>
              </a:rPr>
              <a:t>공개 업무 함수</a:t>
            </a:r>
          </a:p>
        </p:txBody>
      </p:sp>
      <p:sp>
        <p:nvSpPr>
          <p:cNvPr id="14" name="조직">
            <a:extLst xmlns:a="http://schemas.openxmlformats.org/drawingml/2006/main">
              <a:ext uri="{FF2B5EF4-FFF2-40B4-BE49-F238E27FC236}">
                <a16:creationId xmlns:a16="http://schemas.microsoft.com/office/drawing/2014/main" id="{F01A6EE7-0CC5-4E10-8816-8FC03895B9BB}"/>
              </a:ext>
            </a:extLst>
          </p:cNvPr>
          <p:cNvSpPr>
            <a:spLocks xmlns:a="http://schemas.openxmlformats.org/drawingml/2006/main" noGrp="1"/>
          </p:cNvSpPr>
          <p:nvPr/>
        </p:nvSpPr>
        <p:spPr>
          <a:xfrm xmlns:a="http://schemas.openxmlformats.org/drawingml/2006/main">
            <a:off x="800100" y="3114675"/>
            <a:ext cx="1190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725" b="1">
                <a:solidFill>
                  <a:srgbClr val="183E35"/>
                </a:solidFill>
                <a:latin typeface="Pretendard"/>
                <a:ea typeface="Pretendard"/>
                <a:cs typeface="Pretendard"/>
              </a:defRPr>
            </a:defPPr>
          </a:lstStyle>
          <a:p xmlns:a="http://schemas.openxmlformats.org/drawingml/2006/main">
            <a:pPr algn="ctr">
              <a:defRPr sz="1725" b="1">
                <a:solidFill>
                  <a:srgbClr val="183E35"/>
                </a:solidFill>
                <a:latin typeface="Pretendard"/>
                <a:ea typeface="Pretendard"/>
                <a:cs typeface="Pretendard"/>
              </a:defRPr>
            </a:pPr>
            <a:r>
              <a:rPr sz="1725" b="1">
                <a:solidFill>
                  <a:srgbClr val="183E35"/>
                </a:solidFill>
                <a:latin typeface="Pretendard"/>
                <a:ea typeface="Pretendard"/>
                <a:cs typeface="Pretendard"/>
              </a:rPr>
              <a:t>조직</a:t>
            </a:r>
          </a:p>
        </p:txBody>
      </p:sp>
      <p:sp>
        <p:nvSpPr>
          <p:cNvPr id="15" name="재산">
            <a:extLst xmlns:a="http://schemas.openxmlformats.org/drawingml/2006/main">
              <a:ext uri="{FF2B5EF4-FFF2-40B4-BE49-F238E27FC236}">
                <a16:creationId xmlns:a16="http://schemas.microsoft.com/office/drawing/2014/main" id="{757C07A2-6033-4201-B85B-113640A05106}"/>
              </a:ext>
            </a:extLst>
          </p:cNvPr>
          <p:cNvSpPr>
            <a:spLocks xmlns:a="http://schemas.openxmlformats.org/drawingml/2006/main" noGrp="1"/>
          </p:cNvSpPr>
          <p:nvPr/>
        </p:nvSpPr>
        <p:spPr>
          <a:xfrm xmlns:a="http://schemas.openxmlformats.org/drawingml/2006/main">
            <a:off x="2066925" y="3114675"/>
            <a:ext cx="1190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725" b="1">
                <a:solidFill>
                  <a:srgbClr val="183E35"/>
                </a:solidFill>
                <a:latin typeface="Pretendard"/>
                <a:ea typeface="Pretendard"/>
                <a:cs typeface="Pretendard"/>
              </a:defRPr>
            </a:defPPr>
          </a:lstStyle>
          <a:p xmlns:a="http://schemas.openxmlformats.org/drawingml/2006/main">
            <a:pPr algn="ctr">
              <a:defRPr sz="1725" b="1">
                <a:solidFill>
                  <a:srgbClr val="183E35"/>
                </a:solidFill>
                <a:latin typeface="Pretendard"/>
                <a:ea typeface="Pretendard"/>
                <a:cs typeface="Pretendard"/>
              </a:defRPr>
            </a:pPr>
            <a:r>
              <a:rPr sz="1725" b="1">
                <a:solidFill>
                  <a:srgbClr val="183E35"/>
                </a:solidFill>
                <a:latin typeface="Pretendard"/>
                <a:ea typeface="Pretendard"/>
                <a:cs typeface="Pretendard"/>
              </a:rPr>
              <a:t>재산</a:t>
            </a:r>
          </a:p>
        </p:txBody>
      </p:sp>
      <p:sp>
        <p:nvSpPr>
          <p:cNvPr id="16" name="회계">
            <a:extLst xmlns:a="http://schemas.openxmlformats.org/drawingml/2006/main">
              <a:ext uri="{FF2B5EF4-FFF2-40B4-BE49-F238E27FC236}">
                <a16:creationId xmlns:a16="http://schemas.microsoft.com/office/drawing/2014/main" id="{0DF87846-04A7-4441-ABEC-7B6C9B10FD07}"/>
              </a:ext>
            </a:extLst>
          </p:cNvPr>
          <p:cNvSpPr>
            <a:spLocks xmlns:a="http://schemas.openxmlformats.org/drawingml/2006/main" noGrp="1"/>
          </p:cNvSpPr>
          <p:nvPr/>
        </p:nvSpPr>
        <p:spPr>
          <a:xfrm xmlns:a="http://schemas.openxmlformats.org/drawingml/2006/main">
            <a:off x="3333750" y="3114675"/>
            <a:ext cx="1190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725" b="1">
                <a:solidFill>
                  <a:srgbClr val="183E35"/>
                </a:solidFill>
                <a:latin typeface="Pretendard"/>
                <a:ea typeface="Pretendard"/>
                <a:cs typeface="Pretendard"/>
              </a:defRPr>
            </a:defPPr>
          </a:lstStyle>
          <a:p xmlns:a="http://schemas.openxmlformats.org/drawingml/2006/main">
            <a:pPr algn="ctr">
              <a:defRPr sz="1725" b="1">
                <a:solidFill>
                  <a:srgbClr val="183E35"/>
                </a:solidFill>
                <a:latin typeface="Pretendard"/>
                <a:ea typeface="Pretendard"/>
                <a:cs typeface="Pretendard"/>
              </a:defRPr>
            </a:pPr>
            <a:r>
              <a:rPr sz="1725" b="1">
                <a:solidFill>
                  <a:srgbClr val="183E35"/>
                </a:solidFill>
                <a:latin typeface="Pretendard"/>
                <a:ea typeface="Pretendard"/>
                <a:cs typeface="Pretendard"/>
              </a:rPr>
              <a:t>회계</a:t>
            </a:r>
          </a:p>
        </p:txBody>
      </p:sp>
      <p:sp>
        <p:nvSpPr>
          <p:cNvPr id="17" name="회의">
            <a:extLst xmlns:a="http://schemas.openxmlformats.org/drawingml/2006/main">
              <a:ext uri="{FF2B5EF4-FFF2-40B4-BE49-F238E27FC236}">
                <a16:creationId xmlns:a16="http://schemas.microsoft.com/office/drawing/2014/main" id="{EA872BC5-D7AB-4637-A4F2-18427F7F4B30}"/>
              </a:ext>
            </a:extLst>
          </p:cNvPr>
          <p:cNvSpPr>
            <a:spLocks xmlns:a="http://schemas.openxmlformats.org/drawingml/2006/main" noGrp="1"/>
          </p:cNvSpPr>
          <p:nvPr/>
        </p:nvSpPr>
        <p:spPr>
          <a:xfrm xmlns:a="http://schemas.openxmlformats.org/drawingml/2006/main">
            <a:off x="4600575" y="3114675"/>
            <a:ext cx="1190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725" b="1">
                <a:solidFill>
                  <a:srgbClr val="183E35"/>
                </a:solidFill>
                <a:latin typeface="Pretendard"/>
                <a:ea typeface="Pretendard"/>
                <a:cs typeface="Pretendard"/>
              </a:defRPr>
            </a:defPPr>
          </a:lstStyle>
          <a:p xmlns:a="http://schemas.openxmlformats.org/drawingml/2006/main">
            <a:pPr algn="ctr">
              <a:defRPr sz="1725" b="1">
                <a:solidFill>
                  <a:srgbClr val="183E35"/>
                </a:solidFill>
                <a:latin typeface="Pretendard"/>
                <a:ea typeface="Pretendard"/>
                <a:cs typeface="Pretendard"/>
              </a:defRPr>
            </a:pPr>
            <a:r>
              <a:rPr sz="1725" b="1">
                <a:solidFill>
                  <a:srgbClr val="183E35"/>
                </a:solidFill>
                <a:latin typeface="Pretendard"/>
                <a:ea typeface="Pretendard"/>
                <a:cs typeface="Pretendard"/>
              </a:rPr>
              <a:t>회의</a:t>
            </a:r>
          </a:p>
        </p:txBody>
      </p:sp>
      <p:sp>
        <p:nvSpPr>
          <p:cNvPr id="18" name="문서">
            <a:extLst xmlns:a="http://schemas.openxmlformats.org/drawingml/2006/main">
              <a:ext uri="{FF2B5EF4-FFF2-40B4-BE49-F238E27FC236}">
                <a16:creationId xmlns:a16="http://schemas.microsoft.com/office/drawing/2014/main" id="{F3988246-E805-4538-ACE9-66158CD3F74C}"/>
              </a:ext>
            </a:extLst>
          </p:cNvPr>
          <p:cNvSpPr>
            <a:spLocks xmlns:a="http://schemas.openxmlformats.org/drawingml/2006/main" noGrp="1"/>
          </p:cNvSpPr>
          <p:nvPr/>
        </p:nvSpPr>
        <p:spPr>
          <a:xfrm xmlns:a="http://schemas.openxmlformats.org/drawingml/2006/main">
            <a:off x="5867400" y="3114675"/>
            <a:ext cx="1190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725" b="1">
                <a:solidFill>
                  <a:srgbClr val="183E35"/>
                </a:solidFill>
                <a:latin typeface="Pretendard"/>
                <a:ea typeface="Pretendard"/>
                <a:cs typeface="Pretendard"/>
              </a:defRPr>
            </a:defPPr>
          </a:lstStyle>
          <a:p xmlns:a="http://schemas.openxmlformats.org/drawingml/2006/main">
            <a:pPr algn="ctr">
              <a:defRPr sz="1725" b="1">
                <a:solidFill>
                  <a:srgbClr val="183E35"/>
                </a:solidFill>
                <a:latin typeface="Pretendard"/>
                <a:ea typeface="Pretendard"/>
                <a:cs typeface="Pretendard"/>
              </a:defRPr>
            </a:pPr>
            <a:r>
              <a:rPr sz="1725" b="1">
                <a:solidFill>
                  <a:srgbClr val="183E35"/>
                </a:solidFill>
                <a:latin typeface="Pretendard"/>
                <a:ea typeface="Pretendard"/>
                <a:cs typeface="Pretendard"/>
              </a:rPr>
              <a:t>문서</a:t>
            </a:r>
          </a:p>
        </p:txBody>
      </p:sp>
      <p:sp>
        <p:nvSpPr>
          <p:cNvPr id="19" name="법률 지원">
            <a:extLst xmlns:a="http://schemas.openxmlformats.org/drawingml/2006/main">
              <a:ext uri="{FF2B5EF4-FFF2-40B4-BE49-F238E27FC236}">
                <a16:creationId xmlns:a16="http://schemas.microsoft.com/office/drawing/2014/main" id="{D18295F3-9435-404D-8739-822B1B5AA420}"/>
              </a:ext>
            </a:extLst>
          </p:cNvPr>
          <p:cNvSpPr>
            <a:spLocks xmlns:a="http://schemas.openxmlformats.org/drawingml/2006/main" noGrp="1"/>
          </p:cNvSpPr>
          <p:nvPr/>
        </p:nvSpPr>
        <p:spPr>
          <a:xfrm xmlns:a="http://schemas.openxmlformats.org/drawingml/2006/main">
            <a:off x="7134225" y="3114675"/>
            <a:ext cx="1190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725" b="1">
                <a:solidFill>
                  <a:srgbClr val="183E35"/>
                </a:solidFill>
                <a:latin typeface="Pretendard"/>
                <a:ea typeface="Pretendard"/>
                <a:cs typeface="Pretendard"/>
              </a:defRPr>
            </a:defPPr>
          </a:lstStyle>
          <a:p xmlns:a="http://schemas.openxmlformats.org/drawingml/2006/main">
            <a:pPr algn="ctr">
              <a:defRPr sz="1725" b="1">
                <a:solidFill>
                  <a:srgbClr val="183E35"/>
                </a:solidFill>
                <a:latin typeface="Pretendard"/>
                <a:ea typeface="Pretendard"/>
                <a:cs typeface="Pretendard"/>
              </a:defRPr>
            </a:pPr>
            <a:r>
              <a:rPr sz="1725" b="1">
                <a:solidFill>
                  <a:srgbClr val="183E35"/>
                </a:solidFill>
                <a:latin typeface="Pretendard"/>
                <a:ea typeface="Pretendard"/>
                <a:cs typeface="Pretendard"/>
              </a:rPr>
              <a:t>법률 지원</a:t>
            </a:r>
          </a:p>
        </p:txBody>
      </p:sp>
      <p:sp>
        <p:nvSpPr>
          <p:cNvPr id="20" name="">
            <a:extLst xmlns:a="http://schemas.openxmlformats.org/drawingml/2006/main">
              <a:ext uri="{FF2B5EF4-FFF2-40B4-BE49-F238E27FC236}">
                <a16:creationId xmlns:a16="http://schemas.microsoft.com/office/drawing/2014/main" id="{222355B4-1270-4CCC-ABFE-50303333246F}"/>
              </a:ext>
            </a:extLst>
          </p:cNvPr>
          <p:cNvSpPr>
            <a:spLocks xmlns:a="http://schemas.openxmlformats.org/drawingml/2006/main" noGrp="1"/>
          </p:cNvSpPr>
          <p:nvPr/>
        </p:nvSpPr>
        <p:spPr>
          <a:xfrm xmlns:a="http://schemas.openxmlformats.org/drawingml/2006/main">
            <a:off x="2371725" y="3733800"/>
            <a:ext cx="0" cy="266700"/>
          </a:xfrm>
          <a:prstGeom xmlns:a="http://schemas.openxmlformats.org/drawingml/2006/main" prst="line">
            <a:avLst/>
          </a:prstGeom>
          <a:noFill xmlns:a="http://schemas.openxmlformats.org/drawingml/2006/main"/>
          <a:ln xmlns:a="http://schemas.openxmlformats.org/drawingml/2006/main" w="19050">
            <a:solidFill>
              <a:srgbClr val="567D89"/>
            </a:solidFill>
          </a:ln>
        </p:spPr>
      </p:sp>
      <p:sp>
        <p:nvSpPr>
          <p:cNvPr id="21" name="">
            <a:extLst xmlns:a="http://schemas.openxmlformats.org/drawingml/2006/main">
              <a:ext uri="{FF2B5EF4-FFF2-40B4-BE49-F238E27FC236}">
                <a16:creationId xmlns:a16="http://schemas.microsoft.com/office/drawing/2014/main" id="{917D2B60-742B-4178-A291-F928F6DBCD51}"/>
              </a:ext>
            </a:extLst>
          </p:cNvPr>
          <p:cNvSpPr>
            <a:spLocks xmlns:a="http://schemas.openxmlformats.org/drawingml/2006/main" noGrp="1"/>
          </p:cNvSpPr>
          <p:nvPr/>
        </p:nvSpPr>
        <p:spPr>
          <a:xfrm xmlns:a="http://schemas.openxmlformats.org/drawingml/2006/main">
            <a:off x="6762750" y="3733800"/>
            <a:ext cx="0" cy="266700"/>
          </a:xfrm>
          <a:prstGeom xmlns:a="http://schemas.openxmlformats.org/drawingml/2006/main" prst="line">
            <a:avLst/>
          </a:prstGeom>
          <a:noFill xmlns:a="http://schemas.openxmlformats.org/drawingml/2006/main"/>
          <a:ln xmlns:a="http://schemas.openxmlformats.org/drawingml/2006/main" w="19050">
            <a:solidFill>
              <a:srgbClr val="567D89"/>
            </a:solidFill>
          </a:ln>
        </p:spPr>
      </p:sp>
      <p:sp>
        <p:nvSpPr>
          <p:cNvPr id="22" name="">
            <a:extLst xmlns:a="http://schemas.openxmlformats.org/drawingml/2006/main">
              <a:ext uri="{FF2B5EF4-FFF2-40B4-BE49-F238E27FC236}">
                <a16:creationId xmlns:a16="http://schemas.microsoft.com/office/drawing/2014/main" id="{7D228B5B-1A3D-4B44-B6AA-2AD7C28FCB7A}"/>
              </a:ext>
            </a:extLst>
          </p:cNvPr>
          <p:cNvSpPr>
            <a:spLocks xmlns:a="http://schemas.openxmlformats.org/drawingml/2006/main" noGrp="1"/>
          </p:cNvSpPr>
          <p:nvPr/>
        </p:nvSpPr>
        <p:spPr>
          <a:xfrm xmlns:a="http://schemas.openxmlformats.org/drawingml/2006/main">
            <a:off x="609600" y="4000500"/>
            <a:ext cx="3514725" cy="457200"/>
          </a:xfrm>
          <a:prstGeom xmlns:a="http://schemas.openxmlformats.org/drawingml/2006/main" prst="rect">
            <a:avLst/>
          </a:prstGeom>
          <a:solidFill xmlns:a="http://schemas.openxmlformats.org/drawingml/2006/main">
            <a:srgbClr val="FFFFFF"/>
          </a:solidFill>
          <a:ln xmlns:a="http://schemas.openxmlformats.org/drawingml/2006/main" w="9525">
            <a:solidFill>
              <a:srgbClr val="D2DCD6"/>
            </a:solidFill>
          </a:ln>
        </p:spPr>
      </p:sp>
      <p:sp>
        <p:nvSpPr>
          <p:cNvPr id="23" name="D1  업무 상태">
            <a:extLst xmlns:a="http://schemas.openxmlformats.org/drawingml/2006/main">
              <a:ext uri="{FF2B5EF4-FFF2-40B4-BE49-F238E27FC236}">
                <a16:creationId xmlns:a16="http://schemas.microsoft.com/office/drawing/2014/main" id="{B1F178A8-C35C-48FD-81BB-DFA9A72D1EE3}"/>
              </a:ext>
            </a:extLst>
          </p:cNvPr>
          <p:cNvSpPr>
            <a:spLocks xmlns:a="http://schemas.openxmlformats.org/drawingml/2006/main" noGrp="1"/>
          </p:cNvSpPr>
          <p:nvPr/>
        </p:nvSpPr>
        <p:spPr>
          <a:xfrm xmlns:a="http://schemas.openxmlformats.org/drawingml/2006/main">
            <a:off x="790575" y="4057650"/>
            <a:ext cx="3143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1">
                <a:solidFill>
                  <a:srgbClr val="183E35"/>
                </a:solidFill>
                <a:latin typeface="Pretendard"/>
                <a:ea typeface="Pretendard"/>
                <a:cs typeface="Pretendard"/>
              </a:defRPr>
            </a:defPPr>
          </a:lstStyle>
          <a:p xmlns:a="http://schemas.openxmlformats.org/drawingml/2006/main">
            <a:pPr algn="ctr">
              <a:defRPr sz="1800" b="1">
                <a:solidFill>
                  <a:srgbClr val="183E35"/>
                </a:solidFill>
                <a:latin typeface="Pretendard"/>
                <a:ea typeface="Pretendard"/>
                <a:cs typeface="Pretendard"/>
              </a:defRPr>
            </a:pPr>
            <a:r>
              <a:rPr sz="1800" b="1">
                <a:solidFill>
                  <a:srgbClr val="183E35"/>
                </a:solidFill>
                <a:latin typeface="Pretendard"/>
                <a:ea typeface="Pretendard"/>
                <a:cs typeface="Pretendard"/>
              </a:rPr>
              <a:t>D1  업무 상태</a:t>
            </a:r>
          </a:p>
        </p:txBody>
      </p:sp>
      <p:sp>
        <p:nvSpPr>
          <p:cNvPr id="24" name="">
            <a:extLst xmlns:a="http://schemas.openxmlformats.org/drawingml/2006/main">
              <a:ext uri="{FF2B5EF4-FFF2-40B4-BE49-F238E27FC236}">
                <a16:creationId xmlns:a16="http://schemas.microsoft.com/office/drawing/2014/main" id="{C843643B-3473-4CD1-8FEB-EA85AB425DD4}"/>
              </a:ext>
            </a:extLst>
          </p:cNvPr>
          <p:cNvSpPr>
            <a:spLocks xmlns:a="http://schemas.openxmlformats.org/drawingml/2006/main" noGrp="1"/>
          </p:cNvSpPr>
          <p:nvPr/>
        </p:nvSpPr>
        <p:spPr>
          <a:xfrm xmlns:a="http://schemas.openxmlformats.org/drawingml/2006/main">
            <a:off x="5010150" y="4000500"/>
            <a:ext cx="3514725" cy="457200"/>
          </a:xfrm>
          <a:prstGeom xmlns:a="http://schemas.openxmlformats.org/drawingml/2006/main" prst="rect">
            <a:avLst/>
          </a:prstGeom>
          <a:solidFill xmlns:a="http://schemas.openxmlformats.org/drawingml/2006/main">
            <a:srgbClr val="FFFFFF"/>
          </a:solidFill>
          <a:ln xmlns:a="http://schemas.openxmlformats.org/drawingml/2006/main" w="9525">
            <a:solidFill>
              <a:srgbClr val="D2DCD6"/>
            </a:solidFill>
          </a:ln>
        </p:spPr>
      </p:sp>
      <p:sp>
        <p:nvSpPr>
          <p:cNvPr id="25" name="R2  원본 파일">
            <a:extLst xmlns:a="http://schemas.openxmlformats.org/drawingml/2006/main">
              <a:ext uri="{FF2B5EF4-FFF2-40B4-BE49-F238E27FC236}">
                <a16:creationId xmlns:a16="http://schemas.microsoft.com/office/drawing/2014/main" id="{DB8C9A8A-4B46-4C1C-8C23-94BC5E5D3FCE}"/>
              </a:ext>
            </a:extLst>
          </p:cNvPr>
          <p:cNvSpPr>
            <a:spLocks xmlns:a="http://schemas.openxmlformats.org/drawingml/2006/main" noGrp="1"/>
          </p:cNvSpPr>
          <p:nvPr/>
        </p:nvSpPr>
        <p:spPr>
          <a:xfrm xmlns:a="http://schemas.openxmlformats.org/drawingml/2006/main">
            <a:off x="5191125" y="4057650"/>
            <a:ext cx="3143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1">
                <a:solidFill>
                  <a:srgbClr val="183E35"/>
                </a:solidFill>
                <a:latin typeface="Pretendard"/>
                <a:ea typeface="Pretendard"/>
                <a:cs typeface="Pretendard"/>
              </a:defRPr>
            </a:defPPr>
          </a:lstStyle>
          <a:p xmlns:a="http://schemas.openxmlformats.org/drawingml/2006/main">
            <a:pPr algn="ctr">
              <a:defRPr sz="1800" b="1">
                <a:solidFill>
                  <a:srgbClr val="183E35"/>
                </a:solidFill>
                <a:latin typeface="Pretendard"/>
                <a:ea typeface="Pretendard"/>
                <a:cs typeface="Pretendard"/>
              </a:defRPr>
            </a:pPr>
            <a:r>
              <a:rPr sz="1800" b="1">
                <a:solidFill>
                  <a:srgbClr val="183E35"/>
                </a:solidFill>
                <a:latin typeface="Pretendard"/>
                <a:ea typeface="Pretendard"/>
                <a:cs typeface="Pretendard"/>
              </a:rPr>
              <a:t>R2  원본 파일</a:t>
            </a:r>
          </a:p>
        </p:txBody>
      </p:sp>
      <p:sp>
        <p:nvSpPr>
          <p:cNvPr id="26" name="Vinext · Cloudflare Workers">
            <a:extLst xmlns:a="http://schemas.openxmlformats.org/drawingml/2006/main">
              <a:ext uri="{FF2B5EF4-FFF2-40B4-BE49-F238E27FC236}">
                <a16:creationId xmlns:a16="http://schemas.microsoft.com/office/drawing/2014/main" id="{3734D617-2584-4B6F-986C-B556EAD72C31}"/>
              </a:ext>
            </a:extLst>
          </p:cNvPr>
          <p:cNvSpPr>
            <a:spLocks xmlns:a="http://schemas.openxmlformats.org/drawingml/2006/main" noGrp="1"/>
          </p:cNvSpPr>
          <p:nvPr/>
        </p:nvSpPr>
        <p:spPr>
          <a:xfrm xmlns:a="http://schemas.openxmlformats.org/drawingml/2006/main">
            <a:off x="523875" y="4638675"/>
            <a:ext cx="7905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350">
                <a:solidFill>
                  <a:srgbClr val="687568"/>
                </a:solidFill>
                <a:latin typeface="Pretendard"/>
                <a:ea typeface="Pretendard"/>
                <a:cs typeface="Pretendard"/>
              </a:defRPr>
            </a:defPPr>
          </a:lstStyle>
          <a:p xmlns:a="http://schemas.openxmlformats.org/drawingml/2006/main">
            <a:pPr algn="ctr">
              <a:defRPr sz="1350">
                <a:solidFill>
                  <a:srgbClr val="687568"/>
                </a:solidFill>
                <a:latin typeface="Pretendard"/>
                <a:ea typeface="Pretendard"/>
                <a:cs typeface="Pretendard"/>
              </a:defRPr>
            </a:pPr>
            <a:r>
              <a:rPr sz="1350">
                <a:solidFill>
                  <a:srgbClr val="687568"/>
                </a:solidFill>
                <a:latin typeface="Pretendard"/>
                <a:ea typeface="Pretendard"/>
                <a:cs typeface="Pretendard"/>
              </a:rPr>
              <a:t>Vinext · Cloudflare Workers</a:t>
            </a:r>
          </a:p>
        </p:txBody>
      </p:sp>
    </p:spTree>
    <p:extLst>
      <p:ext uri="{BB962C8B-B14F-4D97-AF65-F5344CB8AC3E}">
        <p14:creationId xmlns:p14="http://schemas.microsoft.com/office/powerpoint/2010/main" val="132690697"/>
      </p:ext>
    </p:extLst>
  </p:cSld>
</p:sld>
</file>

<file path=ppt/slides/slide26.xml><?xml version="1.0" encoding="utf-8"?>
<p:sld xmlns:p="http://schemas.openxmlformats.org/presentationml/2006/main">
  <p:cSld>
    <p:bg>
      <p:bgPr>
        <a:solidFill xmlns:a="http://schemas.openxmlformats.org/drawingml/2006/main">
          <a:srgbClr val="F5F2E9"/>
        </a:solidFill>
      </p:bgPr>
    </p:bg>
    <p:spTree>
      <p:nvGrpSpPr>
        <p:cNvPr id="1" name=""/>
        <p:cNvGrpSpPr/>
        <p:nvPr/>
      </p:nvGrpSpPr>
      <p:grpSpPr>
        <a:xfrm xmlns:a="http://schemas.openxmlformats.org/drawingml/2006/main"/>
      </p:grpSpPr>
      <p:sp>
        <p:nvSpPr>
          <p:cNvPr id="20" name="AI 작업 흐름">
            <a:extLst xmlns:a="http://schemas.openxmlformats.org/drawingml/2006/main">
              <a:ext uri="{FF2B5EF4-FFF2-40B4-BE49-F238E27FC236}">
                <a16:creationId xmlns:a16="http://schemas.microsoft.com/office/drawing/2014/main" id="{53BB9F68-64FA-443A-90D0-A4A5C3B5E8A1}"/>
              </a:ext>
            </a:extLst>
          </p:cNvPr>
          <p:cNvSpPr>
            <a:spLocks xmlns:a="http://schemas.openxmlformats.org/drawingml/2006/main" noGrp="1"/>
          </p:cNvSpPr>
          <p:nvPr/>
        </p:nvSpPr>
        <p:spPr>
          <a:xfrm xmlns:a="http://schemas.openxmlformats.org/drawingml/2006/main">
            <a:off x="504825" y="257175"/>
            <a:ext cx="6286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a:solidFill>
                  <a:srgbClr val="687568"/>
                </a:solidFill>
                <a:latin typeface="Pretendard"/>
                <a:ea typeface="Pretendard"/>
                <a:cs typeface="Pretendard"/>
              </a:defRPr>
            </a:defPPr>
          </a:lstStyle>
          <a:p xmlns:a="http://schemas.openxmlformats.org/drawingml/2006/main">
            <a:pPr algn="l">
              <a:defRPr sz="1050">
                <a:solidFill>
                  <a:srgbClr val="687568"/>
                </a:solidFill>
                <a:latin typeface="Pretendard"/>
                <a:ea typeface="Pretendard"/>
                <a:cs typeface="Pretendard"/>
              </a:defRPr>
            </a:pPr>
            <a:r>
              <a:rPr sz="1050">
                <a:solidFill>
                  <a:srgbClr val="687568"/>
                </a:solidFill>
                <a:latin typeface="Pretendard"/>
                <a:ea typeface="Pretendard"/>
                <a:cs typeface="Pretendard"/>
              </a:rPr>
              <a:t>AI 작업 흐름</a:t>
            </a:r>
          </a:p>
        </p:txBody>
      </p:sp>
      <p:sp>
        <p:nvSpPr>
          <p:cNvPr id="2" name="AI는 초안, 확정은 사람">
            <a:extLst xmlns:a="http://schemas.openxmlformats.org/drawingml/2006/main">
              <a:ext uri="{FF2B5EF4-FFF2-40B4-BE49-F238E27FC236}">
                <a16:creationId xmlns:a16="http://schemas.microsoft.com/office/drawing/2014/main" id="{49096DA4-476F-4F2E-B9DE-EA71C4235B6A}"/>
              </a:ext>
            </a:extLst>
          </p:cNvPr>
          <p:cNvSpPr>
            <a:spLocks xmlns:a="http://schemas.openxmlformats.org/drawingml/2006/main" noGrp="1"/>
          </p:cNvSpPr>
          <p:nvPr/>
        </p:nvSpPr>
        <p:spPr>
          <a:xfrm xmlns:a="http://schemas.openxmlformats.org/drawingml/2006/main">
            <a:off x="476250" y="628650"/>
            <a:ext cx="82486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000" b="1">
                <a:solidFill>
                  <a:srgbClr val="183E35"/>
                </a:solidFill>
                <a:latin typeface="Pretendard"/>
                <a:ea typeface="Pretendard"/>
                <a:cs typeface="Pretendard"/>
              </a:defRPr>
            </a:defPPr>
          </a:lstStyle>
          <a:p xmlns:a="http://schemas.openxmlformats.org/drawingml/2006/main">
            <a:pPr algn="l">
              <a:defRPr sz="3000" b="1">
                <a:solidFill>
                  <a:srgbClr val="183E35"/>
                </a:solidFill>
                <a:latin typeface="Pretendard"/>
                <a:ea typeface="Pretendard"/>
                <a:cs typeface="Pretendard"/>
              </a:defRPr>
            </a:pPr>
            <a:r>
              <a:rPr sz="3000" b="1">
                <a:solidFill>
                  <a:srgbClr val="183E35"/>
                </a:solidFill>
                <a:latin typeface="Pretendard"/>
                <a:ea typeface="Pretendard"/>
                <a:cs typeface="Pretendard"/>
              </a:rPr>
              <a:t>AI는 초안, 확정은 사람</a:t>
            </a:r>
          </a:p>
        </p:txBody>
      </p:sp>
      <p:sp>
        <p:nvSpPr>
          <p:cNvPr id="3" name="26">
            <a:extLst xmlns:a="http://schemas.openxmlformats.org/drawingml/2006/main">
              <a:ext uri="{FF2B5EF4-FFF2-40B4-BE49-F238E27FC236}">
                <a16:creationId xmlns:a16="http://schemas.microsoft.com/office/drawing/2014/main" id="{C57C5C6C-9D3A-4B7D-A5FC-F8C6002D4D34}"/>
              </a:ext>
            </a:extLst>
          </p:cNvPr>
          <p:cNvSpPr>
            <a:spLocks xmlns:a="http://schemas.openxmlformats.org/drawingml/2006/main" noGrp="1"/>
          </p:cNvSpPr>
          <p:nvPr/>
        </p:nvSpPr>
        <p:spPr>
          <a:xfrm xmlns:a="http://schemas.openxmlformats.org/drawingml/2006/main">
            <a:off x="8534400" y="4781550"/>
            <a:ext cx="2952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975" b="0">
                <a:solidFill>
                  <a:srgbClr val="687568"/>
                </a:solidFill>
                <a:latin typeface="Pretendard"/>
                <a:ea typeface="Pretendard"/>
                <a:cs typeface="Pretendard"/>
              </a:defRPr>
            </a:defPPr>
          </a:lstStyle>
          <a:p xmlns:a="http://schemas.openxmlformats.org/drawingml/2006/main">
            <a:pPr algn="r">
              <a:defRPr sz="975" b="0">
                <a:solidFill>
                  <a:srgbClr val="687568"/>
                </a:solidFill>
                <a:latin typeface="Pretendard"/>
                <a:ea typeface="Pretendard"/>
                <a:cs typeface="Pretendard"/>
              </a:defRPr>
            </a:pPr>
            <a:r>
              <a:rPr sz="975" b="0">
                <a:solidFill>
                  <a:srgbClr val="687568"/>
                </a:solidFill>
                <a:latin typeface="Pretendard"/>
                <a:ea typeface="Pretendard"/>
                <a:cs typeface="Pretendard"/>
              </a:rPr>
              <a:t>26</a:t>
            </a:r>
          </a:p>
        </p:txBody>
      </p:sp>
      <p:pic>
        <p:nvPicPr>
          <p:cNvPr id="4" name="">
            <a:extLst xmlns:a="http://schemas.openxmlformats.org/drawingml/2006/main">
              <a:ext uri="{FF2B5EF4-FFF2-40B4-BE49-F238E27FC236}">
                <a16:creationId xmlns:a16="http://schemas.microsoft.com/office/drawing/2014/main" id="{6F24291F-E5D7-49A6-9740-A5EFA87A7165}"/>
              </a:ext>
            </a:extLst>
          </p:cNvPr>
          <p:cNvPicPr>
            <a:picLocks xmlns:a="http://schemas.openxmlformats.org/drawingml/2006/main" noChangeAspect="1"/>
          </p:cNvPicPr>
          <p:nvPr/>
        </p:nvPicPr>
        <p:blipFill>
          <a:blip xmlns:r="http://schemas.openxmlformats.org/officeDocument/2006/relationships" xmlns:a="http://schemas.openxmlformats.org/drawingml/2006/main" r:embed="R0b7f2a68f3704e0b"/>
          <a:stretch xmlns:a="http://schemas.openxmlformats.org/drawingml/2006/main"/>
        </p:blipFill>
        <p:spPr>
          <a:xfrm xmlns:a="http://schemas.openxmlformats.org/drawingml/2006/main">
            <a:off x="990600" y="1704975"/>
            <a:ext cx="876300" cy="876300"/>
          </a:xfrm>
          <a:prstGeom xmlns:a="http://schemas.openxmlformats.org/drawingml/2006/main" prst="rect">
            <a:avLst/>
          </a:prstGeom>
        </p:spPr>
      </p:pic>
      <p:sp>
        <p:nvSpPr>
          <p:cNvPr id="5" name="음성·문서">
            <a:extLst xmlns:a="http://schemas.openxmlformats.org/drawingml/2006/main">
              <a:ext uri="{FF2B5EF4-FFF2-40B4-BE49-F238E27FC236}">
                <a16:creationId xmlns:a16="http://schemas.microsoft.com/office/drawing/2014/main" id="{93CD05EE-C4F7-4ED6-8A85-EA051A62B97F}"/>
              </a:ext>
            </a:extLst>
          </p:cNvPr>
          <p:cNvSpPr>
            <a:spLocks xmlns:a="http://schemas.openxmlformats.org/drawingml/2006/main" noGrp="1"/>
          </p:cNvSpPr>
          <p:nvPr/>
        </p:nvSpPr>
        <p:spPr>
          <a:xfrm xmlns:a="http://schemas.openxmlformats.org/drawingml/2006/main">
            <a:off x="485775" y="3009900"/>
            <a:ext cx="20097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025" b="1">
                <a:solidFill>
                  <a:srgbClr val="183E35"/>
                </a:solidFill>
                <a:latin typeface="Pretendard"/>
                <a:ea typeface="Pretendard"/>
                <a:cs typeface="Pretendard"/>
              </a:defRPr>
            </a:defPPr>
          </a:lstStyle>
          <a:p xmlns:a="http://schemas.openxmlformats.org/drawingml/2006/main">
            <a:pPr algn="ctr">
              <a:defRPr sz="2025" b="1">
                <a:solidFill>
                  <a:srgbClr val="183E35"/>
                </a:solidFill>
                <a:latin typeface="Pretendard"/>
                <a:ea typeface="Pretendard"/>
                <a:cs typeface="Pretendard"/>
              </a:defRPr>
            </a:pPr>
            <a:r>
              <a:rPr sz="2025" b="1">
                <a:solidFill>
                  <a:srgbClr val="183E35"/>
                </a:solidFill>
                <a:latin typeface="Pretendard"/>
                <a:ea typeface="Pretendard"/>
                <a:cs typeface="Pretendard"/>
              </a:rPr>
              <a:t>음성·문서</a:t>
            </a:r>
          </a:p>
        </p:txBody>
      </p:sp>
      <p:sp>
        <p:nvSpPr>
          <p:cNvPr id="6" name="">
            <a:extLst xmlns:a="http://schemas.openxmlformats.org/drawingml/2006/main">
              <a:ext uri="{FF2B5EF4-FFF2-40B4-BE49-F238E27FC236}">
                <a16:creationId xmlns:a16="http://schemas.microsoft.com/office/drawing/2014/main" id="{E9CF3915-10C3-4F9E-BC12-F6CF90431D3D}"/>
              </a:ext>
            </a:extLst>
          </p:cNvPr>
          <p:cNvSpPr>
            <a:spLocks xmlns:a="http://schemas.openxmlformats.org/drawingml/2006/main" noGrp="1"/>
          </p:cNvSpPr>
          <p:nvPr/>
        </p:nvSpPr>
        <p:spPr>
          <a:xfrm xmlns:a="http://schemas.openxmlformats.org/drawingml/2006/main">
            <a:off x="2409825" y="2133600"/>
            <a:ext cx="276225" cy="133350"/>
          </a:xfrm>
          <a:prstGeom xmlns:a="http://schemas.openxmlformats.org/drawingml/2006/main" prst="rightArrow">
            <a:avLst/>
          </a:prstGeom>
          <a:solidFill xmlns:a="http://schemas.openxmlformats.org/drawingml/2006/main">
            <a:srgbClr val="567D89"/>
          </a:solidFill>
          <a:ln xmlns:a="http://schemas.openxmlformats.org/drawingml/2006/main" w="0">
            <a:noFill/>
          </a:ln>
        </p:spPr>
      </p:sp>
      <p:pic>
        <p:nvPicPr>
          <p:cNvPr id="7" name="">
            <a:extLst xmlns:a="http://schemas.openxmlformats.org/drawingml/2006/main">
              <a:ext uri="{FF2B5EF4-FFF2-40B4-BE49-F238E27FC236}">
                <a16:creationId xmlns:a16="http://schemas.microsoft.com/office/drawing/2014/main" id="{B51CD03C-4155-46DF-912F-8C7F00F85FC4}"/>
              </a:ext>
            </a:extLst>
          </p:cNvPr>
          <p:cNvPicPr>
            <a:picLocks xmlns:a="http://schemas.openxmlformats.org/drawingml/2006/main" noChangeAspect="1"/>
          </p:cNvPicPr>
          <p:nvPr/>
        </p:nvPicPr>
        <p:blipFill>
          <a:blip xmlns:r="http://schemas.openxmlformats.org/officeDocument/2006/relationships" xmlns:a="http://schemas.openxmlformats.org/drawingml/2006/main" r:embed="R5b952d578a724add"/>
          <a:stretch xmlns:a="http://schemas.openxmlformats.org/drawingml/2006/main"/>
        </p:blipFill>
        <p:spPr>
          <a:xfrm xmlns:a="http://schemas.openxmlformats.org/drawingml/2006/main">
            <a:off x="3162300" y="1704975"/>
            <a:ext cx="876300" cy="876300"/>
          </a:xfrm>
          <a:prstGeom xmlns:a="http://schemas.openxmlformats.org/drawingml/2006/main" prst="rect">
            <a:avLst/>
          </a:prstGeom>
        </p:spPr>
      </p:pic>
      <p:sp>
        <p:nvSpPr>
          <p:cNvPr id="8" name="모델 선택">
            <a:extLst xmlns:a="http://schemas.openxmlformats.org/drawingml/2006/main">
              <a:ext uri="{FF2B5EF4-FFF2-40B4-BE49-F238E27FC236}">
                <a16:creationId xmlns:a16="http://schemas.microsoft.com/office/drawing/2014/main" id="{E0E85666-A7D4-4785-A870-0D0BD4296E15}"/>
              </a:ext>
            </a:extLst>
          </p:cNvPr>
          <p:cNvSpPr>
            <a:spLocks xmlns:a="http://schemas.openxmlformats.org/drawingml/2006/main" noGrp="1"/>
          </p:cNvSpPr>
          <p:nvPr/>
        </p:nvSpPr>
        <p:spPr>
          <a:xfrm xmlns:a="http://schemas.openxmlformats.org/drawingml/2006/main">
            <a:off x="2657475" y="3009900"/>
            <a:ext cx="20097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025" b="1">
                <a:solidFill>
                  <a:srgbClr val="183E35"/>
                </a:solidFill>
                <a:latin typeface="Pretendard"/>
                <a:ea typeface="Pretendard"/>
                <a:cs typeface="Pretendard"/>
              </a:defRPr>
            </a:defPPr>
          </a:lstStyle>
          <a:p xmlns:a="http://schemas.openxmlformats.org/drawingml/2006/main">
            <a:pPr algn="ctr">
              <a:defRPr sz="2025" b="1">
                <a:solidFill>
                  <a:srgbClr val="183E35"/>
                </a:solidFill>
                <a:latin typeface="Pretendard"/>
                <a:ea typeface="Pretendard"/>
                <a:cs typeface="Pretendard"/>
              </a:defRPr>
            </a:pPr>
            <a:r>
              <a:rPr sz="2025" b="1">
                <a:solidFill>
                  <a:srgbClr val="183E35"/>
                </a:solidFill>
                <a:latin typeface="Pretendard"/>
                <a:ea typeface="Pretendard"/>
                <a:cs typeface="Pretendard"/>
              </a:rPr>
              <a:t>모델 선택</a:t>
            </a:r>
          </a:p>
        </p:txBody>
      </p:sp>
      <p:sp>
        <p:nvSpPr>
          <p:cNvPr id="9" name="">
            <a:extLst xmlns:a="http://schemas.openxmlformats.org/drawingml/2006/main">
              <a:ext uri="{FF2B5EF4-FFF2-40B4-BE49-F238E27FC236}">
                <a16:creationId xmlns:a16="http://schemas.microsoft.com/office/drawing/2014/main" id="{91B56886-66B5-41B5-A34C-88B9536F0ED9}"/>
              </a:ext>
            </a:extLst>
          </p:cNvPr>
          <p:cNvSpPr>
            <a:spLocks xmlns:a="http://schemas.openxmlformats.org/drawingml/2006/main" noGrp="1"/>
          </p:cNvSpPr>
          <p:nvPr/>
        </p:nvSpPr>
        <p:spPr>
          <a:xfrm xmlns:a="http://schemas.openxmlformats.org/drawingml/2006/main">
            <a:off x="4581525" y="2133600"/>
            <a:ext cx="276225" cy="133350"/>
          </a:xfrm>
          <a:prstGeom xmlns:a="http://schemas.openxmlformats.org/drawingml/2006/main" prst="rightArrow">
            <a:avLst/>
          </a:prstGeom>
          <a:solidFill xmlns:a="http://schemas.openxmlformats.org/drawingml/2006/main">
            <a:srgbClr val="567D89"/>
          </a:solidFill>
          <a:ln xmlns:a="http://schemas.openxmlformats.org/drawingml/2006/main" w="0">
            <a:noFill/>
          </a:ln>
        </p:spPr>
      </p:sp>
      <p:pic>
        <p:nvPicPr>
          <p:cNvPr id="10" name="">
            <a:extLst xmlns:a="http://schemas.openxmlformats.org/drawingml/2006/main">
              <a:ext uri="{FF2B5EF4-FFF2-40B4-BE49-F238E27FC236}">
                <a16:creationId xmlns:a16="http://schemas.microsoft.com/office/drawing/2014/main" id="{D1802724-F057-4C5E-900E-B8D128CA1D1A}"/>
              </a:ext>
            </a:extLst>
          </p:cNvPr>
          <p:cNvPicPr>
            <a:picLocks xmlns:a="http://schemas.openxmlformats.org/drawingml/2006/main" noChangeAspect="1"/>
          </p:cNvPicPr>
          <p:nvPr/>
        </p:nvPicPr>
        <p:blipFill>
          <a:blip xmlns:r="http://schemas.openxmlformats.org/officeDocument/2006/relationships" xmlns:a="http://schemas.openxmlformats.org/drawingml/2006/main" r:embed="Rd7388bd642144d0d"/>
          <a:stretch xmlns:a="http://schemas.openxmlformats.org/drawingml/2006/main"/>
        </p:blipFill>
        <p:spPr>
          <a:xfrm xmlns:a="http://schemas.openxmlformats.org/drawingml/2006/main">
            <a:off x="5334000" y="1704975"/>
            <a:ext cx="876300" cy="876300"/>
          </a:xfrm>
          <a:prstGeom xmlns:a="http://schemas.openxmlformats.org/drawingml/2006/main" prst="rect">
            <a:avLst/>
          </a:prstGeom>
        </p:spPr>
      </p:pic>
      <p:sp>
        <p:nvSpPr>
          <p:cNvPr id="11" name="Luna / Sol">
            <a:extLst xmlns:a="http://schemas.openxmlformats.org/drawingml/2006/main">
              <a:ext uri="{FF2B5EF4-FFF2-40B4-BE49-F238E27FC236}">
                <a16:creationId xmlns:a16="http://schemas.microsoft.com/office/drawing/2014/main" id="{A36627C5-EBDD-42BC-97F5-6732B6CFD9D4}"/>
              </a:ext>
            </a:extLst>
          </p:cNvPr>
          <p:cNvSpPr>
            <a:spLocks xmlns:a="http://schemas.openxmlformats.org/drawingml/2006/main" noGrp="1"/>
          </p:cNvSpPr>
          <p:nvPr/>
        </p:nvSpPr>
        <p:spPr>
          <a:xfrm xmlns:a="http://schemas.openxmlformats.org/drawingml/2006/main">
            <a:off x="4829175" y="3009900"/>
            <a:ext cx="20097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1">
                <a:solidFill>
                  <a:srgbClr val="183E35"/>
                </a:solidFill>
                <a:latin typeface="Pretendard"/>
                <a:ea typeface="Pretendard"/>
                <a:cs typeface="Pretendard"/>
              </a:defRPr>
            </a:defPPr>
          </a:lstStyle>
          <a:p xmlns:a="http://schemas.openxmlformats.org/drawingml/2006/main">
            <a:pPr algn="ctr">
              <a:defRPr sz="1800" b="1">
                <a:solidFill>
                  <a:srgbClr val="183E35"/>
                </a:solidFill>
                <a:latin typeface="Pretendard"/>
                <a:ea typeface="Pretendard"/>
                <a:cs typeface="Pretendard"/>
              </a:defRPr>
            </a:pPr>
            <a:r>
              <a:rPr sz="1800" b="1">
                <a:solidFill>
                  <a:srgbClr val="183E35"/>
                </a:solidFill>
                <a:latin typeface="Pretendard"/>
                <a:ea typeface="Pretendard"/>
                <a:cs typeface="Pretendard"/>
              </a:rPr>
              <a:t>Luna / Sol</a:t>
            </a:r>
          </a:p>
        </p:txBody>
      </p:sp>
      <p:sp>
        <p:nvSpPr>
          <p:cNvPr id="12" name="">
            <a:extLst xmlns:a="http://schemas.openxmlformats.org/drawingml/2006/main">
              <a:ext uri="{FF2B5EF4-FFF2-40B4-BE49-F238E27FC236}">
                <a16:creationId xmlns:a16="http://schemas.microsoft.com/office/drawing/2014/main" id="{BBA0559A-F947-4E2C-82FF-BC49B78DF3BA}"/>
              </a:ext>
            </a:extLst>
          </p:cNvPr>
          <p:cNvSpPr>
            <a:spLocks xmlns:a="http://schemas.openxmlformats.org/drawingml/2006/main" noGrp="1"/>
          </p:cNvSpPr>
          <p:nvPr/>
        </p:nvSpPr>
        <p:spPr>
          <a:xfrm xmlns:a="http://schemas.openxmlformats.org/drawingml/2006/main">
            <a:off x="6753225" y="2133600"/>
            <a:ext cx="276225" cy="133350"/>
          </a:xfrm>
          <a:prstGeom xmlns:a="http://schemas.openxmlformats.org/drawingml/2006/main" prst="rightArrow">
            <a:avLst/>
          </a:prstGeom>
          <a:solidFill xmlns:a="http://schemas.openxmlformats.org/drawingml/2006/main">
            <a:srgbClr val="567D89"/>
          </a:solidFill>
          <a:ln xmlns:a="http://schemas.openxmlformats.org/drawingml/2006/main" w="0">
            <a:noFill/>
          </a:ln>
        </p:spPr>
      </p:sp>
      <p:pic>
        <p:nvPicPr>
          <p:cNvPr id="13" name="">
            <a:extLst xmlns:a="http://schemas.openxmlformats.org/drawingml/2006/main">
              <a:ext uri="{FF2B5EF4-FFF2-40B4-BE49-F238E27FC236}">
                <a16:creationId xmlns:a16="http://schemas.microsoft.com/office/drawing/2014/main" id="{47277A35-5BA7-48EC-AEFE-0B3AEEDA01B6}"/>
              </a:ext>
            </a:extLst>
          </p:cNvPr>
          <p:cNvPicPr>
            <a:picLocks xmlns:a="http://schemas.openxmlformats.org/drawingml/2006/main" noChangeAspect="1"/>
          </p:cNvPicPr>
          <p:nvPr/>
        </p:nvPicPr>
        <p:blipFill>
          <a:blip xmlns:r="http://schemas.openxmlformats.org/officeDocument/2006/relationships" xmlns:a="http://schemas.openxmlformats.org/drawingml/2006/main" r:embed="R66d5f8fdf327487d"/>
          <a:stretch xmlns:a="http://schemas.openxmlformats.org/drawingml/2006/main"/>
        </p:blipFill>
        <p:spPr>
          <a:xfrm xmlns:a="http://schemas.openxmlformats.org/drawingml/2006/main">
            <a:off x="7505700" y="1704975"/>
            <a:ext cx="876300" cy="876300"/>
          </a:xfrm>
          <a:prstGeom xmlns:a="http://schemas.openxmlformats.org/drawingml/2006/main" prst="rect">
            <a:avLst/>
          </a:prstGeom>
        </p:spPr>
      </p:pic>
      <p:sp>
        <p:nvSpPr>
          <p:cNvPr id="14" name="확인 후 반영">
            <a:extLst xmlns:a="http://schemas.openxmlformats.org/drawingml/2006/main">
              <a:ext uri="{FF2B5EF4-FFF2-40B4-BE49-F238E27FC236}">
                <a16:creationId xmlns:a16="http://schemas.microsoft.com/office/drawing/2014/main" id="{E29C57A2-2018-40FA-8A50-D08C64645339}"/>
              </a:ext>
            </a:extLst>
          </p:cNvPr>
          <p:cNvSpPr>
            <a:spLocks xmlns:a="http://schemas.openxmlformats.org/drawingml/2006/main" noGrp="1"/>
          </p:cNvSpPr>
          <p:nvPr/>
        </p:nvSpPr>
        <p:spPr>
          <a:xfrm xmlns:a="http://schemas.openxmlformats.org/drawingml/2006/main">
            <a:off x="7000875" y="3009900"/>
            <a:ext cx="20097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025" b="1">
                <a:solidFill>
                  <a:srgbClr val="183E35"/>
                </a:solidFill>
                <a:latin typeface="Pretendard"/>
                <a:ea typeface="Pretendard"/>
                <a:cs typeface="Pretendard"/>
              </a:defRPr>
            </a:defPPr>
          </a:lstStyle>
          <a:p xmlns:a="http://schemas.openxmlformats.org/drawingml/2006/main">
            <a:pPr algn="ctr">
              <a:defRPr sz="2025" b="1">
                <a:solidFill>
                  <a:srgbClr val="183E35"/>
                </a:solidFill>
                <a:latin typeface="Pretendard"/>
                <a:ea typeface="Pretendard"/>
                <a:cs typeface="Pretendard"/>
              </a:defRPr>
            </a:pPr>
            <a:r>
              <a:rPr sz="2025" b="1">
                <a:solidFill>
                  <a:srgbClr val="183E35"/>
                </a:solidFill>
                <a:latin typeface="Pretendard"/>
                <a:ea typeface="Pretendard"/>
                <a:cs typeface="Pretendard"/>
              </a:rPr>
              <a:t>확인 후 반영</a:t>
            </a:r>
          </a:p>
        </p:txBody>
      </p:sp>
      <p:sp>
        <p:nvSpPr>
          <p:cNvPr id="15" name="">
            <a:extLst xmlns:a="http://schemas.openxmlformats.org/drawingml/2006/main">
              <a:ext uri="{FF2B5EF4-FFF2-40B4-BE49-F238E27FC236}">
                <a16:creationId xmlns:a16="http://schemas.microsoft.com/office/drawing/2014/main" id="{8B257862-1BD4-4136-8173-E66D5E70C57C}"/>
              </a:ext>
            </a:extLst>
          </p:cNvPr>
          <p:cNvSpPr>
            <a:spLocks xmlns:a="http://schemas.openxmlformats.org/drawingml/2006/main" noGrp="1"/>
          </p:cNvSpPr>
          <p:nvPr/>
        </p:nvSpPr>
        <p:spPr>
          <a:xfrm xmlns:a="http://schemas.openxmlformats.org/drawingml/2006/main">
            <a:off x="514350" y="3705225"/>
            <a:ext cx="8039100" cy="0"/>
          </a:xfrm>
          <a:prstGeom xmlns:a="http://schemas.openxmlformats.org/drawingml/2006/main" prst="line">
            <a:avLst/>
          </a:prstGeom>
          <a:noFill xmlns:a="http://schemas.openxmlformats.org/drawingml/2006/main"/>
          <a:ln xmlns:a="http://schemas.openxmlformats.org/drawingml/2006/main" w="9525">
            <a:solidFill>
              <a:srgbClr val="D2DCD6"/>
            </a:solidFill>
          </a:ln>
        </p:spPr>
      </p:sp>
      <p:sp>
        <p:nvSpPr>
          <p:cNvPr id="16" name="Whisper-1">
            <a:extLst xmlns:a="http://schemas.openxmlformats.org/drawingml/2006/main">
              <a:ext uri="{FF2B5EF4-FFF2-40B4-BE49-F238E27FC236}">
                <a16:creationId xmlns:a16="http://schemas.microsoft.com/office/drawing/2014/main" id="{89AD5976-C5C7-433B-917C-8A9417500078}"/>
              </a:ext>
            </a:extLst>
          </p:cNvPr>
          <p:cNvSpPr>
            <a:spLocks xmlns:a="http://schemas.openxmlformats.org/drawingml/2006/main" noGrp="1"/>
          </p:cNvSpPr>
          <p:nvPr/>
        </p:nvSpPr>
        <p:spPr>
          <a:xfrm xmlns:a="http://schemas.openxmlformats.org/drawingml/2006/main">
            <a:off x="514350" y="3914775"/>
            <a:ext cx="2057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a:solidFill>
                  <a:srgbClr val="183E35"/>
                </a:solidFill>
                <a:latin typeface="Pretendard"/>
                <a:ea typeface="Pretendard"/>
                <a:cs typeface="Pretendard"/>
              </a:defRPr>
            </a:defPPr>
          </a:lstStyle>
          <a:p xmlns:a="http://schemas.openxmlformats.org/drawingml/2006/main">
            <a:pPr algn="l">
              <a:defRPr sz="1425">
                <a:solidFill>
                  <a:srgbClr val="183E35"/>
                </a:solidFill>
                <a:latin typeface="Pretendard"/>
                <a:ea typeface="Pretendard"/>
                <a:cs typeface="Pretendard"/>
              </a:defRPr>
            </a:pPr>
            <a:r>
              <a:rPr sz="1425">
                <a:solidFill>
                  <a:srgbClr val="183E35"/>
                </a:solidFill>
                <a:latin typeface="Pretendard"/>
                <a:ea typeface="Pretendard"/>
                <a:cs typeface="Pretendard"/>
              </a:rPr>
              <a:t>Whisper-1</a:t>
            </a:r>
          </a:p>
        </p:txBody>
      </p:sp>
      <p:sp>
        <p:nvSpPr>
          <p:cNvPr id="17" name="Luna Decisions">
            <a:extLst xmlns:a="http://schemas.openxmlformats.org/drawingml/2006/main">
              <a:ext uri="{FF2B5EF4-FFF2-40B4-BE49-F238E27FC236}">
                <a16:creationId xmlns:a16="http://schemas.microsoft.com/office/drawing/2014/main" id="{64337C94-B2C2-4EA3-898B-16DEAE2F7C6A}"/>
              </a:ext>
            </a:extLst>
          </p:cNvPr>
          <p:cNvSpPr>
            <a:spLocks xmlns:a="http://schemas.openxmlformats.org/drawingml/2006/main" noGrp="1"/>
          </p:cNvSpPr>
          <p:nvPr/>
        </p:nvSpPr>
        <p:spPr>
          <a:xfrm xmlns:a="http://schemas.openxmlformats.org/drawingml/2006/main">
            <a:off x="2686050" y="3914775"/>
            <a:ext cx="20764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a:solidFill>
                  <a:srgbClr val="183E35"/>
                </a:solidFill>
                <a:latin typeface="Pretendard"/>
                <a:ea typeface="Pretendard"/>
                <a:cs typeface="Pretendard"/>
              </a:defRPr>
            </a:defPPr>
          </a:lstStyle>
          <a:p xmlns:a="http://schemas.openxmlformats.org/drawingml/2006/main">
            <a:pPr algn="l">
              <a:defRPr sz="1425">
                <a:solidFill>
                  <a:srgbClr val="183E35"/>
                </a:solidFill>
                <a:latin typeface="Pretendard"/>
                <a:ea typeface="Pretendard"/>
                <a:cs typeface="Pretendard"/>
              </a:defRPr>
            </a:pPr>
            <a:r>
              <a:rPr sz="1425">
                <a:solidFill>
                  <a:srgbClr val="183E35"/>
                </a:solidFill>
                <a:latin typeface="Pretendard"/>
                <a:ea typeface="Pretendard"/>
                <a:cs typeface="Pretendard"/>
              </a:rPr>
              <a:t>Luna Decisions</a:t>
            </a:r>
          </a:p>
        </p:txBody>
      </p:sp>
      <p:sp>
        <p:nvSpPr>
          <p:cNvPr id="18" name="Responses · File Search">
            <a:extLst xmlns:a="http://schemas.openxmlformats.org/drawingml/2006/main">
              <a:ext uri="{FF2B5EF4-FFF2-40B4-BE49-F238E27FC236}">
                <a16:creationId xmlns:a16="http://schemas.microsoft.com/office/drawing/2014/main" id="{2267BB3E-014B-4567-85C9-66F09A05D74B}"/>
              </a:ext>
            </a:extLst>
          </p:cNvPr>
          <p:cNvSpPr>
            <a:spLocks xmlns:a="http://schemas.openxmlformats.org/drawingml/2006/main" noGrp="1"/>
          </p:cNvSpPr>
          <p:nvPr/>
        </p:nvSpPr>
        <p:spPr>
          <a:xfrm xmlns:a="http://schemas.openxmlformats.org/drawingml/2006/main">
            <a:off x="4857750" y="3914775"/>
            <a:ext cx="20669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00">
                <a:solidFill>
                  <a:srgbClr val="183E35"/>
                </a:solidFill>
                <a:latin typeface="Pretendard"/>
                <a:ea typeface="Pretendard"/>
                <a:cs typeface="Pretendard"/>
              </a:defRPr>
            </a:defPPr>
          </a:lstStyle>
          <a:p xmlns:a="http://schemas.openxmlformats.org/drawingml/2006/main">
            <a:pPr algn="l">
              <a:defRPr sz="1200">
                <a:solidFill>
                  <a:srgbClr val="183E35"/>
                </a:solidFill>
                <a:latin typeface="Pretendard"/>
                <a:ea typeface="Pretendard"/>
                <a:cs typeface="Pretendard"/>
              </a:defRPr>
            </a:pPr>
            <a:r>
              <a:rPr sz="1200">
                <a:solidFill>
                  <a:srgbClr val="183E35"/>
                </a:solidFill>
                <a:latin typeface="Pretendard"/>
                <a:ea typeface="Pretendard"/>
                <a:cs typeface="Pretendard"/>
              </a:rPr>
              <a:t>Responses · File Search</a:t>
            </a:r>
          </a:p>
        </p:txBody>
      </p:sp>
      <p:sp>
        <p:nvSpPr>
          <p:cNvPr id="19" name="문서 버전 보존">
            <a:extLst xmlns:a="http://schemas.openxmlformats.org/drawingml/2006/main">
              <a:ext uri="{FF2B5EF4-FFF2-40B4-BE49-F238E27FC236}">
                <a16:creationId xmlns:a16="http://schemas.microsoft.com/office/drawing/2014/main" id="{31CD6D8D-6796-4F81-B5CC-CDD2CDAACA81}"/>
              </a:ext>
            </a:extLst>
          </p:cNvPr>
          <p:cNvSpPr>
            <a:spLocks xmlns:a="http://schemas.openxmlformats.org/drawingml/2006/main" noGrp="1"/>
          </p:cNvSpPr>
          <p:nvPr/>
        </p:nvSpPr>
        <p:spPr>
          <a:xfrm xmlns:a="http://schemas.openxmlformats.org/drawingml/2006/main">
            <a:off x="7029450" y="3914775"/>
            <a:ext cx="1790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a:solidFill>
                  <a:srgbClr val="183E35"/>
                </a:solidFill>
                <a:latin typeface="Pretendard"/>
                <a:ea typeface="Pretendard"/>
                <a:cs typeface="Pretendard"/>
              </a:defRPr>
            </a:defPPr>
          </a:lstStyle>
          <a:p xmlns:a="http://schemas.openxmlformats.org/drawingml/2006/main">
            <a:pPr algn="l">
              <a:defRPr sz="1425">
                <a:solidFill>
                  <a:srgbClr val="183E35"/>
                </a:solidFill>
                <a:latin typeface="Pretendard"/>
                <a:ea typeface="Pretendard"/>
                <a:cs typeface="Pretendard"/>
              </a:defRPr>
            </a:pPr>
            <a:r>
              <a:rPr sz="1425">
                <a:solidFill>
                  <a:srgbClr val="183E35"/>
                </a:solidFill>
                <a:latin typeface="Pretendard"/>
                <a:ea typeface="Pretendard"/>
                <a:cs typeface="Pretendard"/>
              </a:rPr>
              <a:t>문서 버전 보존</a:t>
            </a:r>
          </a:p>
        </p:txBody>
      </p:sp>
    </p:spTree>
    <p:extLst>
      <p:ext uri="{BB962C8B-B14F-4D97-AF65-F5344CB8AC3E}">
        <p14:creationId xmlns:p14="http://schemas.microsoft.com/office/powerpoint/2010/main" val="2115086487"/>
      </p:ext>
    </p:extLst>
  </p:cSld>
</p:sld>
</file>

<file path=ppt/slides/slide27.xml><?xml version="1.0" encoding="utf-8"?>
<p:sld xmlns:p="http://schemas.openxmlformats.org/presentationml/2006/main">
  <p:cSld>
    <p:bg>
      <p:bgPr>
        <a:solidFill xmlns:a="http://schemas.openxmlformats.org/drawingml/2006/main">
          <a:srgbClr val="F5F2E9"/>
        </a:solidFill>
      </p:bgPr>
    </p:bg>
    <p:spTree>
      <p:nvGrpSpPr>
        <p:cNvPr id="1" name=""/>
        <p:cNvGrpSpPr/>
        <p:nvPr/>
      </p:nvGrpSpPr>
      <p:grpSpPr>
        <a:xfrm xmlns:a="http://schemas.openxmlformats.org/drawingml/2006/main"/>
      </p:grpSpPr>
      <p:sp>
        <p:nvSpPr>
          <p:cNvPr id="13" name="MCP 연결 구조">
            <a:extLst xmlns:a="http://schemas.openxmlformats.org/drawingml/2006/main">
              <a:ext uri="{FF2B5EF4-FFF2-40B4-BE49-F238E27FC236}">
                <a16:creationId xmlns:a16="http://schemas.microsoft.com/office/drawing/2014/main" id="{16E96D11-3903-473F-8ADE-DDD64E3BB800}"/>
              </a:ext>
            </a:extLst>
          </p:cNvPr>
          <p:cNvSpPr>
            <a:spLocks xmlns:a="http://schemas.openxmlformats.org/drawingml/2006/main" noGrp="1"/>
          </p:cNvSpPr>
          <p:nvPr/>
        </p:nvSpPr>
        <p:spPr>
          <a:xfrm xmlns:a="http://schemas.openxmlformats.org/drawingml/2006/main">
            <a:off x="504825" y="257175"/>
            <a:ext cx="6286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a:solidFill>
                  <a:srgbClr val="687568"/>
                </a:solidFill>
                <a:latin typeface="Pretendard"/>
                <a:ea typeface="Pretendard"/>
                <a:cs typeface="Pretendard"/>
              </a:defRPr>
            </a:defPPr>
          </a:lstStyle>
          <a:p xmlns:a="http://schemas.openxmlformats.org/drawingml/2006/main">
            <a:pPr algn="l">
              <a:defRPr sz="1050">
                <a:solidFill>
                  <a:srgbClr val="687568"/>
                </a:solidFill>
                <a:latin typeface="Pretendard"/>
                <a:ea typeface="Pretendard"/>
                <a:cs typeface="Pretendard"/>
              </a:defRPr>
            </a:pPr>
            <a:r>
              <a:rPr sz="1050">
                <a:solidFill>
                  <a:srgbClr val="687568"/>
                </a:solidFill>
                <a:latin typeface="Pretendard"/>
                <a:ea typeface="Pretendard"/>
                <a:cs typeface="Pretendard"/>
              </a:rPr>
              <a:t>MCP 연결 구조</a:t>
            </a:r>
          </a:p>
        </p:txBody>
      </p:sp>
      <p:sp>
        <p:nvSpPr>
          <p:cNvPr id="2" name="화면과 연결된 MCP 도구">
            <a:extLst xmlns:a="http://schemas.openxmlformats.org/drawingml/2006/main">
              <a:ext uri="{FF2B5EF4-FFF2-40B4-BE49-F238E27FC236}">
                <a16:creationId xmlns:a16="http://schemas.microsoft.com/office/drawing/2014/main" id="{AB9A1859-E32D-425A-85CD-2A9C94466F4C}"/>
              </a:ext>
            </a:extLst>
          </p:cNvPr>
          <p:cNvSpPr>
            <a:spLocks xmlns:a="http://schemas.openxmlformats.org/drawingml/2006/main" noGrp="1"/>
          </p:cNvSpPr>
          <p:nvPr/>
        </p:nvSpPr>
        <p:spPr>
          <a:xfrm xmlns:a="http://schemas.openxmlformats.org/drawingml/2006/main">
            <a:off x="476250" y="628650"/>
            <a:ext cx="82486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000" b="1">
                <a:solidFill>
                  <a:srgbClr val="183E35"/>
                </a:solidFill>
                <a:latin typeface="Pretendard"/>
                <a:ea typeface="Pretendard"/>
                <a:cs typeface="Pretendard"/>
              </a:defRPr>
            </a:defPPr>
          </a:lstStyle>
          <a:p xmlns:a="http://schemas.openxmlformats.org/drawingml/2006/main">
            <a:pPr algn="l">
              <a:defRPr sz="3000" b="1">
                <a:solidFill>
                  <a:srgbClr val="183E35"/>
                </a:solidFill>
                <a:latin typeface="Pretendard"/>
                <a:ea typeface="Pretendard"/>
                <a:cs typeface="Pretendard"/>
              </a:defRPr>
            </a:pPr>
            <a:r>
              <a:rPr sz="3000" b="1">
                <a:solidFill>
                  <a:srgbClr val="183E35"/>
                </a:solidFill>
                <a:latin typeface="Pretendard"/>
                <a:ea typeface="Pretendard"/>
                <a:cs typeface="Pretendard"/>
              </a:rPr>
              <a:t>화면과 연결된 MCP 도구</a:t>
            </a:r>
          </a:p>
        </p:txBody>
      </p:sp>
      <p:sp>
        <p:nvSpPr>
          <p:cNvPr id="3" name="27">
            <a:extLst xmlns:a="http://schemas.openxmlformats.org/drawingml/2006/main">
              <a:ext uri="{FF2B5EF4-FFF2-40B4-BE49-F238E27FC236}">
                <a16:creationId xmlns:a16="http://schemas.microsoft.com/office/drawing/2014/main" id="{902CD356-E665-4C1A-9676-A441424416C5}"/>
              </a:ext>
            </a:extLst>
          </p:cNvPr>
          <p:cNvSpPr>
            <a:spLocks xmlns:a="http://schemas.openxmlformats.org/drawingml/2006/main" noGrp="1"/>
          </p:cNvSpPr>
          <p:nvPr/>
        </p:nvSpPr>
        <p:spPr>
          <a:xfrm xmlns:a="http://schemas.openxmlformats.org/drawingml/2006/main">
            <a:off x="8534400" y="4781550"/>
            <a:ext cx="2952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975" b="0">
                <a:solidFill>
                  <a:srgbClr val="687568"/>
                </a:solidFill>
                <a:latin typeface="Pretendard"/>
                <a:ea typeface="Pretendard"/>
                <a:cs typeface="Pretendard"/>
              </a:defRPr>
            </a:defPPr>
          </a:lstStyle>
          <a:p xmlns:a="http://schemas.openxmlformats.org/drawingml/2006/main">
            <a:pPr algn="r">
              <a:defRPr sz="975" b="0">
                <a:solidFill>
                  <a:srgbClr val="687568"/>
                </a:solidFill>
                <a:latin typeface="Pretendard"/>
                <a:ea typeface="Pretendard"/>
                <a:cs typeface="Pretendard"/>
              </a:defRPr>
            </a:pPr>
            <a:r>
              <a:rPr sz="975" b="0">
                <a:solidFill>
                  <a:srgbClr val="687568"/>
                </a:solidFill>
                <a:latin typeface="Pretendard"/>
                <a:ea typeface="Pretendard"/>
                <a:cs typeface="Pretendard"/>
              </a:rPr>
              <a:t>27</a:t>
            </a:r>
          </a:p>
        </p:txBody>
      </p:sp>
      <p:sp>
        <p:nvSpPr>
          <p:cNvPr id="4" name="14">
            <a:extLst xmlns:a="http://schemas.openxmlformats.org/drawingml/2006/main">
              <a:ext uri="{FF2B5EF4-FFF2-40B4-BE49-F238E27FC236}">
                <a16:creationId xmlns:a16="http://schemas.microsoft.com/office/drawing/2014/main" id="{383E86AD-8230-4436-ABC6-3448A7D53BF6}"/>
              </a:ext>
            </a:extLst>
          </p:cNvPr>
          <p:cNvSpPr>
            <a:spLocks xmlns:a="http://schemas.openxmlformats.org/drawingml/2006/main" noGrp="1"/>
          </p:cNvSpPr>
          <p:nvPr/>
        </p:nvSpPr>
        <p:spPr>
          <a:xfrm xmlns:a="http://schemas.openxmlformats.org/drawingml/2006/main">
            <a:off x="485775" y="1457325"/>
            <a:ext cx="2524125" cy="1504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125" b="1">
                <a:solidFill>
                  <a:srgbClr val="183E35"/>
                </a:solidFill>
                <a:latin typeface="Pretendard"/>
                <a:ea typeface="Pretendard"/>
                <a:cs typeface="Pretendard"/>
              </a:defRPr>
            </a:defPPr>
          </a:lstStyle>
          <a:p xmlns:a="http://schemas.openxmlformats.org/drawingml/2006/main">
            <a:pPr algn="l">
              <a:defRPr sz="10125" b="1">
                <a:solidFill>
                  <a:srgbClr val="183E35"/>
                </a:solidFill>
                <a:latin typeface="Pretendard"/>
                <a:ea typeface="Pretendard"/>
                <a:cs typeface="Pretendard"/>
              </a:defRPr>
            </a:pPr>
            <a:r>
              <a:rPr sz="10125" b="1">
                <a:solidFill>
                  <a:srgbClr val="183E35"/>
                </a:solidFill>
                <a:latin typeface="Pretendard"/>
                <a:ea typeface="Pretendard"/>
                <a:cs typeface="Pretendard"/>
              </a:rPr>
              <a:t>14</a:t>
            </a:r>
          </a:p>
        </p:txBody>
      </p:sp>
      <p:sp>
        <p:nvSpPr>
          <p:cNvPr id="5" name="개의 도구">
            <a:extLst xmlns:a="http://schemas.openxmlformats.org/drawingml/2006/main">
              <a:ext uri="{FF2B5EF4-FFF2-40B4-BE49-F238E27FC236}">
                <a16:creationId xmlns:a16="http://schemas.microsoft.com/office/drawing/2014/main" id="{3132A1C1-6747-4345-A733-C1E87F7E350A}"/>
              </a:ext>
            </a:extLst>
          </p:cNvPr>
          <p:cNvSpPr>
            <a:spLocks xmlns:a="http://schemas.openxmlformats.org/drawingml/2006/main" noGrp="1"/>
          </p:cNvSpPr>
          <p:nvPr/>
        </p:nvSpPr>
        <p:spPr>
          <a:xfrm xmlns:a="http://schemas.openxmlformats.org/drawingml/2006/main">
            <a:off x="542925" y="3209925"/>
            <a:ext cx="238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50" b="1">
                <a:solidFill>
                  <a:srgbClr val="183E35"/>
                </a:solidFill>
                <a:latin typeface="Pretendard"/>
                <a:ea typeface="Pretendard"/>
                <a:cs typeface="Pretendard"/>
              </a:defRPr>
            </a:defPPr>
          </a:lstStyle>
          <a:p xmlns:a="http://schemas.openxmlformats.org/drawingml/2006/main">
            <a:pPr algn="l">
              <a:defRPr sz="2250" b="1">
                <a:solidFill>
                  <a:srgbClr val="183E35"/>
                </a:solidFill>
                <a:latin typeface="Pretendard"/>
                <a:ea typeface="Pretendard"/>
                <a:cs typeface="Pretendard"/>
              </a:defRPr>
            </a:pPr>
            <a:r>
              <a:rPr sz="2250" b="1">
                <a:solidFill>
                  <a:srgbClr val="183E35"/>
                </a:solidFill>
                <a:latin typeface="Pretendard"/>
                <a:ea typeface="Pretendard"/>
                <a:cs typeface="Pretendard"/>
              </a:rPr>
              <a:t>개의 도구</a:t>
            </a:r>
          </a:p>
        </p:txBody>
      </p:sp>
      <p:sp>
        <p:nvSpPr>
          <p:cNvPr id="6" name="9">
            <a:extLst xmlns:a="http://schemas.openxmlformats.org/drawingml/2006/main">
              <a:ext uri="{FF2B5EF4-FFF2-40B4-BE49-F238E27FC236}">
                <a16:creationId xmlns:a16="http://schemas.microsoft.com/office/drawing/2014/main" id="{E6E50924-05BB-4398-A288-3B1827A8FFD0}"/>
              </a:ext>
            </a:extLst>
          </p:cNvPr>
          <p:cNvSpPr>
            <a:spLocks xmlns:a="http://schemas.openxmlformats.org/drawingml/2006/main" noGrp="1"/>
          </p:cNvSpPr>
          <p:nvPr/>
        </p:nvSpPr>
        <p:spPr>
          <a:xfrm xmlns:a="http://schemas.openxmlformats.org/drawingml/2006/main">
            <a:off x="4048125" y="1581150"/>
            <a:ext cx="17145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6150" b="1">
                <a:solidFill>
                  <a:srgbClr val="567D89"/>
                </a:solidFill>
                <a:latin typeface="Pretendard"/>
                <a:ea typeface="Pretendard"/>
                <a:cs typeface="Pretendard"/>
              </a:defRPr>
            </a:defPPr>
          </a:lstStyle>
          <a:p xmlns:a="http://schemas.openxmlformats.org/drawingml/2006/main">
            <a:pPr algn="l">
              <a:defRPr sz="6150" b="1">
                <a:solidFill>
                  <a:srgbClr val="567D89"/>
                </a:solidFill>
                <a:latin typeface="Pretendard"/>
                <a:ea typeface="Pretendard"/>
                <a:cs typeface="Pretendard"/>
              </a:defRPr>
            </a:pPr>
            <a:r>
              <a:rPr sz="6150" b="1">
                <a:solidFill>
                  <a:srgbClr val="567D89"/>
                </a:solidFill>
                <a:latin typeface="Pretendard"/>
                <a:ea typeface="Pretendard"/>
                <a:cs typeface="Pretendard"/>
              </a:rPr>
              <a:t>9</a:t>
            </a:r>
          </a:p>
        </p:txBody>
      </p:sp>
      <p:sp>
        <p:nvSpPr>
          <p:cNvPr id="7" name="조회">
            <a:extLst xmlns:a="http://schemas.openxmlformats.org/drawingml/2006/main">
              <a:ext uri="{FF2B5EF4-FFF2-40B4-BE49-F238E27FC236}">
                <a16:creationId xmlns:a16="http://schemas.microsoft.com/office/drawing/2014/main" id="{15288A03-55B7-4CE7-94FF-962D2E41A8A7}"/>
              </a:ext>
            </a:extLst>
          </p:cNvPr>
          <p:cNvSpPr>
            <a:spLocks xmlns:a="http://schemas.openxmlformats.org/drawingml/2006/main" noGrp="1"/>
          </p:cNvSpPr>
          <p:nvPr/>
        </p:nvSpPr>
        <p:spPr>
          <a:xfrm xmlns:a="http://schemas.openxmlformats.org/drawingml/2006/main">
            <a:off x="4105275" y="2752725"/>
            <a:ext cx="2095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025" b="1">
                <a:solidFill>
                  <a:srgbClr val="183E35"/>
                </a:solidFill>
                <a:latin typeface="Pretendard"/>
                <a:ea typeface="Pretendard"/>
                <a:cs typeface="Pretendard"/>
              </a:defRPr>
            </a:defPPr>
          </a:lstStyle>
          <a:p xmlns:a="http://schemas.openxmlformats.org/drawingml/2006/main">
            <a:pPr algn="l">
              <a:defRPr sz="2025" b="1">
                <a:solidFill>
                  <a:srgbClr val="183E35"/>
                </a:solidFill>
                <a:latin typeface="Pretendard"/>
                <a:ea typeface="Pretendard"/>
                <a:cs typeface="Pretendard"/>
              </a:defRPr>
            </a:pPr>
            <a:r>
              <a:rPr sz="2025" b="1">
                <a:solidFill>
                  <a:srgbClr val="183E35"/>
                </a:solidFill>
                <a:latin typeface="Pretendard"/>
                <a:ea typeface="Pretendard"/>
                <a:cs typeface="Pretendard"/>
              </a:rPr>
              <a:t>조회</a:t>
            </a:r>
          </a:p>
        </p:txBody>
      </p:sp>
      <p:sp>
        <p:nvSpPr>
          <p:cNvPr id="8" name="기록 · 동의 · 자료 변화">
            <a:extLst xmlns:a="http://schemas.openxmlformats.org/drawingml/2006/main">
              <a:ext uri="{FF2B5EF4-FFF2-40B4-BE49-F238E27FC236}">
                <a16:creationId xmlns:a16="http://schemas.microsoft.com/office/drawing/2014/main" id="{884DA6B3-D28A-4470-94C6-5E96ACA6044B}"/>
              </a:ext>
            </a:extLst>
          </p:cNvPr>
          <p:cNvSpPr>
            <a:spLocks xmlns:a="http://schemas.openxmlformats.org/drawingml/2006/main" noGrp="1"/>
          </p:cNvSpPr>
          <p:nvPr/>
        </p:nvSpPr>
        <p:spPr>
          <a:xfrm xmlns:a="http://schemas.openxmlformats.org/drawingml/2006/main">
            <a:off x="4105275" y="3371850"/>
            <a:ext cx="4095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a:solidFill>
                  <a:srgbClr val="687568"/>
                </a:solidFill>
                <a:latin typeface="Pretendard"/>
                <a:ea typeface="Pretendard"/>
                <a:cs typeface="Pretendard"/>
              </a:defRPr>
            </a:defPPr>
          </a:lstStyle>
          <a:p xmlns:a="http://schemas.openxmlformats.org/drawingml/2006/main">
            <a:pPr algn="l">
              <a:defRPr sz="1500">
                <a:solidFill>
                  <a:srgbClr val="687568"/>
                </a:solidFill>
                <a:latin typeface="Pretendard"/>
                <a:ea typeface="Pretendard"/>
                <a:cs typeface="Pretendard"/>
              </a:defRPr>
            </a:pPr>
            <a:r>
              <a:rPr sz="1500">
                <a:solidFill>
                  <a:srgbClr val="687568"/>
                </a:solidFill>
                <a:latin typeface="Pretendard"/>
                <a:ea typeface="Pretendard"/>
                <a:cs typeface="Pretendard"/>
              </a:rPr>
              <a:t>기록 · 동의 · 자료 변화</a:t>
            </a:r>
          </a:p>
        </p:txBody>
      </p:sp>
      <p:sp>
        <p:nvSpPr>
          <p:cNvPr id="9" name="5">
            <a:extLst xmlns:a="http://schemas.openxmlformats.org/drawingml/2006/main">
              <a:ext uri="{FF2B5EF4-FFF2-40B4-BE49-F238E27FC236}">
                <a16:creationId xmlns:a16="http://schemas.microsoft.com/office/drawing/2014/main" id="{98E227ED-86F3-4DE7-B411-4E22B83F573E}"/>
              </a:ext>
            </a:extLst>
          </p:cNvPr>
          <p:cNvSpPr>
            <a:spLocks xmlns:a="http://schemas.openxmlformats.org/drawingml/2006/main" noGrp="1"/>
          </p:cNvSpPr>
          <p:nvPr/>
        </p:nvSpPr>
        <p:spPr>
          <a:xfrm xmlns:a="http://schemas.openxmlformats.org/drawingml/2006/main">
            <a:off x="6762750" y="1581150"/>
            <a:ext cx="161925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6150" b="1">
                <a:solidFill>
                  <a:srgbClr val="183E35"/>
                </a:solidFill>
                <a:latin typeface="Pretendard"/>
                <a:ea typeface="Pretendard"/>
                <a:cs typeface="Pretendard"/>
              </a:defRPr>
            </a:defPPr>
          </a:lstStyle>
          <a:p xmlns:a="http://schemas.openxmlformats.org/drawingml/2006/main">
            <a:pPr algn="l">
              <a:defRPr sz="6150" b="1">
                <a:solidFill>
                  <a:srgbClr val="183E35"/>
                </a:solidFill>
                <a:latin typeface="Pretendard"/>
                <a:ea typeface="Pretendard"/>
                <a:cs typeface="Pretendard"/>
              </a:defRPr>
            </a:pPr>
            <a:r>
              <a:rPr sz="6150" b="1">
                <a:solidFill>
                  <a:srgbClr val="183E35"/>
                </a:solidFill>
                <a:latin typeface="Pretendard"/>
                <a:ea typeface="Pretendard"/>
                <a:cs typeface="Pretendard"/>
              </a:rPr>
              <a:t>5</a:t>
            </a:r>
          </a:p>
        </p:txBody>
      </p:sp>
      <p:sp>
        <p:nvSpPr>
          <p:cNvPr id="10" name="준비와 기록">
            <a:extLst xmlns:a="http://schemas.openxmlformats.org/drawingml/2006/main">
              <a:ext uri="{FF2B5EF4-FFF2-40B4-BE49-F238E27FC236}">
                <a16:creationId xmlns:a16="http://schemas.microsoft.com/office/drawing/2014/main" id="{E3458851-94B7-470C-B137-AA0173FB8848}"/>
              </a:ext>
            </a:extLst>
          </p:cNvPr>
          <p:cNvSpPr>
            <a:spLocks xmlns:a="http://schemas.openxmlformats.org/drawingml/2006/main" noGrp="1"/>
          </p:cNvSpPr>
          <p:nvPr/>
        </p:nvSpPr>
        <p:spPr>
          <a:xfrm xmlns:a="http://schemas.openxmlformats.org/drawingml/2006/main">
            <a:off x="6791325" y="2752725"/>
            <a:ext cx="1952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025" b="1">
                <a:solidFill>
                  <a:srgbClr val="183E35"/>
                </a:solidFill>
                <a:latin typeface="Pretendard"/>
                <a:ea typeface="Pretendard"/>
                <a:cs typeface="Pretendard"/>
              </a:defRPr>
            </a:defPPr>
          </a:lstStyle>
          <a:p xmlns:a="http://schemas.openxmlformats.org/drawingml/2006/main">
            <a:pPr algn="l">
              <a:defRPr sz="2025" b="1">
                <a:solidFill>
                  <a:srgbClr val="183E35"/>
                </a:solidFill>
                <a:latin typeface="Pretendard"/>
                <a:ea typeface="Pretendard"/>
                <a:cs typeface="Pretendard"/>
              </a:defRPr>
            </a:pPr>
            <a:r>
              <a:rPr sz="2025" b="1">
                <a:solidFill>
                  <a:srgbClr val="183E35"/>
                </a:solidFill>
                <a:latin typeface="Pretendard"/>
                <a:ea typeface="Pretendard"/>
                <a:cs typeface="Pretendard"/>
              </a:rPr>
              <a:t>준비와 기록</a:t>
            </a:r>
          </a:p>
        </p:txBody>
      </p:sp>
      <p:sp>
        <p:nvSpPr>
          <p:cNvPr id="11" name="">
            <a:extLst xmlns:a="http://schemas.openxmlformats.org/drawingml/2006/main">
              <a:ext uri="{FF2B5EF4-FFF2-40B4-BE49-F238E27FC236}">
                <a16:creationId xmlns:a16="http://schemas.microsoft.com/office/drawing/2014/main" id="{CBC293A0-5EA0-4B68-846B-0EEAD84CA53A}"/>
              </a:ext>
            </a:extLst>
          </p:cNvPr>
          <p:cNvSpPr>
            <a:spLocks xmlns:a="http://schemas.openxmlformats.org/drawingml/2006/main" noGrp="1"/>
          </p:cNvSpPr>
          <p:nvPr/>
        </p:nvSpPr>
        <p:spPr>
          <a:xfrm xmlns:a="http://schemas.openxmlformats.org/drawingml/2006/main">
            <a:off x="4048125" y="3829050"/>
            <a:ext cx="4343400" cy="0"/>
          </a:xfrm>
          <a:prstGeom xmlns:a="http://schemas.openxmlformats.org/drawingml/2006/main" prst="line">
            <a:avLst/>
          </a:prstGeom>
          <a:noFill xmlns:a="http://schemas.openxmlformats.org/drawingml/2006/main"/>
          <a:ln xmlns:a="http://schemas.openxmlformats.org/drawingml/2006/main" w="9525">
            <a:solidFill>
              <a:srgbClr val="D2DCD6"/>
            </a:solidFill>
          </a:ln>
        </p:spPr>
      </p:sp>
      <p:sp>
        <p:nvSpPr>
          <p:cNvPr id="12" name="웹과 동일한 CLJS 공개 함수">
            <a:extLst xmlns:a="http://schemas.openxmlformats.org/drawingml/2006/main">
              <a:ext uri="{FF2B5EF4-FFF2-40B4-BE49-F238E27FC236}">
                <a16:creationId xmlns:a16="http://schemas.microsoft.com/office/drawing/2014/main" id="{9791068F-8E28-45CC-BFB1-BB72AC8080EA}"/>
              </a:ext>
            </a:extLst>
          </p:cNvPr>
          <p:cNvSpPr>
            <a:spLocks xmlns:a="http://schemas.openxmlformats.org/drawingml/2006/main" noGrp="1"/>
          </p:cNvSpPr>
          <p:nvPr/>
        </p:nvSpPr>
        <p:spPr>
          <a:xfrm xmlns:a="http://schemas.openxmlformats.org/drawingml/2006/main">
            <a:off x="4114800" y="4000500"/>
            <a:ext cx="441007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a:solidFill>
                  <a:srgbClr val="567D89"/>
                </a:solidFill>
                <a:latin typeface="Pretendard"/>
                <a:ea typeface="Pretendard"/>
                <a:cs typeface="Pretendard"/>
              </a:defRPr>
            </a:defPPr>
          </a:lstStyle>
          <a:p xmlns:a="http://schemas.openxmlformats.org/drawingml/2006/main">
            <a:pPr algn="l">
              <a:defRPr sz="1725">
                <a:solidFill>
                  <a:srgbClr val="567D89"/>
                </a:solidFill>
                <a:latin typeface="Pretendard"/>
                <a:ea typeface="Pretendard"/>
                <a:cs typeface="Pretendard"/>
              </a:defRPr>
            </a:pPr>
            <a:r>
              <a:rPr sz="1725">
                <a:solidFill>
                  <a:srgbClr val="567D89"/>
                </a:solidFill>
                <a:latin typeface="Pretendard"/>
                <a:ea typeface="Pretendard"/>
                <a:cs typeface="Pretendard"/>
              </a:rPr>
              <a:t>웹과 동일한 CLJS 공개 함수</a:t>
            </a:r>
          </a:p>
        </p:txBody>
      </p:sp>
    </p:spTree>
    <p:extLst>
      <p:ext uri="{BB962C8B-B14F-4D97-AF65-F5344CB8AC3E}">
        <p14:creationId xmlns:p14="http://schemas.microsoft.com/office/powerpoint/2010/main" val="453489349"/>
      </p:ext>
    </p:extLst>
  </p:cSld>
</p:sld>
</file>

<file path=ppt/slides/slide28.xml><?xml version="1.0" encoding="utf-8"?>
<p:sld xmlns:p="http://schemas.openxmlformats.org/presentationml/2006/main">
  <p:cSld>
    <p:bg>
      <p:bgPr>
        <a:solidFill xmlns:a="http://schemas.openxmlformats.org/drawingml/2006/main">
          <a:srgbClr val="F5F2E9"/>
        </a:solidFill>
      </p:bgPr>
    </p:bg>
    <p:spTree>
      <p:nvGrpSpPr>
        <p:cNvPr id="1" name=""/>
        <p:cNvGrpSpPr/>
        <p:nvPr/>
      </p:nvGrpSpPr>
      <p:grpSpPr>
        <a:xfrm xmlns:a="http://schemas.openxmlformats.org/drawingml/2006/main"/>
      </p:grpSpPr>
      <p:sp>
        <p:nvSpPr>
          <p:cNvPr id="14" name="검증 기록">
            <a:extLst xmlns:a="http://schemas.openxmlformats.org/drawingml/2006/main">
              <a:ext uri="{FF2B5EF4-FFF2-40B4-BE49-F238E27FC236}">
                <a16:creationId xmlns:a16="http://schemas.microsoft.com/office/drawing/2014/main" id="{AA05A249-E6AF-43A8-8F2B-319639C9DFC2}"/>
              </a:ext>
            </a:extLst>
          </p:cNvPr>
          <p:cNvSpPr>
            <a:spLocks xmlns:a="http://schemas.openxmlformats.org/drawingml/2006/main" noGrp="1"/>
          </p:cNvSpPr>
          <p:nvPr/>
        </p:nvSpPr>
        <p:spPr>
          <a:xfrm xmlns:a="http://schemas.openxmlformats.org/drawingml/2006/main">
            <a:off x="504825" y="257175"/>
            <a:ext cx="6286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a:solidFill>
                  <a:srgbClr val="687568"/>
                </a:solidFill>
                <a:latin typeface="Pretendard"/>
                <a:ea typeface="Pretendard"/>
                <a:cs typeface="Pretendard"/>
              </a:defRPr>
            </a:defPPr>
          </a:lstStyle>
          <a:p xmlns:a="http://schemas.openxmlformats.org/drawingml/2006/main">
            <a:pPr algn="l">
              <a:defRPr sz="1050">
                <a:solidFill>
                  <a:srgbClr val="687568"/>
                </a:solidFill>
                <a:latin typeface="Pretendard"/>
                <a:ea typeface="Pretendard"/>
                <a:cs typeface="Pretendard"/>
              </a:defRPr>
            </a:pPr>
            <a:r>
              <a:rPr sz="1050">
                <a:solidFill>
                  <a:srgbClr val="687568"/>
                </a:solidFill>
                <a:latin typeface="Pretendard"/>
                <a:ea typeface="Pretendard"/>
                <a:cs typeface="Pretendard"/>
              </a:rPr>
              <a:t>검증 기록</a:t>
            </a:r>
          </a:p>
        </p:txBody>
      </p:sp>
      <p:sp>
        <p:nvSpPr>
          <p:cNvPr id="2" name="동의·버전·잔액부터 검증">
            <a:extLst xmlns:a="http://schemas.openxmlformats.org/drawingml/2006/main">
              <a:ext uri="{FF2B5EF4-FFF2-40B4-BE49-F238E27FC236}">
                <a16:creationId xmlns:a16="http://schemas.microsoft.com/office/drawing/2014/main" id="{1B3D6DF3-D877-41BA-851E-F06AD5988DED}"/>
              </a:ext>
            </a:extLst>
          </p:cNvPr>
          <p:cNvSpPr>
            <a:spLocks xmlns:a="http://schemas.openxmlformats.org/drawingml/2006/main" noGrp="1"/>
          </p:cNvSpPr>
          <p:nvPr/>
        </p:nvSpPr>
        <p:spPr>
          <a:xfrm xmlns:a="http://schemas.openxmlformats.org/drawingml/2006/main">
            <a:off x="476250" y="628650"/>
            <a:ext cx="82486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000" b="1">
                <a:solidFill>
                  <a:srgbClr val="183E35"/>
                </a:solidFill>
                <a:latin typeface="Pretendard"/>
                <a:ea typeface="Pretendard"/>
                <a:cs typeface="Pretendard"/>
              </a:defRPr>
            </a:defPPr>
          </a:lstStyle>
          <a:p xmlns:a="http://schemas.openxmlformats.org/drawingml/2006/main">
            <a:pPr algn="l">
              <a:defRPr sz="3000" b="1">
                <a:solidFill>
                  <a:srgbClr val="183E35"/>
                </a:solidFill>
                <a:latin typeface="Pretendard"/>
                <a:ea typeface="Pretendard"/>
                <a:cs typeface="Pretendard"/>
              </a:defRPr>
            </a:pPr>
            <a:r>
              <a:rPr sz="3000" b="1">
                <a:solidFill>
                  <a:srgbClr val="183E35"/>
                </a:solidFill>
                <a:latin typeface="Pretendard"/>
                <a:ea typeface="Pretendard"/>
                <a:cs typeface="Pretendard"/>
              </a:rPr>
              <a:t>동의·버전·잔액부터 검증</a:t>
            </a:r>
          </a:p>
        </p:txBody>
      </p:sp>
      <p:sp>
        <p:nvSpPr>
          <p:cNvPr id="3" name="28">
            <a:extLst xmlns:a="http://schemas.openxmlformats.org/drawingml/2006/main">
              <a:ext uri="{FF2B5EF4-FFF2-40B4-BE49-F238E27FC236}">
                <a16:creationId xmlns:a16="http://schemas.microsoft.com/office/drawing/2014/main" id="{17E67187-8B43-47B2-B5BA-6B808AFD8694}"/>
              </a:ext>
            </a:extLst>
          </p:cNvPr>
          <p:cNvSpPr>
            <a:spLocks xmlns:a="http://schemas.openxmlformats.org/drawingml/2006/main" noGrp="1"/>
          </p:cNvSpPr>
          <p:nvPr/>
        </p:nvSpPr>
        <p:spPr>
          <a:xfrm xmlns:a="http://schemas.openxmlformats.org/drawingml/2006/main">
            <a:off x="8534400" y="4781550"/>
            <a:ext cx="2952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975" b="0">
                <a:solidFill>
                  <a:srgbClr val="687568"/>
                </a:solidFill>
                <a:latin typeface="Pretendard"/>
                <a:ea typeface="Pretendard"/>
                <a:cs typeface="Pretendard"/>
              </a:defRPr>
            </a:defPPr>
          </a:lstStyle>
          <a:p xmlns:a="http://schemas.openxmlformats.org/drawingml/2006/main">
            <a:pPr algn="r">
              <a:defRPr sz="975" b="0">
                <a:solidFill>
                  <a:srgbClr val="687568"/>
                </a:solidFill>
                <a:latin typeface="Pretendard"/>
                <a:ea typeface="Pretendard"/>
                <a:cs typeface="Pretendard"/>
              </a:defRPr>
            </a:pPr>
            <a:r>
              <a:rPr sz="975" b="0">
                <a:solidFill>
                  <a:srgbClr val="687568"/>
                </a:solidFill>
                <a:latin typeface="Pretendard"/>
                <a:ea typeface="Pretendard"/>
                <a:cs typeface="Pretendard"/>
              </a:rPr>
              <a:t>28</a:t>
            </a:r>
          </a:p>
        </p:txBody>
      </p:sp>
      <p:sp>
        <p:nvSpPr>
          <p:cNvPr id="4" name="29">
            <a:extLst xmlns:a="http://schemas.openxmlformats.org/drawingml/2006/main">
              <a:ext uri="{FF2B5EF4-FFF2-40B4-BE49-F238E27FC236}">
                <a16:creationId xmlns:a16="http://schemas.microsoft.com/office/drawing/2014/main" id="{7B17D20F-5707-4F83-A922-A1C5FCBEA28A}"/>
              </a:ext>
            </a:extLst>
          </p:cNvPr>
          <p:cNvSpPr>
            <a:spLocks xmlns:a="http://schemas.openxmlformats.org/drawingml/2006/main" noGrp="1"/>
          </p:cNvSpPr>
          <p:nvPr/>
        </p:nvSpPr>
        <p:spPr>
          <a:xfrm xmlns:a="http://schemas.openxmlformats.org/drawingml/2006/main">
            <a:off x="504825" y="1466850"/>
            <a:ext cx="274320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7650" b="1">
                <a:solidFill>
                  <a:srgbClr val="183E35"/>
                </a:solidFill>
                <a:latin typeface="Pretendard"/>
                <a:ea typeface="Pretendard"/>
                <a:cs typeface="Pretendard"/>
              </a:defRPr>
            </a:defPPr>
          </a:lstStyle>
          <a:p xmlns:a="http://schemas.openxmlformats.org/drawingml/2006/main">
            <a:pPr algn="l">
              <a:defRPr sz="7650" b="1">
                <a:solidFill>
                  <a:srgbClr val="183E35"/>
                </a:solidFill>
                <a:latin typeface="Pretendard"/>
                <a:ea typeface="Pretendard"/>
                <a:cs typeface="Pretendard"/>
              </a:defRPr>
            </a:pPr>
            <a:r>
              <a:rPr sz="7650" b="1">
                <a:solidFill>
                  <a:srgbClr val="183E35"/>
                </a:solidFill>
                <a:latin typeface="Pretendard"/>
                <a:ea typeface="Pretendard"/>
                <a:cs typeface="Pretendard"/>
              </a:rPr>
              <a:t>29</a:t>
            </a:r>
          </a:p>
        </p:txBody>
      </p:sp>
      <p:sp>
        <p:nvSpPr>
          <p:cNvPr id="5" name="단위 테스트">
            <a:extLst xmlns:a="http://schemas.openxmlformats.org/drawingml/2006/main">
              <a:ext uri="{FF2B5EF4-FFF2-40B4-BE49-F238E27FC236}">
                <a16:creationId xmlns:a16="http://schemas.microsoft.com/office/drawing/2014/main" id="{F675786B-5FF4-4E66-897B-8ECA79B45894}"/>
              </a:ext>
            </a:extLst>
          </p:cNvPr>
          <p:cNvSpPr>
            <a:spLocks xmlns:a="http://schemas.openxmlformats.org/drawingml/2006/main" noGrp="1"/>
          </p:cNvSpPr>
          <p:nvPr/>
        </p:nvSpPr>
        <p:spPr>
          <a:xfrm xmlns:a="http://schemas.openxmlformats.org/drawingml/2006/main">
            <a:off x="600075" y="2857500"/>
            <a:ext cx="26574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025" b="1">
                <a:solidFill>
                  <a:srgbClr val="183E35"/>
                </a:solidFill>
                <a:latin typeface="Pretendard"/>
                <a:ea typeface="Pretendard"/>
                <a:cs typeface="Pretendard"/>
              </a:defRPr>
            </a:defPPr>
          </a:lstStyle>
          <a:p xmlns:a="http://schemas.openxmlformats.org/drawingml/2006/main">
            <a:pPr algn="l">
              <a:defRPr sz="2025" b="1">
                <a:solidFill>
                  <a:srgbClr val="183E35"/>
                </a:solidFill>
                <a:latin typeface="Pretendard"/>
                <a:ea typeface="Pretendard"/>
                <a:cs typeface="Pretendard"/>
              </a:defRPr>
            </a:pPr>
            <a:r>
              <a:rPr sz="2025" b="1">
                <a:solidFill>
                  <a:srgbClr val="183E35"/>
                </a:solidFill>
                <a:latin typeface="Pretendard"/>
                <a:ea typeface="Pretendard"/>
                <a:cs typeface="Pretendard"/>
              </a:rPr>
              <a:t>단위 테스트</a:t>
            </a:r>
          </a:p>
        </p:txBody>
      </p:sp>
      <p:sp>
        <p:nvSpPr>
          <p:cNvPr id="6" name="81">
            <a:extLst xmlns:a="http://schemas.openxmlformats.org/drawingml/2006/main">
              <a:ext uri="{FF2B5EF4-FFF2-40B4-BE49-F238E27FC236}">
                <a16:creationId xmlns:a16="http://schemas.microsoft.com/office/drawing/2014/main" id="{1DB483EA-21BD-42FF-997D-4853C1EE2778}"/>
              </a:ext>
            </a:extLst>
          </p:cNvPr>
          <p:cNvSpPr>
            <a:spLocks xmlns:a="http://schemas.openxmlformats.org/drawingml/2006/main" noGrp="1"/>
          </p:cNvSpPr>
          <p:nvPr/>
        </p:nvSpPr>
        <p:spPr>
          <a:xfrm xmlns:a="http://schemas.openxmlformats.org/drawingml/2006/main">
            <a:off x="3590925" y="1466850"/>
            <a:ext cx="274320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7650" b="1">
                <a:solidFill>
                  <a:srgbClr val="567D89"/>
                </a:solidFill>
                <a:latin typeface="Pretendard"/>
                <a:ea typeface="Pretendard"/>
                <a:cs typeface="Pretendard"/>
              </a:defRPr>
            </a:defPPr>
          </a:lstStyle>
          <a:p xmlns:a="http://schemas.openxmlformats.org/drawingml/2006/main">
            <a:pPr algn="l">
              <a:defRPr sz="7650" b="1">
                <a:solidFill>
                  <a:srgbClr val="567D89"/>
                </a:solidFill>
                <a:latin typeface="Pretendard"/>
                <a:ea typeface="Pretendard"/>
                <a:cs typeface="Pretendard"/>
              </a:defRPr>
            </a:pPr>
            <a:r>
              <a:rPr sz="7650" b="1">
                <a:solidFill>
                  <a:srgbClr val="567D89"/>
                </a:solidFill>
                <a:latin typeface="Pretendard"/>
                <a:ea typeface="Pretendard"/>
                <a:cs typeface="Pretendard"/>
              </a:rPr>
              <a:t>81</a:t>
            </a:r>
          </a:p>
        </p:txBody>
      </p:sp>
      <p:sp>
        <p:nvSpPr>
          <p:cNvPr id="7" name="assertions">
            <a:extLst xmlns:a="http://schemas.openxmlformats.org/drawingml/2006/main">
              <a:ext uri="{FF2B5EF4-FFF2-40B4-BE49-F238E27FC236}">
                <a16:creationId xmlns:a16="http://schemas.microsoft.com/office/drawing/2014/main" id="{3D3D411A-CA9B-4938-889D-C9E2CDE49B9A}"/>
              </a:ext>
            </a:extLst>
          </p:cNvPr>
          <p:cNvSpPr>
            <a:spLocks xmlns:a="http://schemas.openxmlformats.org/drawingml/2006/main" noGrp="1"/>
          </p:cNvSpPr>
          <p:nvPr/>
        </p:nvSpPr>
        <p:spPr>
          <a:xfrm xmlns:a="http://schemas.openxmlformats.org/drawingml/2006/main">
            <a:off x="3695700" y="2886075"/>
            <a:ext cx="28765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50" b="0">
                <a:solidFill>
                  <a:srgbClr val="183E35"/>
                </a:solidFill>
                <a:latin typeface="Pretendard"/>
                <a:ea typeface="Pretendard"/>
                <a:cs typeface="Pretendard"/>
              </a:defRPr>
            </a:defPPr>
          </a:lstStyle>
          <a:p xmlns:a="http://schemas.openxmlformats.org/drawingml/2006/main">
            <a:pPr algn="l">
              <a:defRPr sz="2250" b="0">
                <a:solidFill>
                  <a:srgbClr val="183E35"/>
                </a:solidFill>
                <a:latin typeface="Pretendard"/>
                <a:ea typeface="Pretendard"/>
                <a:cs typeface="Pretendard"/>
              </a:defRPr>
            </a:pPr>
            <a:r>
              <a:rPr sz="2250" b="0">
                <a:solidFill>
                  <a:srgbClr val="183E35"/>
                </a:solidFill>
                <a:latin typeface="Pretendard"/>
                <a:ea typeface="Pretendard"/>
                <a:cs typeface="Pretendard"/>
              </a:rPr>
              <a:t>assertions</a:t>
            </a:r>
          </a:p>
        </p:txBody>
      </p:sp>
      <p:sp>
        <p:nvSpPr>
          <p:cNvPr id="8" name="PBT">
            <a:extLst xmlns:a="http://schemas.openxmlformats.org/drawingml/2006/main">
              <a:ext uri="{FF2B5EF4-FFF2-40B4-BE49-F238E27FC236}">
                <a16:creationId xmlns:a16="http://schemas.microsoft.com/office/drawing/2014/main" id="{1E3D1AF5-852E-4EE4-8DCC-1F4F316C28FE}"/>
              </a:ext>
            </a:extLst>
          </p:cNvPr>
          <p:cNvSpPr>
            <a:spLocks xmlns:a="http://schemas.openxmlformats.org/drawingml/2006/main" noGrp="1"/>
          </p:cNvSpPr>
          <p:nvPr/>
        </p:nvSpPr>
        <p:spPr>
          <a:xfrm xmlns:a="http://schemas.openxmlformats.org/drawingml/2006/main">
            <a:off x="6819900" y="1762125"/>
            <a:ext cx="196215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375" b="1">
                <a:solidFill>
                  <a:srgbClr val="183E35"/>
                </a:solidFill>
                <a:latin typeface="Pretendard"/>
                <a:ea typeface="Pretendard"/>
                <a:cs typeface="Pretendard"/>
              </a:defRPr>
            </a:defPPr>
          </a:lstStyle>
          <a:p xmlns:a="http://schemas.openxmlformats.org/drawingml/2006/main">
            <a:pPr algn="l">
              <a:defRPr sz="3375" b="1">
                <a:solidFill>
                  <a:srgbClr val="183E35"/>
                </a:solidFill>
                <a:latin typeface="Pretendard"/>
                <a:ea typeface="Pretendard"/>
                <a:cs typeface="Pretendard"/>
              </a:defRPr>
            </a:pPr>
            <a:r>
              <a:rPr sz="3375" b="1">
                <a:solidFill>
                  <a:srgbClr val="183E35"/>
                </a:solidFill>
                <a:latin typeface="Pretendard"/>
                <a:ea typeface="Pretendard"/>
                <a:cs typeface="Pretendard"/>
              </a:rPr>
              <a:t>PBT</a:t>
            </a:r>
          </a:p>
        </p:txBody>
      </p:sp>
      <p:sp>
        <p:nvSpPr>
          <p:cNvPr id="9" name="test.check">
            <a:extLst xmlns:a="http://schemas.openxmlformats.org/drawingml/2006/main">
              <a:ext uri="{FF2B5EF4-FFF2-40B4-BE49-F238E27FC236}">
                <a16:creationId xmlns:a16="http://schemas.microsoft.com/office/drawing/2014/main" id="{F99948BE-32C2-41FD-973E-D1BF074B45CC}"/>
              </a:ext>
            </a:extLst>
          </p:cNvPr>
          <p:cNvSpPr>
            <a:spLocks xmlns:a="http://schemas.openxmlformats.org/drawingml/2006/main" noGrp="1"/>
          </p:cNvSpPr>
          <p:nvPr/>
        </p:nvSpPr>
        <p:spPr>
          <a:xfrm xmlns:a="http://schemas.openxmlformats.org/drawingml/2006/main">
            <a:off x="6858000" y="2895600"/>
            <a:ext cx="1914525"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0">
                <a:solidFill>
                  <a:srgbClr val="183E35"/>
                </a:solidFill>
                <a:latin typeface="Pretendard"/>
                <a:ea typeface="Pretendard"/>
                <a:cs typeface="Pretendard"/>
              </a:defRPr>
            </a:defPPr>
          </a:lstStyle>
          <a:p xmlns:a="http://schemas.openxmlformats.org/drawingml/2006/main">
            <a:pPr algn="l">
              <a:defRPr sz="1875" b="0">
                <a:solidFill>
                  <a:srgbClr val="183E35"/>
                </a:solidFill>
                <a:latin typeface="Pretendard"/>
                <a:ea typeface="Pretendard"/>
                <a:cs typeface="Pretendard"/>
              </a:defRPr>
            </a:pPr>
            <a:r>
              <a:rPr sz="1875" b="0">
                <a:solidFill>
                  <a:srgbClr val="183E35"/>
                </a:solidFill>
                <a:latin typeface="Pretendard"/>
                <a:ea typeface="Pretendard"/>
                <a:cs typeface="Pretendard"/>
              </a:rPr>
              <a:t>test.check</a:t>
            </a:r>
          </a:p>
        </p:txBody>
      </p:sp>
      <p:sp>
        <p:nvSpPr>
          <p:cNvPr id="10" name="">
            <a:extLst xmlns:a="http://schemas.openxmlformats.org/drawingml/2006/main">
              <a:ext uri="{FF2B5EF4-FFF2-40B4-BE49-F238E27FC236}">
                <a16:creationId xmlns:a16="http://schemas.microsoft.com/office/drawing/2014/main" id="{D67AE420-3315-4049-993E-AA58ED2FC450}"/>
              </a:ext>
            </a:extLst>
          </p:cNvPr>
          <p:cNvSpPr>
            <a:spLocks xmlns:a="http://schemas.openxmlformats.org/drawingml/2006/main" noGrp="1"/>
          </p:cNvSpPr>
          <p:nvPr/>
        </p:nvSpPr>
        <p:spPr>
          <a:xfrm xmlns:a="http://schemas.openxmlformats.org/drawingml/2006/main">
            <a:off x="533400" y="3533775"/>
            <a:ext cx="8020050" cy="0"/>
          </a:xfrm>
          <a:prstGeom xmlns:a="http://schemas.openxmlformats.org/drawingml/2006/main" prst="line">
            <a:avLst/>
          </a:prstGeom>
          <a:noFill xmlns:a="http://schemas.openxmlformats.org/drawingml/2006/main"/>
          <a:ln xmlns:a="http://schemas.openxmlformats.org/drawingml/2006/main" w="9525">
            <a:solidFill>
              <a:srgbClr val="D2DCD6"/>
            </a:solidFill>
          </a:ln>
        </p:spPr>
      </p:sp>
      <p:sp>
        <p:nvSpPr>
          <p:cNvPr id="11" name="중복 응답 방지">
            <a:extLst xmlns:a="http://schemas.openxmlformats.org/drawingml/2006/main">
              <a:ext uri="{FF2B5EF4-FFF2-40B4-BE49-F238E27FC236}">
                <a16:creationId xmlns:a16="http://schemas.microsoft.com/office/drawing/2014/main" id="{EB69D3E2-5371-4C9F-B9F8-FBCB3DFD9278}"/>
              </a:ext>
            </a:extLst>
          </p:cNvPr>
          <p:cNvSpPr>
            <a:spLocks xmlns:a="http://schemas.openxmlformats.org/drawingml/2006/main" noGrp="1"/>
          </p:cNvSpPr>
          <p:nvPr/>
        </p:nvSpPr>
        <p:spPr>
          <a:xfrm xmlns:a="http://schemas.openxmlformats.org/drawingml/2006/main">
            <a:off x="561975" y="3895725"/>
            <a:ext cx="25050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00" b="1">
                <a:solidFill>
                  <a:srgbClr val="183E35"/>
                </a:solidFill>
                <a:latin typeface="Pretendard"/>
                <a:ea typeface="Pretendard"/>
                <a:cs typeface="Pretendard"/>
              </a:defRPr>
            </a:defPPr>
          </a:lstStyle>
          <a:p xmlns:a="http://schemas.openxmlformats.org/drawingml/2006/main">
            <a:pPr algn="l">
              <a:defRPr sz="1800" b="1">
                <a:solidFill>
                  <a:srgbClr val="183E35"/>
                </a:solidFill>
                <a:latin typeface="Pretendard"/>
                <a:ea typeface="Pretendard"/>
                <a:cs typeface="Pretendard"/>
              </a:defRPr>
            </a:pPr>
            <a:r>
              <a:rPr sz="1800" b="1">
                <a:solidFill>
                  <a:srgbClr val="183E35"/>
                </a:solidFill>
                <a:latin typeface="Pretendard"/>
                <a:ea typeface="Pretendard"/>
                <a:cs typeface="Pretendard"/>
              </a:rPr>
              <a:t>중복 응답 방지</a:t>
            </a:r>
          </a:p>
        </p:txBody>
      </p:sp>
      <p:sp>
        <p:nvSpPr>
          <p:cNvPr id="12" name="문서 버전 보존">
            <a:extLst xmlns:a="http://schemas.openxmlformats.org/drawingml/2006/main">
              <a:ext uri="{FF2B5EF4-FFF2-40B4-BE49-F238E27FC236}">
                <a16:creationId xmlns:a16="http://schemas.microsoft.com/office/drawing/2014/main" id="{36F87151-3FD1-4D5F-BEA6-50051F8E09BA}"/>
              </a:ext>
            </a:extLst>
          </p:cNvPr>
          <p:cNvSpPr>
            <a:spLocks xmlns:a="http://schemas.openxmlformats.org/drawingml/2006/main" noGrp="1"/>
          </p:cNvSpPr>
          <p:nvPr/>
        </p:nvSpPr>
        <p:spPr>
          <a:xfrm xmlns:a="http://schemas.openxmlformats.org/drawingml/2006/main">
            <a:off x="3429000" y="3895725"/>
            <a:ext cx="26384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00" b="1">
                <a:solidFill>
                  <a:srgbClr val="183E35"/>
                </a:solidFill>
                <a:latin typeface="Pretendard"/>
                <a:ea typeface="Pretendard"/>
                <a:cs typeface="Pretendard"/>
              </a:defRPr>
            </a:defPPr>
          </a:lstStyle>
          <a:p xmlns:a="http://schemas.openxmlformats.org/drawingml/2006/main">
            <a:pPr algn="l">
              <a:defRPr sz="1800" b="1">
                <a:solidFill>
                  <a:srgbClr val="183E35"/>
                </a:solidFill>
                <a:latin typeface="Pretendard"/>
                <a:ea typeface="Pretendard"/>
                <a:cs typeface="Pretendard"/>
              </a:defRPr>
            </a:pPr>
            <a:r>
              <a:rPr sz="1800" b="1">
                <a:solidFill>
                  <a:srgbClr val="183E35"/>
                </a:solidFill>
                <a:latin typeface="Pretendard"/>
                <a:ea typeface="Pretendard"/>
                <a:cs typeface="Pretendard"/>
              </a:rPr>
              <a:t>문서 버전 보존</a:t>
            </a:r>
          </a:p>
        </p:txBody>
      </p:sp>
      <p:sp>
        <p:nvSpPr>
          <p:cNvPr id="13" name="금액 합계 일치">
            <a:extLst xmlns:a="http://schemas.openxmlformats.org/drawingml/2006/main">
              <a:ext uri="{FF2B5EF4-FFF2-40B4-BE49-F238E27FC236}">
                <a16:creationId xmlns:a16="http://schemas.microsoft.com/office/drawing/2014/main" id="{2C09DE9A-7C0A-420C-9E68-4E4B8DEDCD02}"/>
              </a:ext>
            </a:extLst>
          </p:cNvPr>
          <p:cNvSpPr>
            <a:spLocks xmlns:a="http://schemas.openxmlformats.org/drawingml/2006/main" noGrp="1"/>
          </p:cNvSpPr>
          <p:nvPr/>
        </p:nvSpPr>
        <p:spPr>
          <a:xfrm xmlns:a="http://schemas.openxmlformats.org/drawingml/2006/main">
            <a:off x="6334125" y="3895725"/>
            <a:ext cx="25812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00" b="1">
                <a:solidFill>
                  <a:srgbClr val="183E35"/>
                </a:solidFill>
                <a:latin typeface="Pretendard"/>
                <a:ea typeface="Pretendard"/>
                <a:cs typeface="Pretendard"/>
              </a:defRPr>
            </a:defPPr>
          </a:lstStyle>
          <a:p xmlns:a="http://schemas.openxmlformats.org/drawingml/2006/main">
            <a:pPr algn="l">
              <a:defRPr sz="1800" b="1">
                <a:solidFill>
                  <a:srgbClr val="183E35"/>
                </a:solidFill>
                <a:latin typeface="Pretendard"/>
                <a:ea typeface="Pretendard"/>
                <a:cs typeface="Pretendard"/>
              </a:defRPr>
            </a:pPr>
            <a:r>
              <a:rPr sz="1800" b="1">
                <a:solidFill>
                  <a:srgbClr val="183E35"/>
                </a:solidFill>
                <a:latin typeface="Pretendard"/>
                <a:ea typeface="Pretendard"/>
                <a:cs typeface="Pretendard"/>
              </a:rPr>
              <a:t>금액 합계 일치</a:t>
            </a:r>
          </a:p>
        </p:txBody>
      </p:sp>
    </p:spTree>
    <p:extLst>
      <p:ext uri="{BB962C8B-B14F-4D97-AF65-F5344CB8AC3E}">
        <p14:creationId xmlns:p14="http://schemas.microsoft.com/office/powerpoint/2010/main" val="578052494"/>
      </p:ext>
    </p:extLst>
  </p:cSld>
</p:sld>
</file>

<file path=ppt/slides/slide29.xml><?xml version="1.0" encoding="utf-8"?>
<p:sld xmlns:p="http://schemas.openxmlformats.org/presentationml/2006/main">
  <p:cSld>
    <p:bg>
      <p:bgPr>
        <a:solidFill xmlns:a="http://schemas.openxmlformats.org/drawingml/2006/main">
          <a:srgbClr val="173F49"/>
        </a:solidFill>
      </p:bgPr>
    </p:bg>
    <p:spTree>
      <p:nvGrpSpPr>
        <p:cNvPr id="1" name=""/>
        <p:cNvGrpSpPr/>
        <p:nvPr/>
      </p:nvGrpSpPr>
      <p:grpSpPr>
        <a:xfrm xmlns:a="http://schemas.openxmlformats.org/drawingml/2006/main"/>
      </p:grpSpPr>
      <p:sp>
        <p:nvSpPr>
          <p:cNvPr id="3" name="One More">
            <a:extLst xmlns:a="http://schemas.openxmlformats.org/drawingml/2006/main">
              <a:ext uri="{FF2B5EF4-FFF2-40B4-BE49-F238E27FC236}">
                <a16:creationId xmlns:a16="http://schemas.microsoft.com/office/drawing/2014/main" id="{630554F8-70B3-4F72-9748-977FBC252354}"/>
              </a:ext>
            </a:extLst>
          </p:cNvPr>
          <p:cNvSpPr>
            <a:spLocks xmlns:a="http://schemas.openxmlformats.org/drawingml/2006/main" noGrp="1"/>
          </p:cNvSpPr>
          <p:nvPr/>
        </p:nvSpPr>
        <p:spPr>
          <a:xfrm xmlns:a="http://schemas.openxmlformats.org/drawingml/2006/main">
            <a:off x="619125" y="1095375"/>
            <a:ext cx="796290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6600" b="1">
                <a:solidFill>
                  <a:srgbClr val="F5F2E9"/>
                </a:solidFill>
                <a:latin typeface="Pretendard"/>
                <a:ea typeface="Pretendard"/>
                <a:cs typeface="Pretendard"/>
              </a:defRPr>
            </a:defPPr>
          </a:lstStyle>
          <a:p xmlns:a="http://schemas.openxmlformats.org/drawingml/2006/main">
            <a:pPr algn="l">
              <a:defRPr sz="6600" b="1">
                <a:solidFill>
                  <a:srgbClr val="F5F2E9"/>
                </a:solidFill>
                <a:latin typeface="Pretendard"/>
                <a:ea typeface="Pretendard"/>
                <a:cs typeface="Pretendard"/>
              </a:defRPr>
            </a:pPr>
            <a:r>
              <a:rPr sz="6600" b="1">
                <a:solidFill>
                  <a:srgbClr val="F5F2E9"/>
                </a:solidFill>
                <a:latin typeface="Pretendard"/>
                <a:ea typeface="Pretendard"/>
                <a:cs typeface="Pretendard"/>
              </a:rPr>
              <a:t>One More</a:t>
            </a:r>
          </a:p>
        </p:txBody>
      </p:sp>
      <p:sp>
        <p:nvSpPr>
          <p:cNvPr id="2" name="Thing">
            <a:extLst xmlns:a="http://schemas.openxmlformats.org/drawingml/2006/main">
              <a:ext uri="{FF2B5EF4-FFF2-40B4-BE49-F238E27FC236}">
                <a16:creationId xmlns:a16="http://schemas.microsoft.com/office/drawing/2014/main" id="{A59A51C7-1590-4E20-9CCC-E3F907F6B449}"/>
              </a:ext>
            </a:extLst>
          </p:cNvPr>
          <p:cNvSpPr>
            <a:spLocks xmlns:a="http://schemas.openxmlformats.org/drawingml/2006/main" noGrp="1"/>
          </p:cNvSpPr>
          <p:nvPr/>
        </p:nvSpPr>
        <p:spPr>
          <a:xfrm xmlns:a="http://schemas.openxmlformats.org/drawingml/2006/main">
            <a:off x="590550" y="2390775"/>
            <a:ext cx="7991475"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7725" b="1">
                <a:solidFill>
                  <a:srgbClr val="F5F2E9"/>
                </a:solidFill>
                <a:latin typeface="Pretendard"/>
                <a:ea typeface="Pretendard"/>
                <a:cs typeface="Pretendard"/>
              </a:defRPr>
            </a:defPPr>
          </a:lstStyle>
          <a:p xmlns:a="http://schemas.openxmlformats.org/drawingml/2006/main">
            <a:pPr algn="l">
              <a:defRPr sz="7725" b="1">
                <a:solidFill>
                  <a:srgbClr val="F5F2E9"/>
                </a:solidFill>
                <a:latin typeface="Pretendard"/>
                <a:ea typeface="Pretendard"/>
                <a:cs typeface="Pretendard"/>
              </a:defRPr>
            </a:pPr>
            <a:r>
              <a:rPr sz="7725" b="1">
                <a:solidFill>
                  <a:srgbClr val="F5F2E9"/>
                </a:solidFill>
                <a:latin typeface="Pretendard"/>
                <a:ea typeface="Pretendard"/>
                <a:cs typeface="Pretendard"/>
              </a:rPr>
              <a:t>Thing</a:t>
            </a:r>
          </a:p>
        </p:txBody>
      </p:sp>
    </p:spTree>
    <p:extLst>
      <p:ext uri="{BB962C8B-B14F-4D97-AF65-F5344CB8AC3E}">
        <p14:creationId xmlns:p14="http://schemas.microsoft.com/office/powerpoint/2010/main" val="1617830321"/>
      </p:ext>
    </p:extLst>
  </p:cSld>
</p:sld>
</file>

<file path=ppt/slides/slide30.xml><?xml version="1.0" encoding="utf-8"?>
<p:sld xmlns:p="http://schemas.openxmlformats.org/presentationml/2006/main">
  <p:cSld>
    <p:bg>
      <p:bgPr>
        <a:solidFill xmlns:a="http://schemas.openxmlformats.org/drawingml/2006/main">
          <a:srgbClr val="F5F2E9"/>
        </a:solidFill>
      </p:bgPr>
    </p:bg>
    <p:spTree>
      <p:nvGrpSpPr>
        <p:cNvPr id="1" name=""/>
        <p:cNvGrpSpPr/>
        <p:nvPr/>
      </p:nvGrpSpPr>
      <p:grpSpPr>
        <a:xfrm xmlns:a="http://schemas.openxmlformats.org/drawingml/2006/main"/>
      </p:grpSpPr>
      <p:sp>
        <p:nvSpPr>
          <p:cNvPr id="15" name="Skills + MCP Events">
            <a:extLst xmlns:a="http://schemas.openxmlformats.org/drawingml/2006/main">
              <a:ext uri="{FF2B5EF4-FFF2-40B4-BE49-F238E27FC236}">
                <a16:creationId xmlns:a16="http://schemas.microsoft.com/office/drawing/2014/main" id="{A0F5F8CB-E1B6-4F08-B626-B83334BFC997}"/>
              </a:ext>
            </a:extLst>
          </p:cNvPr>
          <p:cNvSpPr>
            <a:spLocks xmlns:a="http://schemas.openxmlformats.org/drawingml/2006/main" noGrp="1"/>
          </p:cNvSpPr>
          <p:nvPr/>
        </p:nvSpPr>
        <p:spPr>
          <a:xfrm xmlns:a="http://schemas.openxmlformats.org/drawingml/2006/main">
            <a:off x="504825" y="257175"/>
            <a:ext cx="6286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a:solidFill>
                  <a:srgbClr val="687568"/>
                </a:solidFill>
                <a:latin typeface="Pretendard"/>
                <a:ea typeface="Pretendard"/>
                <a:cs typeface="Pretendard"/>
              </a:defRPr>
            </a:defPPr>
          </a:lstStyle>
          <a:p xmlns:a="http://schemas.openxmlformats.org/drawingml/2006/main">
            <a:pPr algn="l">
              <a:defRPr sz="1050">
                <a:solidFill>
                  <a:srgbClr val="687568"/>
                </a:solidFill>
                <a:latin typeface="Pretendard"/>
                <a:ea typeface="Pretendard"/>
                <a:cs typeface="Pretendard"/>
              </a:defRPr>
            </a:pPr>
            <a:r>
              <a:rPr sz="1050">
                <a:solidFill>
                  <a:srgbClr val="687568"/>
                </a:solidFill>
                <a:latin typeface="Pretendard"/>
                <a:ea typeface="Pretendard"/>
                <a:cs typeface="Pretendard"/>
              </a:rPr>
              <a:t>Skills + MCP Events</a:t>
            </a:r>
          </a:p>
        </p:txBody>
      </p:sp>
      <p:sp>
        <p:nvSpPr>
          <p:cNvPr id="2" name="기록이 바뀌면, 확인할 일로">
            <a:extLst xmlns:a="http://schemas.openxmlformats.org/drawingml/2006/main">
              <a:ext uri="{FF2B5EF4-FFF2-40B4-BE49-F238E27FC236}">
                <a16:creationId xmlns:a16="http://schemas.microsoft.com/office/drawing/2014/main" id="{7E2390C0-22FD-4E89-B73E-F24E62C30750}"/>
              </a:ext>
            </a:extLst>
          </p:cNvPr>
          <p:cNvSpPr>
            <a:spLocks xmlns:a="http://schemas.openxmlformats.org/drawingml/2006/main" noGrp="1"/>
          </p:cNvSpPr>
          <p:nvPr/>
        </p:nvSpPr>
        <p:spPr>
          <a:xfrm xmlns:a="http://schemas.openxmlformats.org/drawingml/2006/main">
            <a:off x="476250" y="628650"/>
            <a:ext cx="82486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000" b="1">
                <a:solidFill>
                  <a:srgbClr val="183E35"/>
                </a:solidFill>
                <a:latin typeface="Pretendard"/>
                <a:ea typeface="Pretendard"/>
                <a:cs typeface="Pretendard"/>
              </a:defRPr>
            </a:defPPr>
          </a:lstStyle>
          <a:p xmlns:a="http://schemas.openxmlformats.org/drawingml/2006/main">
            <a:pPr algn="l">
              <a:defRPr sz="3000" b="1">
                <a:solidFill>
                  <a:srgbClr val="183E35"/>
                </a:solidFill>
                <a:latin typeface="Pretendard"/>
                <a:ea typeface="Pretendard"/>
                <a:cs typeface="Pretendard"/>
              </a:defRPr>
            </a:pPr>
            <a:r>
              <a:rPr sz="3000" b="1">
                <a:solidFill>
                  <a:srgbClr val="183E35"/>
                </a:solidFill>
                <a:latin typeface="Pretendard"/>
                <a:ea typeface="Pretendard"/>
                <a:cs typeface="Pretendard"/>
              </a:rPr>
              <a:t>기록이 바뀌면, 확인할 일로</a:t>
            </a:r>
          </a:p>
        </p:txBody>
      </p:sp>
      <p:sp>
        <p:nvSpPr>
          <p:cNvPr id="3" name="30">
            <a:extLst xmlns:a="http://schemas.openxmlformats.org/drawingml/2006/main">
              <a:ext uri="{FF2B5EF4-FFF2-40B4-BE49-F238E27FC236}">
                <a16:creationId xmlns:a16="http://schemas.microsoft.com/office/drawing/2014/main" id="{379ADC9B-88BD-4442-BE3C-CCA56E1E664B}"/>
              </a:ext>
            </a:extLst>
          </p:cNvPr>
          <p:cNvSpPr>
            <a:spLocks xmlns:a="http://schemas.openxmlformats.org/drawingml/2006/main" noGrp="1"/>
          </p:cNvSpPr>
          <p:nvPr/>
        </p:nvSpPr>
        <p:spPr>
          <a:xfrm xmlns:a="http://schemas.openxmlformats.org/drawingml/2006/main">
            <a:off x="8534400" y="4781550"/>
            <a:ext cx="2952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975" b="0">
                <a:solidFill>
                  <a:srgbClr val="687568"/>
                </a:solidFill>
                <a:latin typeface="Pretendard"/>
                <a:ea typeface="Pretendard"/>
                <a:cs typeface="Pretendard"/>
              </a:defRPr>
            </a:defPPr>
          </a:lstStyle>
          <a:p xmlns:a="http://schemas.openxmlformats.org/drawingml/2006/main">
            <a:pPr algn="r">
              <a:defRPr sz="975" b="0">
                <a:solidFill>
                  <a:srgbClr val="687568"/>
                </a:solidFill>
                <a:latin typeface="Pretendard"/>
                <a:ea typeface="Pretendard"/>
                <a:cs typeface="Pretendard"/>
              </a:defRPr>
            </a:pPr>
            <a:r>
              <a:rPr sz="975" b="0">
                <a:solidFill>
                  <a:srgbClr val="687568"/>
                </a:solidFill>
                <a:latin typeface="Pretendard"/>
                <a:ea typeface="Pretendard"/>
                <a:cs typeface="Pretendard"/>
              </a:rPr>
              <a:t>30</a:t>
            </a:r>
          </a:p>
        </p:txBody>
      </p:sp>
      <p:pic>
        <p:nvPicPr>
          <p:cNvPr id="4" name="">
            <a:extLst xmlns:a="http://schemas.openxmlformats.org/drawingml/2006/main">
              <a:ext uri="{FF2B5EF4-FFF2-40B4-BE49-F238E27FC236}">
                <a16:creationId xmlns:a16="http://schemas.microsoft.com/office/drawing/2014/main" id="{EF9396E2-6C11-4991-85F5-1D6CA525EBED}"/>
              </a:ext>
            </a:extLst>
          </p:cNvPr>
          <p:cNvPicPr>
            <a:picLocks xmlns:a="http://schemas.openxmlformats.org/drawingml/2006/main" noChangeAspect="1"/>
          </p:cNvPicPr>
          <p:nvPr/>
        </p:nvPicPr>
        <p:blipFill>
          <a:blip xmlns:r="http://schemas.openxmlformats.org/officeDocument/2006/relationships" xmlns:a="http://schemas.openxmlformats.org/drawingml/2006/main" r:embed="Ra2086d9e9c974da0"/>
          <a:stretch xmlns:a="http://schemas.openxmlformats.org/drawingml/2006/main"/>
        </p:blipFill>
        <p:spPr>
          <a:xfrm xmlns:a="http://schemas.openxmlformats.org/drawingml/2006/main">
            <a:off x="1257300" y="1685925"/>
            <a:ext cx="962025" cy="962025"/>
          </a:xfrm>
          <a:prstGeom xmlns:a="http://schemas.openxmlformats.org/drawingml/2006/main" prst="rect">
            <a:avLst/>
          </a:prstGeom>
        </p:spPr>
      </p:pic>
      <p:sp>
        <p:nvSpPr>
          <p:cNvPr id="5" name="자료 변화">
            <a:extLst xmlns:a="http://schemas.openxmlformats.org/drawingml/2006/main">
              <a:ext uri="{FF2B5EF4-FFF2-40B4-BE49-F238E27FC236}">
                <a16:creationId xmlns:a16="http://schemas.microsoft.com/office/drawing/2014/main" id="{9CDF9301-8A8A-4A5A-9ABD-233FC52FAC96}"/>
              </a:ext>
            </a:extLst>
          </p:cNvPr>
          <p:cNvSpPr>
            <a:spLocks xmlns:a="http://schemas.openxmlformats.org/drawingml/2006/main" noGrp="1"/>
          </p:cNvSpPr>
          <p:nvPr/>
        </p:nvSpPr>
        <p:spPr>
          <a:xfrm xmlns:a="http://schemas.openxmlformats.org/drawingml/2006/main">
            <a:off x="581025" y="3105150"/>
            <a:ext cx="25146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175" b="1">
                <a:solidFill>
                  <a:srgbClr val="183E35"/>
                </a:solidFill>
                <a:latin typeface="Pretendard"/>
                <a:ea typeface="Pretendard"/>
                <a:cs typeface="Pretendard"/>
              </a:defRPr>
            </a:defPPr>
          </a:lstStyle>
          <a:p xmlns:a="http://schemas.openxmlformats.org/drawingml/2006/main">
            <a:pPr algn="ctr">
              <a:defRPr sz="2175" b="1">
                <a:solidFill>
                  <a:srgbClr val="183E35"/>
                </a:solidFill>
                <a:latin typeface="Pretendard"/>
                <a:ea typeface="Pretendard"/>
                <a:cs typeface="Pretendard"/>
              </a:defRPr>
            </a:pPr>
            <a:r>
              <a:rPr sz="2175" b="1">
                <a:solidFill>
                  <a:srgbClr val="183E35"/>
                </a:solidFill>
                <a:latin typeface="Pretendard"/>
                <a:ea typeface="Pretendard"/>
                <a:cs typeface="Pretendard"/>
              </a:rPr>
              <a:t>자료 변화</a:t>
            </a:r>
          </a:p>
        </p:txBody>
      </p:sp>
      <p:sp>
        <p:nvSpPr>
          <p:cNvPr id="6" name="비교 기록">
            <a:extLst xmlns:a="http://schemas.openxmlformats.org/drawingml/2006/main">
              <a:ext uri="{FF2B5EF4-FFF2-40B4-BE49-F238E27FC236}">
                <a16:creationId xmlns:a16="http://schemas.microsoft.com/office/drawing/2014/main" id="{0BC7A5F3-BEC6-4019-95DB-C7B9E0BB0783}"/>
              </a:ext>
            </a:extLst>
          </p:cNvPr>
          <p:cNvSpPr>
            <a:spLocks xmlns:a="http://schemas.openxmlformats.org/drawingml/2006/main" noGrp="1"/>
          </p:cNvSpPr>
          <p:nvPr/>
        </p:nvSpPr>
        <p:spPr>
          <a:xfrm xmlns:a="http://schemas.openxmlformats.org/drawingml/2006/main">
            <a:off x="581025" y="3790950"/>
            <a:ext cx="2514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575">
                <a:solidFill>
                  <a:srgbClr val="687568"/>
                </a:solidFill>
                <a:latin typeface="Pretendard"/>
                <a:ea typeface="Pretendard"/>
                <a:cs typeface="Pretendard"/>
              </a:defRPr>
            </a:defPPr>
          </a:lstStyle>
          <a:p xmlns:a="http://schemas.openxmlformats.org/drawingml/2006/main">
            <a:pPr algn="ctr">
              <a:defRPr sz="1575">
                <a:solidFill>
                  <a:srgbClr val="687568"/>
                </a:solidFill>
                <a:latin typeface="Pretendard"/>
                <a:ea typeface="Pretendard"/>
                <a:cs typeface="Pretendard"/>
              </a:defRPr>
            </a:pPr>
            <a:r>
              <a:rPr sz="1575">
                <a:solidFill>
                  <a:srgbClr val="687568"/>
                </a:solidFill>
                <a:latin typeface="Pretendard"/>
                <a:ea typeface="Pretendard"/>
                <a:cs typeface="Pretendard"/>
              </a:rPr>
              <a:t>비교 기록</a:t>
            </a:r>
          </a:p>
        </p:txBody>
      </p:sp>
      <p:sp>
        <p:nvSpPr>
          <p:cNvPr id="7" name="">
            <a:extLst xmlns:a="http://schemas.openxmlformats.org/drawingml/2006/main">
              <a:ext uri="{FF2B5EF4-FFF2-40B4-BE49-F238E27FC236}">
                <a16:creationId xmlns:a16="http://schemas.microsoft.com/office/drawing/2014/main" id="{36C8565B-6E35-4987-A9D2-1E7AA9805411}"/>
              </a:ext>
            </a:extLst>
          </p:cNvPr>
          <p:cNvSpPr>
            <a:spLocks xmlns:a="http://schemas.openxmlformats.org/drawingml/2006/main" noGrp="1"/>
          </p:cNvSpPr>
          <p:nvPr/>
        </p:nvSpPr>
        <p:spPr>
          <a:xfrm xmlns:a="http://schemas.openxmlformats.org/drawingml/2006/main">
            <a:off x="3086100" y="2133600"/>
            <a:ext cx="323850" cy="133350"/>
          </a:xfrm>
          <a:prstGeom xmlns:a="http://schemas.openxmlformats.org/drawingml/2006/main" prst="rightArrow">
            <a:avLst/>
          </a:prstGeom>
          <a:solidFill xmlns:a="http://schemas.openxmlformats.org/drawingml/2006/main">
            <a:srgbClr val="567D89"/>
          </a:solidFill>
          <a:ln xmlns:a="http://schemas.openxmlformats.org/drawingml/2006/main" w="0">
            <a:noFill/>
          </a:ln>
        </p:spPr>
      </p:sp>
      <p:pic>
        <p:nvPicPr>
          <p:cNvPr id="8" name="">
            <a:extLst xmlns:a="http://schemas.openxmlformats.org/drawingml/2006/main">
              <a:ext uri="{FF2B5EF4-FFF2-40B4-BE49-F238E27FC236}">
                <a16:creationId xmlns:a16="http://schemas.microsoft.com/office/drawing/2014/main" id="{6A72883A-20F1-4E2B-B64B-9696B155F465}"/>
              </a:ext>
            </a:extLst>
          </p:cNvPr>
          <p:cNvPicPr>
            <a:picLocks xmlns:a="http://schemas.openxmlformats.org/drawingml/2006/main" noChangeAspect="1"/>
          </p:cNvPicPr>
          <p:nvPr/>
        </p:nvPicPr>
        <p:blipFill>
          <a:blip xmlns:r="http://schemas.openxmlformats.org/officeDocument/2006/relationships" xmlns:a="http://schemas.openxmlformats.org/drawingml/2006/main" r:embed="R164aa338e7854db6"/>
          <a:stretch xmlns:a="http://schemas.openxmlformats.org/drawingml/2006/main"/>
        </p:blipFill>
        <p:spPr>
          <a:xfrm xmlns:a="http://schemas.openxmlformats.org/drawingml/2006/main">
            <a:off x="4105275" y="1685925"/>
            <a:ext cx="962025" cy="962025"/>
          </a:xfrm>
          <a:prstGeom xmlns:a="http://schemas.openxmlformats.org/drawingml/2006/main" prst="rect">
            <a:avLst/>
          </a:prstGeom>
        </p:spPr>
      </p:pic>
      <p:sp>
        <p:nvSpPr>
          <p:cNvPr id="9" name="outbox">
            <a:extLst xmlns:a="http://schemas.openxmlformats.org/drawingml/2006/main">
              <a:ext uri="{FF2B5EF4-FFF2-40B4-BE49-F238E27FC236}">
                <a16:creationId xmlns:a16="http://schemas.microsoft.com/office/drawing/2014/main" id="{BCCB3AF6-792F-42DB-BE0E-0E8E477F7240}"/>
              </a:ext>
            </a:extLst>
          </p:cNvPr>
          <p:cNvSpPr>
            <a:spLocks xmlns:a="http://schemas.openxmlformats.org/drawingml/2006/main" noGrp="1"/>
          </p:cNvSpPr>
          <p:nvPr/>
        </p:nvSpPr>
        <p:spPr>
          <a:xfrm xmlns:a="http://schemas.openxmlformats.org/drawingml/2006/main">
            <a:off x="3429000" y="3105150"/>
            <a:ext cx="25146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175" b="1">
                <a:solidFill>
                  <a:srgbClr val="183E35"/>
                </a:solidFill>
                <a:latin typeface="Pretendard"/>
                <a:ea typeface="Pretendard"/>
                <a:cs typeface="Pretendard"/>
              </a:defRPr>
            </a:defPPr>
          </a:lstStyle>
          <a:p xmlns:a="http://schemas.openxmlformats.org/drawingml/2006/main">
            <a:pPr algn="ctr">
              <a:defRPr sz="2175" b="1">
                <a:solidFill>
                  <a:srgbClr val="183E35"/>
                </a:solidFill>
                <a:latin typeface="Pretendard"/>
                <a:ea typeface="Pretendard"/>
                <a:cs typeface="Pretendard"/>
              </a:defRPr>
            </a:pPr>
            <a:r>
              <a:rPr sz="2175" b="1">
                <a:solidFill>
                  <a:srgbClr val="183E35"/>
                </a:solidFill>
                <a:latin typeface="Pretendard"/>
                <a:ea typeface="Pretendard"/>
                <a:cs typeface="Pretendard"/>
              </a:rPr>
              <a:t>outbox</a:t>
            </a:r>
          </a:p>
        </p:txBody>
      </p:sp>
      <p:sp>
        <p:nvSpPr>
          <p:cNvPr id="10" name="이벤트 기록">
            <a:extLst xmlns:a="http://schemas.openxmlformats.org/drawingml/2006/main">
              <a:ext uri="{FF2B5EF4-FFF2-40B4-BE49-F238E27FC236}">
                <a16:creationId xmlns:a16="http://schemas.microsoft.com/office/drawing/2014/main" id="{0E8DDC7A-32B8-4B6A-B580-B077B63F3DB2}"/>
              </a:ext>
            </a:extLst>
          </p:cNvPr>
          <p:cNvSpPr>
            <a:spLocks xmlns:a="http://schemas.openxmlformats.org/drawingml/2006/main" noGrp="1"/>
          </p:cNvSpPr>
          <p:nvPr/>
        </p:nvSpPr>
        <p:spPr>
          <a:xfrm xmlns:a="http://schemas.openxmlformats.org/drawingml/2006/main">
            <a:off x="3429000" y="3790950"/>
            <a:ext cx="2514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575">
                <a:solidFill>
                  <a:srgbClr val="687568"/>
                </a:solidFill>
                <a:latin typeface="Pretendard"/>
                <a:ea typeface="Pretendard"/>
                <a:cs typeface="Pretendard"/>
              </a:defRPr>
            </a:defPPr>
          </a:lstStyle>
          <a:p xmlns:a="http://schemas.openxmlformats.org/drawingml/2006/main">
            <a:pPr algn="ctr">
              <a:defRPr sz="1575">
                <a:solidFill>
                  <a:srgbClr val="687568"/>
                </a:solidFill>
                <a:latin typeface="Pretendard"/>
                <a:ea typeface="Pretendard"/>
                <a:cs typeface="Pretendard"/>
              </a:defRPr>
            </a:pPr>
            <a:r>
              <a:rPr sz="1575">
                <a:solidFill>
                  <a:srgbClr val="687568"/>
                </a:solidFill>
                <a:latin typeface="Pretendard"/>
                <a:ea typeface="Pretendard"/>
                <a:cs typeface="Pretendard"/>
              </a:rPr>
              <a:t>이벤트 기록</a:t>
            </a:r>
          </a:p>
        </p:txBody>
      </p:sp>
      <p:sp>
        <p:nvSpPr>
          <p:cNvPr id="11" name="">
            <a:extLst xmlns:a="http://schemas.openxmlformats.org/drawingml/2006/main">
              <a:ext uri="{FF2B5EF4-FFF2-40B4-BE49-F238E27FC236}">
                <a16:creationId xmlns:a16="http://schemas.microsoft.com/office/drawing/2014/main" id="{F8805336-C47E-428A-B5A4-1697D3BE1AD8}"/>
              </a:ext>
            </a:extLst>
          </p:cNvPr>
          <p:cNvSpPr>
            <a:spLocks xmlns:a="http://schemas.openxmlformats.org/drawingml/2006/main" noGrp="1"/>
          </p:cNvSpPr>
          <p:nvPr/>
        </p:nvSpPr>
        <p:spPr>
          <a:xfrm xmlns:a="http://schemas.openxmlformats.org/drawingml/2006/main">
            <a:off x="5934075" y="2133600"/>
            <a:ext cx="323850" cy="133350"/>
          </a:xfrm>
          <a:prstGeom xmlns:a="http://schemas.openxmlformats.org/drawingml/2006/main" prst="rightArrow">
            <a:avLst/>
          </a:prstGeom>
          <a:solidFill xmlns:a="http://schemas.openxmlformats.org/drawingml/2006/main">
            <a:srgbClr val="729690"/>
          </a:solidFill>
          <a:ln xmlns:a="http://schemas.openxmlformats.org/drawingml/2006/main" w="0">
            <a:noFill/>
          </a:ln>
        </p:spPr>
      </p:sp>
      <p:pic>
        <p:nvPicPr>
          <p:cNvPr id="12" name="">
            <a:extLst xmlns:a="http://schemas.openxmlformats.org/drawingml/2006/main">
              <a:ext uri="{FF2B5EF4-FFF2-40B4-BE49-F238E27FC236}">
                <a16:creationId xmlns:a16="http://schemas.microsoft.com/office/drawing/2014/main" id="{7913B934-066E-4199-A71F-C683C1C7450C}"/>
              </a:ext>
            </a:extLst>
          </p:cNvPr>
          <p:cNvPicPr>
            <a:picLocks xmlns:a="http://schemas.openxmlformats.org/drawingml/2006/main" noChangeAspect="1"/>
          </p:cNvPicPr>
          <p:nvPr/>
        </p:nvPicPr>
        <p:blipFill>
          <a:blip xmlns:r="http://schemas.openxmlformats.org/officeDocument/2006/relationships" xmlns:a="http://schemas.openxmlformats.org/drawingml/2006/main" r:embed="R0e2308609ee547c6"/>
          <a:stretch xmlns:a="http://schemas.openxmlformats.org/drawingml/2006/main"/>
        </p:blipFill>
        <p:spPr>
          <a:xfrm xmlns:a="http://schemas.openxmlformats.org/drawingml/2006/main">
            <a:off x="6953250" y="1685925"/>
            <a:ext cx="962025" cy="962025"/>
          </a:xfrm>
          <a:prstGeom xmlns:a="http://schemas.openxmlformats.org/drawingml/2006/main" prst="rect">
            <a:avLst/>
          </a:prstGeom>
        </p:spPr>
      </p:pic>
      <p:sp>
        <p:nvSpPr>
          <p:cNvPr id="13" name="ChatGPT">
            <a:extLst xmlns:a="http://schemas.openxmlformats.org/drawingml/2006/main">
              <a:ext uri="{FF2B5EF4-FFF2-40B4-BE49-F238E27FC236}">
                <a16:creationId xmlns:a16="http://schemas.microsoft.com/office/drawing/2014/main" id="{F747B848-F775-41F5-B311-257A1B460C27}"/>
              </a:ext>
            </a:extLst>
          </p:cNvPr>
          <p:cNvSpPr>
            <a:spLocks xmlns:a="http://schemas.openxmlformats.org/drawingml/2006/main" noGrp="1"/>
          </p:cNvSpPr>
          <p:nvPr/>
        </p:nvSpPr>
        <p:spPr>
          <a:xfrm xmlns:a="http://schemas.openxmlformats.org/drawingml/2006/main">
            <a:off x="6276975" y="3105150"/>
            <a:ext cx="25146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175" b="1">
                <a:solidFill>
                  <a:srgbClr val="183E35"/>
                </a:solidFill>
                <a:latin typeface="Pretendard"/>
                <a:ea typeface="Pretendard"/>
                <a:cs typeface="Pretendard"/>
              </a:defRPr>
            </a:defPPr>
          </a:lstStyle>
          <a:p xmlns:a="http://schemas.openxmlformats.org/drawingml/2006/main">
            <a:pPr algn="ctr">
              <a:defRPr sz="2175" b="1">
                <a:solidFill>
                  <a:srgbClr val="183E35"/>
                </a:solidFill>
                <a:latin typeface="Pretendard"/>
                <a:ea typeface="Pretendard"/>
                <a:cs typeface="Pretendard"/>
              </a:defRPr>
            </a:pPr>
            <a:r>
              <a:rPr sz="2175" b="1">
                <a:solidFill>
                  <a:srgbClr val="183E35"/>
                </a:solidFill>
                <a:latin typeface="Pretendard"/>
                <a:ea typeface="Pretendard"/>
                <a:cs typeface="Pretendard"/>
              </a:rPr>
              <a:t>ChatGPT</a:t>
            </a:r>
          </a:p>
        </p:txBody>
      </p:sp>
      <p:sp>
        <p:nvSpPr>
          <p:cNvPr id="14" name="확인할 일">
            <a:extLst xmlns:a="http://schemas.openxmlformats.org/drawingml/2006/main">
              <a:ext uri="{FF2B5EF4-FFF2-40B4-BE49-F238E27FC236}">
                <a16:creationId xmlns:a16="http://schemas.microsoft.com/office/drawing/2014/main" id="{398B79FD-AC23-4930-8BBF-78FC80432274}"/>
              </a:ext>
            </a:extLst>
          </p:cNvPr>
          <p:cNvSpPr>
            <a:spLocks xmlns:a="http://schemas.openxmlformats.org/drawingml/2006/main" noGrp="1"/>
          </p:cNvSpPr>
          <p:nvPr/>
        </p:nvSpPr>
        <p:spPr>
          <a:xfrm xmlns:a="http://schemas.openxmlformats.org/drawingml/2006/main">
            <a:off x="6276975" y="3790950"/>
            <a:ext cx="2514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575">
                <a:solidFill>
                  <a:srgbClr val="687568"/>
                </a:solidFill>
                <a:latin typeface="Pretendard"/>
                <a:ea typeface="Pretendard"/>
                <a:cs typeface="Pretendard"/>
              </a:defRPr>
            </a:defPPr>
          </a:lstStyle>
          <a:p xmlns:a="http://schemas.openxmlformats.org/drawingml/2006/main">
            <a:pPr algn="ctr">
              <a:defRPr sz="1575">
                <a:solidFill>
                  <a:srgbClr val="687568"/>
                </a:solidFill>
                <a:latin typeface="Pretendard"/>
                <a:ea typeface="Pretendard"/>
                <a:cs typeface="Pretendard"/>
              </a:defRPr>
            </a:pPr>
            <a:r>
              <a:rPr sz="1575">
                <a:solidFill>
                  <a:srgbClr val="687568"/>
                </a:solidFill>
                <a:latin typeface="Pretendard"/>
                <a:ea typeface="Pretendard"/>
                <a:cs typeface="Pretendard"/>
              </a:rPr>
              <a:t>확인할 일</a:t>
            </a:r>
          </a:p>
        </p:txBody>
      </p:sp>
    </p:spTree>
    <p:extLst>
      <p:ext uri="{BB962C8B-B14F-4D97-AF65-F5344CB8AC3E}">
        <p14:creationId xmlns:p14="http://schemas.microsoft.com/office/powerpoint/2010/main" val="2084481147"/>
      </p:ext>
    </p:extLst>
  </p:cSld>
</p:sld>
</file>

<file path=ppt/slides/slide31.xml><?xml version="1.0" encoding="utf-8"?>
<p:sld xmlns:p="http://schemas.openxmlformats.org/presentationml/2006/main">
  <p:cSld>
    <p:bg>
      <p:bgPr>
        <a:solidFill xmlns:a="http://schemas.openxmlformats.org/drawingml/2006/main">
          <a:srgbClr val="183E35"/>
        </a:solidFill>
      </p:bgPr>
    </p:bg>
    <p:spTree>
      <p:nvGrpSpPr>
        <p:cNvPr id="1" name=""/>
        <p:cNvGrpSpPr/>
        <p:nvPr/>
      </p:nvGrpSpPr>
      <p:grpSpPr>
        <a:xfrm xmlns:a="http://schemas.openxmlformats.org/drawingml/2006/main"/>
      </p:grpSpPr>
      <p:sp>
        <p:nvSpPr>
          <p:cNvPr id="4" name="명문가">
            <a:extLst xmlns:a="http://schemas.openxmlformats.org/drawingml/2006/main">
              <a:ext uri="{FF2B5EF4-FFF2-40B4-BE49-F238E27FC236}">
                <a16:creationId xmlns:a16="http://schemas.microsoft.com/office/drawing/2014/main" id="{F8CB9C3A-1DE5-4B86-A2E1-8B32BAC5FDD2}"/>
              </a:ext>
            </a:extLst>
          </p:cNvPr>
          <p:cNvSpPr>
            <a:spLocks xmlns:a="http://schemas.openxmlformats.org/drawingml/2006/main" noGrp="1"/>
          </p:cNvSpPr>
          <p:nvPr/>
        </p:nvSpPr>
        <p:spPr>
          <a:xfrm xmlns:a="http://schemas.openxmlformats.org/drawingml/2006/main">
            <a:off x="561975" y="876300"/>
            <a:ext cx="7915275"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5175" b="1">
                <a:solidFill>
                  <a:srgbClr val="F5F2E9"/>
                </a:solidFill>
                <a:latin typeface="Noto Serif KR"/>
                <a:ea typeface="Noto Serif KR"/>
                <a:cs typeface="Noto Serif KR"/>
              </a:defRPr>
            </a:defPPr>
          </a:lstStyle>
          <a:p xmlns:a="http://schemas.openxmlformats.org/drawingml/2006/main">
            <a:pPr algn="l">
              <a:defRPr sz="5175" b="1">
                <a:solidFill>
                  <a:srgbClr val="F5F2E9"/>
                </a:solidFill>
                <a:latin typeface="Noto Serif KR"/>
                <a:ea typeface="Noto Serif KR"/>
                <a:cs typeface="Noto Serif KR"/>
              </a:defRPr>
            </a:pPr>
            <a:r>
              <a:rPr sz="5175" b="1">
                <a:solidFill>
                  <a:srgbClr val="F5F2E9"/>
                </a:solidFill>
                <a:latin typeface="Noto Serif KR"/>
                <a:ea typeface="Noto Serif KR"/>
                <a:cs typeface="Noto Serif KR"/>
              </a:rPr>
              <a:t>명문가</a:t>
            </a:r>
          </a:p>
        </p:txBody>
      </p:sp>
      <p:sp>
        <p:nvSpPr>
          <p:cNvPr id="2" name="감사합니다">
            <a:extLst xmlns:a="http://schemas.openxmlformats.org/drawingml/2006/main">
              <a:ext uri="{FF2B5EF4-FFF2-40B4-BE49-F238E27FC236}">
                <a16:creationId xmlns:a16="http://schemas.microsoft.com/office/drawing/2014/main" id="{7BBFF1D6-8170-4AFE-8648-A4F4B8E23F61}"/>
              </a:ext>
            </a:extLst>
          </p:cNvPr>
          <p:cNvSpPr>
            <a:spLocks xmlns:a="http://schemas.openxmlformats.org/drawingml/2006/main" noGrp="1"/>
          </p:cNvSpPr>
          <p:nvPr/>
        </p:nvSpPr>
        <p:spPr>
          <a:xfrm xmlns:a="http://schemas.openxmlformats.org/drawingml/2006/main">
            <a:off x="619125" y="2847975"/>
            <a:ext cx="7991475"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4650" b="1">
                <a:solidFill>
                  <a:srgbClr val="F5F2E9"/>
                </a:solidFill>
                <a:latin typeface="Pretendard"/>
                <a:ea typeface="Pretendard"/>
                <a:cs typeface="Pretendard"/>
              </a:defRPr>
            </a:defPPr>
          </a:lstStyle>
          <a:p xmlns:a="http://schemas.openxmlformats.org/drawingml/2006/main">
            <a:pPr algn="l">
              <a:defRPr sz="4650" b="1">
                <a:solidFill>
                  <a:srgbClr val="F5F2E9"/>
                </a:solidFill>
                <a:latin typeface="Pretendard"/>
                <a:ea typeface="Pretendard"/>
                <a:cs typeface="Pretendard"/>
              </a:defRPr>
            </a:pPr>
            <a:r>
              <a:rPr sz="4650" b="1">
                <a:solidFill>
                  <a:srgbClr val="F5F2E9"/>
                </a:solidFill>
                <a:latin typeface="Pretendard"/>
                <a:ea typeface="Pretendard"/>
                <a:cs typeface="Pretendard"/>
              </a:rPr>
              <a:t>감사합니다</a:t>
            </a:r>
          </a:p>
        </p:txBody>
      </p:sp>
      <p:sp>
        <p:nvSpPr>
          <p:cNvPr id="3" name="Q&amp;A">
            <a:extLst xmlns:a="http://schemas.openxmlformats.org/drawingml/2006/main">
              <a:ext uri="{FF2B5EF4-FFF2-40B4-BE49-F238E27FC236}">
                <a16:creationId xmlns:a16="http://schemas.microsoft.com/office/drawing/2014/main" id="{0F40981E-91DB-47CA-A27B-303470A557DD}"/>
              </a:ext>
            </a:extLst>
          </p:cNvPr>
          <p:cNvSpPr>
            <a:spLocks xmlns:a="http://schemas.openxmlformats.org/drawingml/2006/main" noGrp="1"/>
          </p:cNvSpPr>
          <p:nvPr/>
        </p:nvSpPr>
        <p:spPr>
          <a:xfrm xmlns:a="http://schemas.openxmlformats.org/drawingml/2006/main">
            <a:off x="638175" y="3952875"/>
            <a:ext cx="776287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475" b="0">
                <a:solidFill>
                  <a:srgbClr val="BDCFCA"/>
                </a:solidFill>
                <a:latin typeface="Pretendard"/>
                <a:ea typeface="Pretendard"/>
                <a:cs typeface="Pretendard"/>
              </a:defRPr>
            </a:defPPr>
          </a:lstStyle>
          <a:p xmlns:a="http://schemas.openxmlformats.org/drawingml/2006/main">
            <a:pPr algn="l">
              <a:defRPr sz="2475" b="0">
                <a:solidFill>
                  <a:srgbClr val="BDCFCA"/>
                </a:solidFill>
                <a:latin typeface="Pretendard"/>
                <a:ea typeface="Pretendard"/>
                <a:cs typeface="Pretendard"/>
              </a:defRPr>
            </a:pPr>
            <a:r>
              <a:rPr sz="2475" b="0">
                <a:solidFill>
                  <a:srgbClr val="BDCFCA"/>
                </a:solidFill>
                <a:latin typeface="Pretendard"/>
                <a:ea typeface="Pretendard"/>
                <a:cs typeface="Pretendard"/>
              </a:rPr>
              <a:t>Q&amp;A</a:t>
            </a:r>
          </a:p>
        </p:txBody>
      </p:sp>
    </p:spTree>
    <p:extLst>
      <p:ext uri="{BB962C8B-B14F-4D97-AF65-F5344CB8AC3E}">
        <p14:creationId xmlns:p14="http://schemas.microsoft.com/office/powerpoint/2010/main" val="131246787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2026-10-09T04:47:31.8020000Z</dcterms:created>
  <dcterms:modified xsi:type="dcterms:W3CDTF">2026-10-09T04:47:31.8030000Z</dcterms:modified>
</coreProperties>
</file>