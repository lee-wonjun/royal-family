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slides/charts/chart1.xml" ContentType="application/vnd.openxmlformats-officedocument.drawingml.chart+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093f6228678409a" /><Relationship Type="http://schemas.openxmlformats.org/officeDocument/2006/relationships/extended-properties" Target="/docProps/app.xml" Id="R39b4dd81d85f4e9f" /><Relationship Type="http://schemas.openxmlformats.org/officeDocument/2006/relationships/officeDocument" Target="/ppt/presentation.xml" Id="R847b288919864f8c" /></Relationships>
</file>

<file path=ppt/presentation.xml><?xml version="1.0" encoding="utf-8"?>
<p:presentation xmlns:p="http://schemas.openxmlformats.org/presentationml/2006/main">
  <p:sldMasterIdLst>
    <p:sldMasterId xmlns:r="http://schemas.openxmlformats.org/officeDocument/2006/relationships" id="2147483648" r:id="Re2cd8a3995cb4dd3"/>
  </p:sldMasterIdLst>
  <p:notesMasterIdLst>
    <p:notesMasterId xmlns:r="http://schemas.openxmlformats.org/officeDocument/2006/relationships" r:id="Rc4616b69482c434a"/>
  </p:notesMasterIdLst>
  <p:sldIdLst>
    <p:sldId xmlns:r="http://schemas.openxmlformats.org/officeDocument/2006/relationships" id="256" r:id="R85cf8ace332f4607"/>
    <p:sldId xmlns:r="http://schemas.openxmlformats.org/officeDocument/2006/relationships" id="257" r:id="R8a925b7cf7c44f5b"/>
    <p:sldId xmlns:r="http://schemas.openxmlformats.org/officeDocument/2006/relationships" id="258" r:id="R48012edf7c9044fd"/>
    <p:sldId xmlns:r="http://schemas.openxmlformats.org/officeDocument/2006/relationships" id="259" r:id="R075e3b79ab5441a9"/>
    <p:sldId xmlns:r="http://schemas.openxmlformats.org/officeDocument/2006/relationships" id="260" r:id="Rd3cb6df811b84ba6"/>
    <p:sldId xmlns:r="http://schemas.openxmlformats.org/officeDocument/2006/relationships" id="261" r:id="Rb127039749a1453a"/>
    <p:sldId xmlns:r="http://schemas.openxmlformats.org/officeDocument/2006/relationships" id="262" r:id="Rb2a1a4627db64581"/>
    <p:sldId xmlns:r="http://schemas.openxmlformats.org/officeDocument/2006/relationships" id="263" r:id="Rb7cfbb1f45d54960"/>
    <p:sldId xmlns:r="http://schemas.openxmlformats.org/officeDocument/2006/relationships" id="264" r:id="R904d458cd88f4c10"/>
    <p:sldId xmlns:r="http://schemas.openxmlformats.org/officeDocument/2006/relationships" id="265" r:id="R2a6ef6d2df81423d"/>
    <p:sldId xmlns:r="http://schemas.openxmlformats.org/officeDocument/2006/relationships" id="266" r:id="R1df4eee8dda142eb"/>
    <p:sldId xmlns:r="http://schemas.openxmlformats.org/officeDocument/2006/relationships" id="267" r:id="R9af3dc37243d4a9e"/>
    <p:sldId xmlns:r="http://schemas.openxmlformats.org/officeDocument/2006/relationships" id="268" r:id="R2fc3bdc80ed24b42"/>
    <p:sldId xmlns:r="http://schemas.openxmlformats.org/officeDocument/2006/relationships" id="269" r:id="R06baeeccd504405d"/>
    <p:sldId xmlns:r="http://schemas.openxmlformats.org/officeDocument/2006/relationships" id="270" r:id="R08868747a65c4f83"/>
    <p:sldId xmlns:r="http://schemas.openxmlformats.org/officeDocument/2006/relationships" id="271" r:id="R71e6349f71ac4b40"/>
    <p:sldId xmlns:r="http://schemas.openxmlformats.org/officeDocument/2006/relationships" id="272" r:id="R95ae9feea4c84dce"/>
    <p:sldId xmlns:r="http://schemas.openxmlformats.org/officeDocument/2006/relationships" id="273" r:id="R1d09483a7f354966"/>
    <p:sldId xmlns:r="http://schemas.openxmlformats.org/officeDocument/2006/relationships" id="274" r:id="R1fa32325e90b448d"/>
    <p:sldId xmlns:r="http://schemas.openxmlformats.org/officeDocument/2006/relationships" id="275" r:id="R74e0086ffa50469b"/>
    <p:sldId xmlns:r="http://schemas.openxmlformats.org/officeDocument/2006/relationships" id="276" r:id="R08c203fcb99d4ebe"/>
    <p:sldId xmlns:r="http://schemas.openxmlformats.org/officeDocument/2006/relationships" id="277" r:id="Rad66413283324238"/>
    <p:sldId xmlns:r="http://schemas.openxmlformats.org/officeDocument/2006/relationships" id="278" r:id="Rcd2b0590659e4e30"/>
    <p:sldId xmlns:r="http://schemas.openxmlformats.org/officeDocument/2006/relationships" id="279" r:id="Rc443728006794fa6"/>
    <p:sldId xmlns:r="http://schemas.openxmlformats.org/officeDocument/2006/relationships" id="280" r:id="Rc5e3fd755b0f4f88"/>
    <p:sldId xmlns:r="http://schemas.openxmlformats.org/officeDocument/2006/relationships" id="281" r:id="Re2afbd4113a3415c"/>
    <p:sldId xmlns:r="http://schemas.openxmlformats.org/officeDocument/2006/relationships" id="282" r:id="R2b0e066636614c56"/>
    <p:sldId xmlns:r="http://schemas.openxmlformats.org/officeDocument/2006/relationships" id="283" r:id="R28f5cc8633f84c11"/>
    <p:sldId xmlns:r="http://schemas.openxmlformats.org/officeDocument/2006/relationships" id="284" r:id="R0e5a11199f1c43c0"/>
    <p:sldId xmlns:r="http://schemas.openxmlformats.org/officeDocument/2006/relationships" id="285" r:id="R2d516701a14f4d21"/>
  </p:sldIdLst>
  <p:sldSz cx="9144000" cy="5143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36e0ededeb0451e" /><Relationship Type="http://schemas.openxmlformats.org/officeDocument/2006/relationships/slideMaster" Target="/ppt/slideMasters/slideMaster1.xml" Id="Re2cd8a3995cb4dd3" /><Relationship Type="http://schemas.openxmlformats.org/officeDocument/2006/relationships/notesMaster" Target="/ppt/notesMasters/notesMaster1.xml" Id="Rc4616b69482c434a" /><Relationship Type="http://schemas.openxmlformats.org/officeDocument/2006/relationships/presProps" Target="/ppt/presProps.xml" Id="Rcb1bafdd51fc4723" /><Relationship Type="http://schemas.openxmlformats.org/officeDocument/2006/relationships/tableStyles" Target="/ppt/tableStyles.xml" Id="Rcaff3512daf34c33" /><Relationship Type="http://schemas.openxmlformats.org/officeDocument/2006/relationships/slide" Target="/ppt/slides/slide1.xml" Id="R85cf8ace332f4607" /><Relationship Type="http://schemas.openxmlformats.org/officeDocument/2006/relationships/slide" Target="/ppt/slides/slide2.xml" Id="R8a925b7cf7c44f5b" /><Relationship Type="http://schemas.openxmlformats.org/officeDocument/2006/relationships/slide" Target="/ppt/slides/slide3.xml" Id="R48012edf7c9044fd" /><Relationship Type="http://schemas.openxmlformats.org/officeDocument/2006/relationships/slide" Target="/ppt/slides/slide4.xml" Id="R075e3b79ab5441a9" /><Relationship Type="http://schemas.openxmlformats.org/officeDocument/2006/relationships/slide" Target="/ppt/slides/slide5.xml" Id="Rd3cb6df811b84ba6" /><Relationship Type="http://schemas.openxmlformats.org/officeDocument/2006/relationships/slide" Target="/ppt/slides/slide6.xml" Id="Rb127039749a1453a" /><Relationship Type="http://schemas.openxmlformats.org/officeDocument/2006/relationships/slide" Target="/ppt/slides/slide7.xml" Id="Rb2a1a4627db64581" /><Relationship Type="http://schemas.openxmlformats.org/officeDocument/2006/relationships/slide" Target="/ppt/slides/slide8.xml" Id="Rb7cfbb1f45d54960" /><Relationship Type="http://schemas.openxmlformats.org/officeDocument/2006/relationships/slide" Target="/ppt/slides/slide9.xml" Id="R904d458cd88f4c10" /><Relationship Type="http://schemas.openxmlformats.org/officeDocument/2006/relationships/slide" Target="/ppt/slides/slide10.xml" Id="R2a6ef6d2df81423d" /><Relationship Type="http://schemas.openxmlformats.org/officeDocument/2006/relationships/slide" Target="/ppt/slides/slide11.xml" Id="R1df4eee8dda142eb" /><Relationship Type="http://schemas.openxmlformats.org/officeDocument/2006/relationships/slide" Target="/ppt/slides/slide12.xml" Id="R9af3dc37243d4a9e" /><Relationship Type="http://schemas.openxmlformats.org/officeDocument/2006/relationships/slide" Target="/ppt/slides/slide13.xml" Id="R2fc3bdc80ed24b42" /><Relationship Type="http://schemas.openxmlformats.org/officeDocument/2006/relationships/slide" Target="/ppt/slides/slide14.xml" Id="R06baeeccd504405d" /><Relationship Type="http://schemas.openxmlformats.org/officeDocument/2006/relationships/slide" Target="/ppt/slides/slide15.xml" Id="R08868747a65c4f83" /><Relationship Type="http://schemas.openxmlformats.org/officeDocument/2006/relationships/slide" Target="/ppt/slides/slide16.xml" Id="R71e6349f71ac4b40" /><Relationship Type="http://schemas.openxmlformats.org/officeDocument/2006/relationships/slide" Target="/ppt/slides/slide17.xml" Id="R95ae9feea4c84dce" /><Relationship Type="http://schemas.openxmlformats.org/officeDocument/2006/relationships/slide" Target="/ppt/slides/slide18.xml" Id="R1d09483a7f354966" /><Relationship Type="http://schemas.openxmlformats.org/officeDocument/2006/relationships/slide" Target="/ppt/slides/slide19.xml" Id="R1fa32325e90b448d" /><Relationship Type="http://schemas.openxmlformats.org/officeDocument/2006/relationships/slide" Target="/ppt/slides/slide20.xml" Id="R74e0086ffa50469b" /><Relationship Type="http://schemas.openxmlformats.org/officeDocument/2006/relationships/slide" Target="/ppt/slides/slide21.xml" Id="R08c203fcb99d4ebe" /><Relationship Type="http://schemas.openxmlformats.org/officeDocument/2006/relationships/slide" Target="/ppt/slides/slide22.xml" Id="Rad66413283324238" /><Relationship Type="http://schemas.openxmlformats.org/officeDocument/2006/relationships/slide" Target="/ppt/slides/slide23.xml" Id="Rcd2b0590659e4e30" /><Relationship Type="http://schemas.openxmlformats.org/officeDocument/2006/relationships/slide" Target="/ppt/slides/slide24.xml" Id="Rc443728006794fa6" /><Relationship Type="http://schemas.openxmlformats.org/officeDocument/2006/relationships/slide" Target="/ppt/slides/slide25.xml" Id="Rc5e3fd755b0f4f88" /><Relationship Type="http://schemas.openxmlformats.org/officeDocument/2006/relationships/slide" Target="/ppt/slides/slide26.xml" Id="Re2afbd4113a3415c" /><Relationship Type="http://schemas.openxmlformats.org/officeDocument/2006/relationships/slide" Target="/ppt/slides/slide27.xml" Id="R2b0e066636614c56" /><Relationship Type="http://schemas.openxmlformats.org/officeDocument/2006/relationships/slide" Target="/ppt/slides/slide28.xml" Id="R28f5cc8633f84c11" /><Relationship Type="http://schemas.openxmlformats.org/officeDocument/2006/relationships/slide" Target="/ppt/slides/slide29.xml" Id="R0e5a11199f1c43c0" /><Relationship Type="http://schemas.openxmlformats.org/officeDocument/2006/relationships/slide" Target="/ppt/slides/slide30.xml" Id="R2d516701a14f4d2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0aaa37487642f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528c058b784187" /><Relationship Type="http://schemas.openxmlformats.org/officeDocument/2006/relationships/notesMaster" Target="/ppt/notesMasters/notesMaster1.xml" Id="R7045af43b26f4f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22c6d677ea49df" /><Relationship Type="http://schemas.openxmlformats.org/officeDocument/2006/relationships/notesMaster" Target="/ppt/notesMasters/notesMaster1.xml" Id="R2ae068e192064a10"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ef86a4af034d42" /><Relationship Type="http://schemas.openxmlformats.org/officeDocument/2006/relationships/notesMaster" Target="/ppt/notesMasters/notesMaster1.xml" Id="R574cbf02608f4147" /></Relationships>
</file>

<file path=ppt/notesSlides/_rels/notesSlide4.xml.rels>&#65279;<?xml version="1.0" encoding="utf-8"?><Relationships xmlns="http://schemas.openxmlformats.org/package/2006/relationships"><Relationship Type="http://schemas.openxmlformats.org/officeDocument/2006/relationships/slide" Target="/ppt/slides/slide4.xml" Id="Rdf01cfc682e94396" /><Relationship Type="http://schemas.openxmlformats.org/officeDocument/2006/relationships/notesMaster" Target="/ppt/notesMasters/notesMaster1.xml" Id="R9a18d81dd4ef49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1be601cca1048c3" /><Relationship Type="http://schemas.openxmlformats.org/officeDocument/2006/relationships/notesMaster" Target="/ppt/notesMasters/notesMaster1.xml" Id="R43d4a3b9e5294df7" /></Relationships>
</file>

<file path=ppt/notesSlides/_rels/notesSlide6.xml.rels>&#65279;<?xml version="1.0" encoding="utf-8"?><Relationships xmlns="http://schemas.openxmlformats.org/package/2006/relationships"><Relationship Type="http://schemas.openxmlformats.org/officeDocument/2006/relationships/slide" Target="/ppt/slides/slide6.xml" Id="R09cc5e0ceb4b458c" /><Relationship Type="http://schemas.openxmlformats.org/officeDocument/2006/relationships/notesMaster" Target="/ppt/notesMasters/notesMaster1.xml" Id="R3e59e8a9fe9c45c6" /></Relationships>
</file>

<file path=ppt/notesSlides/_rels/notesSlide7.xml.rels>&#65279;<?xml version="1.0" encoding="utf-8"?><Relationships xmlns="http://schemas.openxmlformats.org/package/2006/relationships"><Relationship Type="http://schemas.openxmlformats.org/officeDocument/2006/relationships/slide" Target="/ppt/slides/slide7.xml" Id="R5c62863826b147ef" /><Relationship Type="http://schemas.openxmlformats.org/officeDocument/2006/relationships/notesMaster" Target="/ppt/notesMasters/notesMaster1.xml" Id="R6d1513bde9a94347" /></Relationships>
</file>

<file path=ppt/notesSlides/_rels/notesSlide8.xml.rels>&#65279;<?xml version="1.0" encoding="utf-8"?><Relationships xmlns="http://schemas.openxmlformats.org/package/2006/relationships"><Relationship Type="http://schemas.openxmlformats.org/officeDocument/2006/relationships/slide" Target="/ppt/slides/slide8.xml" Id="R1a1129ca6aa348aa" /><Relationship Type="http://schemas.openxmlformats.org/officeDocument/2006/relationships/notesMaster" Target="/ppt/notesMasters/notesMaster1.xml" Id="R2d9b67ccb289495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0e8c16d38e64c21" /><Relationship Type="http://schemas.openxmlformats.org/officeDocument/2006/relationships/notesMaster" Target="/ppt/notesMasters/notesMaster1.xml" Id="R4fd26bf3113246d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80224de1ff34506" /><Relationship Type="http://schemas.openxmlformats.org/officeDocument/2006/relationships/notesMaster" Target="/ppt/notesMasters/notesMaster1.xml" Id="R91c32fa8e2c44e9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c483121c9ae4221" /><Relationship Type="http://schemas.openxmlformats.org/officeDocument/2006/relationships/notesMaster" Target="/ppt/notesMasters/notesMaster1.xml" Id="R27c0dc85dd2e4ba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66243a7803847d0" /><Relationship Type="http://schemas.openxmlformats.org/officeDocument/2006/relationships/notesMaster" Target="/ppt/notesMasters/notesMaster1.xml" Id="Rac652e1b0f474a3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47ea228cb4e4a0f" /><Relationship Type="http://schemas.openxmlformats.org/officeDocument/2006/relationships/notesMaster" Target="/ppt/notesMasters/notesMaster1.xml" Id="Rd42057bc5c894509"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24a7e42163024f2b" /><Relationship Type="http://schemas.openxmlformats.org/officeDocument/2006/relationships/notesMaster" Target="/ppt/notesMasters/notesMaster1.xml" Id="Rfa925a6aeac345b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504b6bf12e4412b" /><Relationship Type="http://schemas.openxmlformats.org/officeDocument/2006/relationships/notesMaster" Target="/ppt/notesMasters/notesMaster1.xml" Id="R593b66b243484d1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0dc62cd537e4126" /><Relationship Type="http://schemas.openxmlformats.org/officeDocument/2006/relationships/notesMaster" Target="/ppt/notesMasters/notesMaster1.xml" Id="Ra94d712026fe4bb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73dc4ef154f54eee" /><Relationship Type="http://schemas.openxmlformats.org/officeDocument/2006/relationships/notesMaster" Target="/ppt/notesMasters/notesMaster1.xml" Id="R849df4b0be044887"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848521b9f89b48e1" /><Relationship Type="http://schemas.openxmlformats.org/officeDocument/2006/relationships/notesMaster" Target="/ppt/notesMasters/notesMaster1.xml" Id="R31c56487caca47d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efc09d50a564d8f" /><Relationship Type="http://schemas.openxmlformats.org/officeDocument/2006/relationships/notesMaster" Target="/ppt/notesMasters/notesMaster1.xml" Id="R4088e7e708464c5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5205d185707d4446" /><Relationship Type="http://schemas.openxmlformats.org/officeDocument/2006/relationships/notesMaster" Target="/ppt/notesMasters/notesMaster1.xml" Id="R6b32abeff9664a84"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965aa8448ee14aef" /><Relationship Type="http://schemas.openxmlformats.org/officeDocument/2006/relationships/notesMaster" Target="/ppt/notesMasters/notesMaster1.xml" Id="Rada4520f263f491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72a32dd66d944225" /><Relationship Type="http://schemas.openxmlformats.org/officeDocument/2006/relationships/notesMaster" Target="/ppt/notesMasters/notesMaster1.xml" Id="Rb17b696fa27a495c"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3bf3abd0032c4511" /><Relationship Type="http://schemas.openxmlformats.org/officeDocument/2006/relationships/notesMaster" Target="/ppt/notesMasters/notesMaster1.xml" Id="R273f5a7361c74a23"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7a63aa577b94443f" /><Relationship Type="http://schemas.openxmlformats.org/officeDocument/2006/relationships/notesMaster" Target="/ppt/notesMasters/notesMaster1.xml" Id="Rb39bd7de8c104dcd"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0f8a0056014c4a07" /><Relationship Type="http://schemas.openxmlformats.org/officeDocument/2006/relationships/notesMaster" Target="/ppt/notesMasters/notesMaster1.xml" Id="R9824f079690b416b"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c97653c44b64ffc" /><Relationship Type="http://schemas.openxmlformats.org/officeDocument/2006/relationships/notesMaster" Target="/ppt/notesMasters/notesMaster1.xml" Id="R8cf11a52ece94e55"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6db0d26f0464635" /><Relationship Type="http://schemas.openxmlformats.org/officeDocument/2006/relationships/notesMaster" Target="/ppt/notesMasters/notesMaster1.xml" Id="R16529fb80788496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28d0371160649c8" /><Relationship Type="http://schemas.openxmlformats.org/officeDocument/2006/relationships/notesMaster" Target="/ppt/notesMasters/notesMaster1.xml" Id="Rfeba8f1e4e6f4c3e"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eb57e5e246b4620" /><Relationship Type="http://schemas.openxmlformats.org/officeDocument/2006/relationships/notesMaster" Target="/ppt/notesMasters/notesMaster1.xml" Id="R8d1333f173cf4415"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7eb5001fcb064140" /><Relationship Type="http://schemas.openxmlformats.org/officeDocument/2006/relationships/notesMaster" Target="/ppt/notesMasters/notesMaster1.xml" Id="Rc72fbd68f6ec4f3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발표자가 아버지와의 통화 녹음을 외부 플레이어로 재생한다. PPT에는 오디오를 삽입하지 않았다.</a:t>
            </a:r>
          </a:p>
          <a:p xmlns:a="http://schemas.openxmlformats.org/drawingml/2006/main">
            <a:r>
              <a:t>출처: D:/Project/royal-family/rawdata/PPTPlan/script.md</a:t>
            </a:r>
          </a:p>
          <a:p xmlns:a="http://schemas.openxmlformats.org/drawingml/2006/main">
            <a:r>
              <a:t>출처: D:/Project/royal-family/rawdata/TTS/02_전사_보완본.md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청중에게 자신의 종중을 떠올릴 시간을 준다.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제공 가족 대화와 지번 지도 원본을 비율 그대로 사용한다. 대화 속 주장이나 지도 표시는 소유권과 매각 범위의 검증 결과가 아니다.</a:t>
            </a:r>
          </a:p>
          <a:p xmlns:a="http://schemas.openxmlformats.org/drawingml/2006/main">
            <a:r>
              <a:t>출처: D:/Project/royal-family/ppt/assets/family-land-chat-source.json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가문의 뿌리, 공동재산, 기록, 종원을 연결한 설명용 개념도다. 특정 지목이나 산림에 한정하지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보도는 가짜 종중 대표와 토지 거래, 약 4년에 걸친 법정 다툼을 다룬다. 뉴스 화면은 실제 보도 캡처다. 기간은 보도 문맥의 수치이며 모든 종중 분쟁의 평균이 아니다.</a:t>
            </a:r>
          </a:p>
          <a:p xmlns:a="http://schemas.openxmlformats.org/drawingml/2006/main">
            <a:r>
              <a:t>전주MBC 2026.09.22 보도. 발표자 가족의 사건과는 별개의 보도 사례.</a:t>
            </a:r>
          </a:p>
          <a:p xmlns:a="http://schemas.openxmlformats.org/drawingml/2006/main">
            <a:r>
              <a:t>출처: https://www.jmbc.co.kr/news/view/68182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매체의 실제 제목 캡처다. 각 보도는 별개 사건이고 당사자 주장과 법원 판단을 구분한다.</a:t>
            </a:r>
          </a:p>
          <a:p xmlns:a="http://schemas.openxmlformats.org/drawingml/2006/main">
            <a:r>
              <a:t>출처: https://www.bubb.co.kr/news/articleView.html?idxno=4550</a:t>
            </a:r>
          </a:p>
          <a:p xmlns:a="http://schemas.openxmlformats.org/drawingml/2006/main">
            <a:r>
              <a:t>출처: https://www.cctoday.co.kr/news/articleView.html?idxno=2233033</a:t>
            </a:r>
          </a:p>
          <a:p xmlns:a="http://schemas.openxmlformats.org/drawingml/2006/main">
            <a:r>
              <a:t>출처: https://magazine.hankyung.com/business/article/202607168245b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a:t>
            </a:r>
          </a:p>
          <a:p xmlns:a="http://schemas.openxmlformats.org/drawingml/2006/main">
            <a:r>
              <a:t>출처: https://www.law.go.kr/precSc.do?menuId=7&amp;query=%EC%A2%85%EC%A4%91</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과거의 유산, 오늘의 일상, 미래의 문제라는 발표자의 흐름을 설명한다.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사용자 본인의 종중 관련 창업 실패 경험을 말하는 장면. 매출, 기간, 성과 수치는 추가하지 않는다.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 기능은 목표와 시연 구현을 구분해서 소개한다. 배경은 개념 일러스트이며 제품 실행 결과가 아니다.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소나무와 사당 배경은 특정 실제 장소가 아닌 생성 일러스트다.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구현된 앱 홈 화면. 가상 종원과 예시 업무를 사용하는 시연이다. 목업과 화면은 각각 교체 가능한 이미지다.</a:t>
            </a:r>
          </a:p>
          <a:p xmlns:a="http://schemas.openxmlformats.org/drawingml/2006/main">
            <a:r>
              <a:t>실제 구현 화면 · 예시 데이터</a:t>
            </a:r>
          </a:p>
          <a:p xmlns:a="http://schemas.openxmlformats.org/drawingml/2006/main">
            <a:r>
              <a:t>출처: D:/Project/royal-family/ppt/data/implementation-evidence-v7.json</a:t>
            </a:r>
          </a:p>
          <a:p xmlns:a="http://schemas.openxmlformats.org/drawingml/2006/main">
            <a:r>
              <a:t>출처: D:/Project/royal-family/ppt/assets/ir-v11/ui-home.jpg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보유 서류와 부족한 자료를 확인하고, 조건에 맞는 가상 법무사 후보를 비교하는 흐름이다. 외부 전문가 접수는 아직 연결하지 않았다.</a:t>
            </a:r>
          </a:p>
          <a:p xmlns:a="http://schemas.openxmlformats.org/drawingml/2006/main">
            <a:r>
              <a:t>준비 서류 화면 구현 · 전문가 후보는 가상 데이터</a:t>
            </a:r>
          </a:p>
          <a:p xmlns:a="http://schemas.openxmlformats.org/drawingml/2006/main">
            <a:r>
              <a:t>출처: D:/Project/royal-family/docs/prd/hackathon-prd.md</a:t>
            </a:r>
          </a:p>
          <a:p xmlns:a="http://schemas.openxmlformats.org/drawingml/2006/main">
            <a:r>
              <a:t>출처: D:/Project/royal-family/ppt/data/implementation-evidence-v7.json</a:t>
            </a:r>
          </a:p>
          <a:p xmlns:a="http://schemas.openxmlformats.org/drawingml/2006/main">
            <a:r>
              <a:t>출처: D:/Project/royal-family/ppt/assets/ir-v11/ui-preparation.jpg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앱의 휴대폰 회의록 화면이다. 고정된 시연 전사문을 표시하며 Whisper 어댑터는 구현됐으며 이 화면은 해당 연결 이전에 확보한 고정 시연 전사문이다. 녹음, 불명확한 항목 확인, 회의록 작성이라는 목표를 보여준다.</a:t>
            </a:r>
          </a:p>
          <a:p xmlns:a="http://schemas.openxmlformats.org/drawingml/2006/main">
            <a:r>
              <a:t>시연 전사문 캡처. Whisper 어댑터 구현과 실제 호출 검증은 별도.</a:t>
            </a:r>
          </a:p>
          <a:p xmlns:a="http://schemas.openxmlformats.org/drawingml/2006/main">
            <a:r>
              <a:t>출처: D:/Project/royal-family/ppt/data/implementation-evidence-v7.json</a:t>
            </a:r>
          </a:p>
          <a:p xmlns:a="http://schemas.openxmlformats.org/drawingml/2006/main">
            <a:r>
              <a:t>출처: D:/Project/royal-family/ppt/assets/ir-v11/ui-records-phone.jpg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문서의 키워드 검색, 초안·개정·버전 이력·검토 기록을 보여준다. 현재 화면의 초안은 시연 데이터다. 별도로 Responses·File Search 서버 어댑터가 구현됐다. 실제 API 검증 결과와 구분한다.</a:t>
            </a:r>
          </a:p>
          <a:p xmlns:a="http://schemas.openxmlformats.org/drawingml/2006/main">
            <a:r>
              <a:t>문서·버전·검토 화면. Responses·File Search 서버 어댑터 코드와 실제 호출 검증은 별도.</a:t>
            </a:r>
          </a:p>
          <a:p xmlns:a="http://schemas.openxmlformats.org/drawingml/2006/main">
            <a:r>
              <a:t>출처: D:/Project/royal-family/ppt/data/implementation-evidence-v7.json</a:t>
            </a:r>
          </a:p>
          <a:p xmlns:a="http://schemas.openxmlformats.org/drawingml/2006/main">
            <a:r>
              <a:t>출처: D:/Project/royal-family/ppt/assets/ir-v11/ui-draft.jpg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휴대폰의 실제 동의 현황 화면이다. 응답은 대상자와 특정 문서 버전에 연결한다. 현재는 관리자 시연 입력이며 실제 종원 본인 인증과 외부 발송은 연결 전이다.</a:t>
            </a:r>
          </a:p>
          <a:p xmlns:a="http://schemas.openxmlformats.org/drawingml/2006/main">
            <a:r>
              <a:t>대상자·문서 버전별 시연 응답 · 본인 인증·외부 발송은 연결 전</a:t>
            </a:r>
          </a:p>
          <a:p xmlns:a="http://schemas.openxmlformats.org/drawingml/2006/main">
            <a:r>
              <a:t>출처: D:/Project/royal-family/ppt/data/implementation-evidence-v7.json</a:t>
            </a:r>
          </a:p>
          <a:p xmlns:a="http://schemas.openxmlformats.org/drawingml/2006/main">
            <a:r>
              <a:t>출처: D:/Project/royal-family/ppt/assets/ir-v11/ui-consent-phone.jpg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공개 필지 경계를 지도에 표시한 서비스 화면이다. 등기부 재조회·소유자 변경·알림은 가상 목업이며 실제 등기 발급이나 소유권 확인을 뜻하지 않는다. 지도 출처와 저작권 표시는 캡처 안에 보존했다.</a:t>
            </a:r>
          </a:p>
          <a:p xmlns:a="http://schemas.openxmlformats.org/drawingml/2006/main">
            <a:r>
              <a:t>출처: D:/Project/royal-family/ppt/assets/ir-v11/ui-land.jpg</a:t>
            </a:r>
          </a:p>
          <a:p xmlns:a="http://schemas.openxmlformats.org/drawingml/2006/main">
            <a:r>
              <a:t>출처: D:/Project/royal-family/docs/architecture/parcel-map.md</a:t>
            </a:r>
          </a:p>
          <a:p xmlns:a="http://schemas.openxmlformats.org/drawingml/2006/main">
            <a:r>
              <a:t>출처: D:/Project/royal-family/ppt/data/parcel-source-v7.json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토지·계약·회계·변경 기록을 한 업무 영역에서 관리한다. 화면은 실제 앱의 예시 회계이며 실제 금융 거래가 아니다. 토지 후속 자료 비교는 별도 규칙으로 구현됐고 등기 소유권 실조회와 외부 알림은 미연결이다.</a:t>
            </a:r>
          </a:p>
          <a:p xmlns:a="http://schemas.openxmlformats.org/drawingml/2006/main">
            <a:r>
              <a:t>시연 금액 · 재산 비교는 등록 자료 기준 · 실제 금융 거래 없음</a:t>
            </a:r>
          </a:p>
          <a:p xmlns:a="http://schemas.openxmlformats.org/drawingml/2006/main">
            <a:r>
              <a:t>출처: D:/Project/royal-family/ppt/data/implementation-evidence-v7.json</a:t>
            </a:r>
          </a:p>
          <a:p xmlns:a="http://schemas.openxmlformats.org/drawingml/2006/main">
            <a:r>
              <a:t>출처: D:/Project/royal-family/ppt/assets/ir-v11/ui-accounting.jpg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등록된 법령·판례 링크, 규약, 자료 누락 및 조건별 가상 전문가 후보와 상담 준비를 다룬다. 법률 판단을 자동 확정하거나 실제 전문가 매칭이 완료된다는 주장이 아니다.</a:t>
            </a:r>
          </a:p>
          <a:p xmlns:a="http://schemas.openxmlformats.org/drawingml/2006/main">
            <a:r>
              <a:t>공식 근거 링크와 상담 준비 화면 · 후보는 가상 데이터</a:t>
            </a:r>
          </a:p>
          <a:p xmlns:a="http://schemas.openxmlformats.org/drawingml/2006/main">
            <a:r>
              <a:t>출처: D:/Project/royal-family/ppt/data/implementation-evidence-v7.json</a:t>
            </a:r>
          </a:p>
          <a:p xmlns:a="http://schemas.openxmlformats.org/drawingml/2006/main">
            <a:r>
              <a:t>출처: D:/Project/royal-family/ppt/assets/ir-v11/ui-legal.jpg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{"value":237071,"basis_date":"2024-06","source":"https://ebook.kabl.kr/registrationforum/202409/11/","source_detail":"2024년 제1회 등기법포럼 발표자료, 인쇄면 9쪽, 김영대. 국토부 부동산종합공부시스템 조회 결과 인용.","boundary":"부동산등기용 등록 종중. 모든 자연발생 종중이나 유료 구매자를 센 통계가 아님."}</a:t>
            </a:r>
          </a:p>
          <a:p xmlns:a="http://schemas.openxmlformats.org/drawingml/2006/main">
            <a:r>
              <a:t>2024.6 기준, 등기법포럼 자료의 국토교통부 조회값. 등록 종중 수이며 유료 고객 수는 아님.</a:t>
            </a:r>
          </a:p>
          <a:p xmlns:a="http://schemas.openxmlformats.org/drawingml/2006/main">
            <a:r>
              <a:t>출처: https://ebook.kabl.kr/registrationforum/202409/11/</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"as_of": "2026-10-09",</a:t>
            </a:r>
          </a:p>
          <a:p xmlns:a="http://schemas.openxmlformats.org/drawingml/2006/main">
            <a:r>
              <a:t>  "currency": "KRW",</a:t>
            </a:r>
          </a:p>
          <a:p xmlns:a="http://schemas.openxmlformats.org/drawingml/2006/main">
            <a:r>
              <a:t>  "purpose": "발표용 구독매출 환산. 실제 매출, 검증된 수요, 확정 요금 아님.",</a:t>
            </a:r>
          </a:p>
          <a:p xmlns:a="http://schemas.openxmlformats.org/drawingml/2006/main">
            <a:r>
              <a:t>  "registered_clans": {</a:t>
            </a:r>
          </a:p>
          <a:p xmlns:a="http://schemas.openxmlformats.org/drawingml/2006/main">
            <a:r>
              <a:t>    "value": 237071,</a:t>
            </a:r>
          </a:p>
          <a:p xmlns:a="http://schemas.openxmlformats.org/drawingml/2006/main">
            <a:r>
              <a:t>    "basis_date": "2024-06",</a:t>
            </a:r>
          </a:p>
          <a:p xmlns:a="http://schemas.openxmlformats.org/drawingml/2006/main">
            <a:r>
              <a:t>    "source": "https://ebook.kabl.kr/registrationforum/202409/11/",</a:t>
            </a:r>
          </a:p>
          <a:p xmlns:a="http://schemas.openxmlformats.org/drawingml/2006/main">
            <a:r>
              <a:t>    "source_detail": "2024년 제1회 등기법포럼 발표자료, 인쇄면 9쪽, 김영대. 국토부 부동산종합공부시스템 조회 결과 인용.",</a:t>
            </a:r>
          </a:p>
          <a:p xmlns:a="http://schemas.openxmlformats.org/drawingml/2006/main">
            <a:r>
              <a:t>    "boundary": "부동산등기용 등록 종중. 모든 자연발생 종중이나 유료 구매자를 센 통계가 아님."</a:t>
            </a:r>
          </a:p>
          <a:p xmlns:a="http://schemas.openxmlformats.org/drawingml/2006/main">
            <a:r>
              <a:t>  },</a:t>
            </a:r>
          </a:p>
          <a:p xmlns:a="http://schemas.openxmlformats.org/drawingml/2006/main">
            <a:r>
              <a:t>  "subscription_assumption": {</a:t>
            </a:r>
          </a:p>
          <a:p xmlns:a="http://schemas.openxmlformats.org/drawingml/2006/main">
            <a:r>
              <a:t>    "annual_fee_per_clan": 500000,</a:t>
            </a:r>
          </a:p>
          <a:p xmlns:a="http://schemas.openxmlformats.org/drawingml/2006/main">
            <a:r>
              <a:t>    "vat_included": false,</a:t>
            </a:r>
          </a:p>
          <a:p xmlns:a="http://schemas.openxmlformats.org/drawingml/2006/main">
            <a:r>
              <a:t>    "benchmark": "https://fundservice.zuzu.network/fund-pricing/",</a:t>
            </a:r>
          </a:p>
          <a:p xmlns:a="http://schemas.openxmlformats.org/drawingml/2006/main">
            <a:r>
              <a:t>    "benchmark_detail": "ZUZU Fund Service의 20억 원 미만 투자조합 운영·관리 공개 요금: 연 500000원, VAT 별도, 2026-10-09 브라우저 확인.",</a:t>
            </a:r>
          </a:p>
          <a:p xmlns:a="http://schemas.openxmlformats.org/drawingml/2006/main">
            <a:r>
              <a:t>    "boundary": "다른 고객군의 인접 서비스 요금을 계산 기준으로 참고. 종중의 지불 의사나 명문가의 확정 판매 가격은 검증 전. 전문가 수임료와 일회성 설립비 제외."</a:t>
            </a:r>
          </a:p>
          <a:p xmlns:a="http://schemas.openxmlformats.org/drawingml/2006/main">
            <a:r>
              <a:t>  },</a:t>
            </a:r>
          </a:p>
          <a:p xmlns:a="http://schemas.openxmlformats.org/drawingml/2006/main">
            <a:r>
              <a:t>  "professional_management_exclusion": {</a:t>
            </a:r>
          </a:p>
          <a:p xmlns:a="http://schemas.openxmlformats.org/drawingml/2006/main">
            <a:r>
              <a:t>    "definition": "전담 인력과 관리 체계를 갖춘 종중. 사용자 확인 기준. 수익사업이나 토지 종류만으로 제외하지 않음.",</a:t>
            </a:r>
          </a:p>
          <a:p xmlns:a="http://schemas.openxmlformats.org/drawingml/2006/main">
            <a:r>
              <a:t>    "fraction_assumption": 0.2,</a:t>
            </a:r>
          </a:p>
          <a:p xmlns:a="http://schemas.openxmlformats.org/drawingml/2006/main">
            <a:r>
              <a:t>    "basis": "직접 집계된 전국 통계가 확인되지 않아 사용한 초안 시나리오. 실제 사업형 종중 비중으로 제시하지 않음.",</a:t>
            </a:r>
          </a:p>
          <a:p xmlns:a="http://schemas.openxmlformats.org/drawingml/2006/main">
            <a:r>
              <a:t>    "excluded_clans": 47414,</a:t>
            </a:r>
          </a:p>
          <a:p xmlns:a="http://schemas.openxmlformats.org/drawingml/2006/main">
            <a:r>
              <a:t>    "eligible_fraction_assumption": 0.8</a:t>
            </a:r>
          </a:p>
          <a:p xmlns:a="http://schemas.openxmlformats.org/drawingml/2006/main">
            <a:r>
              <a:t>  },</a:t>
            </a:r>
          </a:p>
          <a:p xmlns:a="http://schemas.openxmlformats.org/drawingml/2006/main">
            <a:r>
              <a:t>  "TAM": {</a:t>
            </a:r>
          </a:p>
          <a:p xmlns:a="http://schemas.openxmlformats.org/drawingml/2006/main">
            <a:r>
              <a:t>    "clans": 237071,</a:t>
            </a:r>
          </a:p>
          <a:p xmlns:a="http://schemas.openxmlformats.org/drawingml/2006/main">
            <a:r>
              <a:t>    "annual_subscription_revenue_won": 118535500000,</a:t>
            </a:r>
          </a:p>
          <a:p xmlns:a="http://schemas.openxmlformats.org/drawingml/2006/main">
            <a:r>
              <a:t>    "display_eok": 1185.36,</a:t>
            </a:r>
          </a:p>
          <a:p xmlns:a="http://schemas.openxmlformats.org/drawingml/2006/main">
            <a:r>
              <a:t>    "definition": "국내 부동산등기용 등록 종중. 확인 가능한 잠재 고객 모수."</a:t>
            </a:r>
          </a:p>
          <a:p xmlns:a="http://schemas.openxmlformats.org/drawingml/2006/main">
            <a:r>
              <a:t>  },</a:t>
            </a:r>
          </a:p>
          <a:p xmlns:a="http://schemas.openxmlformats.org/drawingml/2006/main">
            <a:r>
              <a:t>  "SAM": {</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"definition": "전국 등록 종중 중 전담 관리 체계를 갖춘 종중을 20% 제외하는 초안 가정."</a:t>
            </a:r>
          </a:p>
          <a:p xmlns:a="http://schemas.openxmlformats.org/drawingml/2006/main">
            <a:r>
              <a:t>  },</a:t>
            </a:r>
          </a:p>
          <a:p xmlns:a="http://schemas.openxmlformats.org/drawingml/2006/main">
            <a:r>
              <a:t>  "SOM": {</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"penetration_assumption": 0.01,</a:t>
            </a:r>
          </a:p>
          <a:p xmlns:a="http://schemas.openxmlformats.org/drawingml/2006/main">
            <a:r>
              <a:t>    "horizon_years": 3</a:t>
            </a:r>
          </a:p>
          <a:p xmlns:a="http://schemas.openxmlformats.org/drawingml/2006/main">
            <a:r>
              <a:t>  },</a:t>
            </a:r>
          </a:p>
          <a:p xmlns:a="http://schemas.openxmlformats.org/drawingml/2006/main">
            <a:r>
              <a:t>  "SOM_scenarios": [</a:t>
            </a:r>
          </a:p>
          <a:p xmlns:a="http://schemas.openxmlformats.org/drawingml/2006/main">
            <a:r>
              <a:t>    {</a:t>
            </a:r>
          </a:p>
          <a:p xmlns:a="http://schemas.openxmlformats.org/drawingml/2006/main">
            <a:r>
              <a:t>      "penetration_assumption": 0.005,</a:t>
            </a:r>
          </a:p>
          <a:p xmlns:a="http://schemas.openxmlformats.org/drawingml/2006/main">
            <a:r>
              <a:t>      "clans": 948,</a:t>
            </a:r>
          </a:p>
          <a:p xmlns:a="http://schemas.openxmlformats.org/drawingml/2006/main">
            <a:r>
              <a:t>      "annual_run_rate_won": 474000000,</a:t>
            </a:r>
          </a:p>
          <a:p xmlns:a="http://schemas.openxmlformats.org/drawingml/2006/main">
            <a:r>
              <a:t>      "display_eok": 4.74</a:t>
            </a:r>
          </a:p>
          <a:p xmlns:a="http://schemas.openxmlformats.org/drawingml/2006/main">
            <a:r>
              <a:t>    },</a:t>
            </a:r>
          </a:p>
          <a:p xmlns:a="http://schemas.openxmlformats.org/drawingml/2006/main">
            <a:r>
              <a:t>    {</a:t>
            </a:r>
          </a:p>
          <a:p xmlns:a="http://schemas.openxmlformats.org/drawingml/2006/main">
            <a:r>
              <a:t>      "penetration_assumption": 0.01,</a:t>
            </a:r>
          </a:p>
          <a:p xmlns:a="http://schemas.openxmlformats.org/drawingml/2006/main">
            <a:r>
              <a:t>      "clans": 1897,</a:t>
            </a:r>
          </a:p>
          <a:p xmlns:a="http://schemas.openxmlformats.org/drawingml/2006/main">
            <a:r>
              <a:t>      "annual_run_rate_won": 948500000,</a:t>
            </a:r>
          </a:p>
          <a:p xmlns:a="http://schemas.openxmlformats.org/drawingml/2006/main">
            <a:r>
              <a:t>      "display_eok": 9.49</a:t>
            </a:r>
          </a:p>
          <a:p xmlns:a="http://schemas.openxmlformats.org/drawingml/2006/main">
            <a:r>
              <a:t>    },</a:t>
            </a:r>
          </a:p>
          <a:p xmlns:a="http://schemas.openxmlformats.org/drawingml/2006/main">
            <a:r>
              <a:t>    {</a:t>
            </a:r>
          </a:p>
          <a:p xmlns:a="http://schemas.openxmlformats.org/drawingml/2006/main">
            <a:r>
              <a:t>      "penetration_assumption": 0.02,</a:t>
            </a:r>
          </a:p>
          <a:p xmlns:a="http://schemas.openxmlformats.org/drawingml/2006/main">
            <a:r>
              <a:t>      "clans": 3793,</a:t>
            </a:r>
          </a:p>
          <a:p xmlns:a="http://schemas.openxmlformats.org/drawingml/2006/main">
            <a:r>
              <a:t>      "annual_run_rate_won": 1896500000,</a:t>
            </a:r>
          </a:p>
          <a:p xmlns:a="http://schemas.openxmlformats.org/drawingml/2006/main">
            <a:r>
              <a:t>      "display_eok": 18.97</a:t>
            </a:r>
          </a:p>
          <a:p xmlns:a="http://schemas.openxmlformats.org/drawingml/2006/main">
            <a:r>
              <a:t>    }</a:t>
            </a:r>
          </a:p>
          <a:p xmlns:a="http://schemas.openxmlformats.org/drawingml/2006/main">
            <a:r>
              <a:t>  ],</a:t>
            </a:r>
          </a:p>
          <a:p xmlns:a="http://schemas.openxmlformats.org/drawingml/2006/main">
            <a:r>
              <a:t>  "SAM_scenarios": [</a:t>
            </a:r>
          </a:p>
          <a:p xmlns:a="http://schemas.openxmlformats.org/drawingml/2006/main">
            <a:r>
              <a:t>    {</a:t>
            </a:r>
          </a:p>
          <a:p xmlns:a="http://schemas.openxmlformats.org/drawingml/2006/main">
            <a:r>
              <a:t>      "professional_exclusion_assumption": 0.1,</a:t>
            </a:r>
          </a:p>
          <a:p xmlns:a="http://schemas.openxmlformats.org/drawingml/2006/main">
            <a:r>
              <a:t>      "clans": 213364,</a:t>
            </a:r>
          </a:p>
          <a:p xmlns:a="http://schemas.openxmlformats.org/drawingml/2006/main">
            <a:r>
              <a:t>      "annual_subscription_revenue_won": 106682000000,</a:t>
            </a:r>
          </a:p>
          <a:p xmlns:a="http://schemas.openxmlformats.org/drawingml/2006/main">
            <a:r>
              <a:t>      "display_eok": 1066.82</a:t>
            </a:r>
          </a:p>
          <a:p xmlns:a="http://schemas.openxmlformats.org/drawingml/2006/main">
            <a:r>
              <a:t>    },</a:t>
            </a:r>
          </a:p>
          <a:p xmlns:a="http://schemas.openxmlformats.org/drawingml/2006/main">
            <a:r>
              <a:t>    {</a:t>
            </a:r>
          </a:p>
          <a:p xmlns:a="http://schemas.openxmlformats.org/drawingml/2006/main">
            <a:r>
              <a:t>      "professional_exclusion_assumption": 0.2,</a:t>
            </a:r>
          </a:p>
          <a:p xmlns:a="http://schemas.openxmlformats.org/drawingml/2006/main">
            <a:r>
              <a:t>      "clans": 189657,</a:t>
            </a:r>
          </a:p>
          <a:p xmlns:a="http://schemas.openxmlformats.org/drawingml/2006/main">
            <a:r>
              <a:t>      "annual_subscription_revenue_won": 94828500000,</a:t>
            </a:r>
          </a:p>
          <a:p xmlns:a="http://schemas.openxmlformats.org/drawingml/2006/main">
            <a:r>
              <a:t>      "display_eok": 948.29</a:t>
            </a:r>
          </a:p>
          <a:p xmlns:a="http://schemas.openxmlformats.org/drawingml/2006/main">
            <a:r>
              <a:t>    },</a:t>
            </a:r>
          </a:p>
          <a:p xmlns:a="http://schemas.openxmlformats.org/drawingml/2006/main">
            <a:r>
              <a:t>    {</a:t>
            </a:r>
          </a:p>
          <a:p xmlns:a="http://schemas.openxmlformats.org/drawingml/2006/main">
            <a:r>
              <a:t>      "professional_exclusion_assumption": 0.3,</a:t>
            </a:r>
          </a:p>
          <a:p xmlns:a="http://schemas.openxmlformats.org/drawingml/2006/main">
            <a:r>
              <a:t>      "clans": 165950,</a:t>
            </a:r>
          </a:p>
          <a:p xmlns:a="http://schemas.openxmlformats.org/drawingml/2006/main">
            <a:r>
              <a:t>      "annual_subscription_revenue_won": 82975000000,</a:t>
            </a:r>
          </a:p>
          <a:p xmlns:a="http://schemas.openxmlformats.org/drawingml/2006/main">
            <a:r>
              <a:t>      "display_eok": 829.75</a:t>
            </a:r>
          </a:p>
          <a:p xmlns:a="http://schemas.openxmlformats.org/drawingml/2006/main">
            <a:r>
              <a:t>    }</a:t>
            </a:r>
          </a:p>
          <a:p xmlns:a="http://schemas.openxmlformats.org/drawingml/2006/main">
            <a:r>
              <a:t>  ],</a:t>
            </a:r>
          </a:p>
          <a:p xmlns:a="http://schemas.openxmlformats.org/drawingml/2006/main">
            <a:r>
              <a:t>  "rounding": "SAM 고객 수와 SOM 고객 수는 각각 계산 후 정수 반올림. 억원 표시는 원 금액에서 0.01억원 단위 반올림.",</a:t>
            </a:r>
          </a:p>
          <a:p xmlns:a="http://schemas.openxmlformats.org/drawingml/2006/main">
            <a:r>
              <a:t>  "market_boundary": "TAM과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  "diagram_boundary": "중첩 원은 집합의 포함 관계. 원 면적은 시장 규모나 비율에 비례하지 않음.",</a:t>
            </a:r>
          </a:p>
          <a:p xmlns:a="http://schemas.openxmlformats.org/drawingml/2006/main">
            <a:r>
              <a:t>  "precedent_search": {</a:t>
            </a:r>
          </a:p>
          <a:p xmlns:a="http://schemas.openxmlformats.org/drawingml/2006/main">
            <a:r>
              <a:t>    "displayed_entries": 1416,</a:t>
            </a:r>
          </a:p>
          <a:p xmlns:a="http://schemas.openxmlformats.org/drawingml/2006/main">
            <a:r>
              <a:t>    "date": "2026-10-09",</a:t>
            </a:r>
          </a:p>
          <a:p xmlns:a="http://schemas.openxmlformats.org/drawingml/2006/main">
            <a:r>
              <a:t>    "query": "종중",</a:t>
            </a:r>
          </a:p>
          <a:p xmlns:a="http://schemas.openxmlformats.org/drawingml/2006/main">
            <a:r>
              <a:t>    "scope": "국가법령정보센터 판례 검색, 전체 검색, 기간 제한 없음",</a:t>
            </a:r>
          </a:p>
          <a:p xmlns:a="http://schemas.openxmlformats.org/drawingml/2006/main">
            <a:r>
              <a:t>    "source": "https://www.law.go.kr/precSc.do?menuId=7&amp;query=%EC%A2%85%EC%A4%91",</a:t>
            </a:r>
          </a:p>
          <a:p xmlns:a="http://schemas.openxmlformats.org/drawingml/2006/main">
            <a:r>
              <a:t>    "evidence": "evidence/precedent-search-20261009.jpg",</a:t>
            </a:r>
          </a:p>
          <a:p xmlns:a="http://schemas.openxmlformats.org/drawingml/2006/main">
            <a:r>
              <a:t>    "boundary": "전국 연간 분쟁 건수나 고유 사건 수가 아닌 공개 판례 검색 결과 수. 심급·요약 등 중복 항목과 조세 사건이 포함될 수 있음."</a:t>
            </a:r>
          </a:p>
          <a:p xmlns:a="http://schemas.openxmlformats.org/drawingml/2006/main">
            <a:r>
              <a:t>  }</a:t>
            </a:r>
          </a:p>
          <a:p xmlns:a="http://schemas.openxmlformats.org/drawingml/2006/main">
            <a:r>
              <a:t>}</a:t>
            </a:r>
          </a:p>
          <a:p xmlns:a="http://schemas.openxmlformats.org/drawingml/2006/main">
            <a:r>
              <a:t>연 50만원, 전담 관리 종중 20% 제외, 3년 내 1% 확보 가정. 원은 포함 관계이며 면적 비례 아님.</a:t>
            </a:r>
          </a:p>
          <a:p xmlns:a="http://schemas.openxmlformats.org/drawingml/2006/main">
            <a:r>
              <a:t>출처: https://ebook.kabl.kr/registrationforum/202409/11/</a:t>
            </a:r>
          </a:p>
          <a:p xmlns:a="http://schemas.openxmlformats.org/drawingml/2006/main">
            <a:r>
              <a:t>출처: https://fundservice.zuzu.network/fund-pricing/</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enetration_assumption":0.005,"clans":948,"annual_run_rate_won":474000000,"display_eok":4.74},{"penetration_assumption":0.01,"clans":1897,"annual_run_rate_won":948500000,"display_eok":9.49},{"penetration_assumption":0.02,"clans":3793,"annual_run_rate_won":1896500000,"display_eok":18.97}]</a:t>
            </a:r>
          </a:p>
          <a:p xmlns:a="http://schemas.openxmlformats.org/drawingml/2006/main">
            <a:r>
              <a:t>TAM과 SAM은 각 모수 전체가 가정 구독료를 낼 때의 연간 매출 환산. SOM은 3년 도달 시점의 연환산 매출 시나리오. 토지 자산가치, 현재 매출이나 3년 누적 매출 아님.</a:t>
            </a:r>
          </a:p>
          <a:p xmlns:a="http://schemas.openxmlformats.org/drawingml/2006/main">
            <a:r>
              <a:t>SAM 189,657개, 연 50만원 가정. 3년 도달 시점의 연환산 매출이며 누적 매출·실적이 아님.</a:t>
            </a:r>
          </a:p>
          <a:p xmlns:a="http://schemas.openxmlformats.org/drawingml/2006/main">
            <a:r>
              <a:t>출처: D:/Project/royal-family/ppt/data/market-estimate-v6.json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통화 음성 전사와 문맥 보완, PRD·종원 페르소나·업무 흐름, 화면·업무 코드·배포, 법령·판례·공개 필지 수집, 단위·PBT·독립 UI 검수를 한 페이지에 모았다. 가상 페르소나는 실제 사용자 조사 표본이 아니며 공식 자료 수집과 서비스 색인은 별도다.</a:t>
            </a:r>
          </a:p>
          <a:p xmlns:a="http://schemas.openxmlformats.org/drawingml/2006/main">
            <a:r>
              <a:t>출처: D:/Project/royal-family/ppt/data/implementation-evidence-v7.json</a:t>
            </a:r>
          </a:p>
          <a:p xmlns:a="http://schemas.openxmlformats.org/drawingml/2006/main">
            <a:r>
              <a:t>출처: D:/Project/royal-family/docs/prd/hackathon-prd.md</a:t>
            </a:r>
          </a:p>
          <a:p xmlns:a="http://schemas.openxmlformats.org/drawingml/2006/main">
            <a:r>
              <a:t>출처: D:/Project/royal-family/rawdata/Law/catalog.json</a:t>
            </a:r>
          </a:p>
          <a:p xmlns:a="http://schemas.openxmlformats.org/drawingml/2006/main">
            <a:r>
              <a:t>출처: D:/Project/royal-family/ppt/data/parcel-source-v7.json</a:t>
            </a:r>
          </a:p>
          <a:p xmlns:a="http://schemas.openxmlformats.org/drawingml/2006/main">
            <a:r>
              <a:t>출처: D:/Project/royal-family/qa/ui-acceptance-2026-10-09.md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하나의 Sites 배포 안에 웹 화면과 CLJS 업무 모듈을 둔다. 업무 상태와 원본 저장의 세부 구현은 D1·R2다. 모듈은 공개 함수를 통해 연결한다.</a:t>
            </a:r>
          </a:p>
          <a:p xmlns:a="http://schemas.openxmlformats.org/drawingml/2006/main">
            <a:r>
              <a:t>출처: D:/Project/royal-family/docs/architecture/system-design.md</a:t>
            </a:r>
          </a:p>
          <a:p xmlns:a="http://schemas.openxmlformats.org/drawingml/2006/main">
            <a:r>
              <a:t>출처: D:/Project/royal-family/service/app/api/store.ts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발표에서 System 1은 빠른 판단을 맡는 모델 단계를 뜻한다. 현재 모델 선택은 Luna Decisions가 담당하고, 후보 조건 필터와 모델의 추천 근거 설명을 매칭 흐름에 연결한다. 복잡한 분석은 선택된 고지능 모델로 처리한다. 코드의 생성 모델 허용 목록은 gpt-6-luna와 gpt-6.1-sol이며 음성은 whisper-1이다. 그림은 요청한 역할 구분이며 실제 API 성공을 검증했다는 주장은 아니다.</a:t>
            </a:r>
          </a:p>
          <a:p xmlns:a="http://schemas.openxmlformats.org/drawingml/2006/main">
            <a:r>
              <a:t>출처: D:/Project/royal-family/docs/architecture/ai-runtime.md</a:t>
            </a:r>
          </a:p>
          <a:p xmlns:a="http://schemas.openxmlformats.org/drawingml/2006/main">
            <a:r>
              <a:t>출처: D:/Project/royal-family/service/connectors/openai/workflows.mjs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PRD의 요구사항과 완료 조건을 시나리오, 순수 업무 규칙, 속성 기반 테스트와 화면 검수로 연결한다. 개발 에이전트 규칙은 AGENTS.md에 두고 PBT는 cljs.test·test.check를 사용한다. 실제 외부 API와 전체 E2E 완료 여부는 단위 검사와 별도로 다룬다.</a:t>
            </a:r>
          </a:p>
          <a:p xmlns:a="http://schemas.openxmlformats.org/drawingml/2006/main">
            <a:r>
              <a:t>출처: D:/Project/royal-family/docs/prd/hackathon-prd.md</a:t>
            </a:r>
          </a:p>
          <a:p xmlns:a="http://schemas.openxmlformats.org/drawingml/2006/main">
            <a:r>
              <a:t>출처: D:/Project/royal-family/AGENTS.md</a:t>
            </a:r>
          </a:p>
          <a:p xmlns:a="http://schemas.openxmlformats.org/drawingml/2006/main">
            <a:r>
              <a:t>출처: D:/Project/royal-family/docs/architecture/testing.md</a:t>
            </a:r>
          </a:p>
          <a:p xmlns:a="http://schemas.openxmlformats.org/drawingml/2006/main">
            <a:r>
              <a:t>출처: D:/Project/royal-family/qa/scenarios/hackathon-use-cases.md</a:t>
            </a:r>
          </a:p>
          <a:p xmlns:a="http://schemas.openxmlformats.org/drawingml/2006/main">
            <a:r>
              <a:t>출처: D:/Project/royal-family/qa/ui-acceptance-2026-10-09.md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선정 페르소나별 평가다. 실제 고객 만족도 조사나 유료 고객 실적으로 해석하지 않는다. 평균은 제공된 6개 점수의 단순 평균이다.</a:t>
            </a:r>
          </a:p>
          <a:p xmlns:a="http://schemas.openxmlformats.org/drawingml/2006/main">
            <a:r>
              <a:t>이정호 · 59세, 총무 · ★ 5.0</a:t>
            </a:r>
          </a:p>
          <a:p xmlns:a="http://schemas.openxmlformats.org/drawingml/2006/main">
            <a:r>
              <a:t>“명부랑 전화 안내, 회의록이 한곳에서 이어지니 가게 문 닫고 같은 내용을 다시 옮겨 적을 일이 줄겠어요.”</a:t>
            </a:r>
          </a:p>
          <a:p xmlns:a="http://schemas.openxmlformats.org/drawingml/2006/main">
            <a:r>
              <a:t/>
            </a:r>
          </a:p>
          <a:p xmlns:a="http://schemas.openxmlformats.org/drawingml/2006/main">
            <a:r>
              <a:t>이영수 · 74세, 회장 · ★ 4.5</a:t>
            </a:r>
          </a:p>
          <a:p xmlns:a="http://schemas.openxmlformats.org/drawingml/2006/main">
            <a:r>
              <a:t>“어떤 근거로 결정했는지 다음 회장에게도 보여줄 수 있어 든든한데, 처음 익힐 때는 도움이 좀 필요하겠어요.”</a:t>
            </a:r>
          </a:p>
          <a:p xmlns:a="http://schemas.openxmlformats.org/drawingml/2006/main">
            <a:r>
              <a:t/>
            </a:r>
          </a:p>
          <a:p xmlns:a="http://schemas.openxmlformats.org/drawingml/2006/main">
            <a:r>
              <a:t>이서연 · 42세, 일과 돌봄을 병행하는 종원 · ★ 4.5</a:t>
            </a:r>
          </a:p>
          <a:p xmlns:a="http://schemas.openxmlformats.org/drawingml/2006/main">
            <a:r>
              <a:t>“휴대폰으로 자료를 보고 참석 여부와 의견을 따로 남길 수 있으니, 회의에 못 가도 제 뜻은 전할 수 있겠어요.”</a:t>
            </a:r>
          </a:p>
          <a:p xmlns:a="http://schemas.openxmlformats.org/drawingml/2006/main">
            <a:r>
              <a:t/>
            </a:r>
          </a:p>
          <a:p xmlns:a="http://schemas.openxmlformats.org/drawingml/2006/main">
            <a:r>
              <a:t>이순자 · 81세, 전화·종이 중심 종원 · ★ 4.0</a:t>
            </a:r>
          </a:p>
          <a:p xmlns:a="http://schemas.openxmlformats.org/drawingml/2006/main">
            <a:r>
              <a:t>“가입 안 해도 총무가 제 말을 기록해주는 건 좋은데, 중요한 안건은 계속 전화로 설명해줬으면 해요.”</a:t>
            </a:r>
          </a:p>
          <a:p xmlns:a="http://schemas.openxmlformats.org/drawingml/2006/main">
            <a:r>
              <a:t/>
            </a:r>
          </a:p>
          <a:p xmlns:a="http://schemas.openxmlformats.org/drawingml/2006/main">
            <a:r>
              <a:t>이상훈 · 55세, 기록에 이의를 제기한 종원 · ★ 4.5</a:t>
            </a:r>
          </a:p>
          <a:p xmlns:a="http://schemas.openxmlformats.org/drawingml/2006/main">
            <a:r>
              <a:t>“회의록 원본과 정정 이유를 직접 확인할 수 있으니, 말이 엇갈려도 어떤 기록부터 봐야 할지는 알겠네요.”</a:t>
            </a:r>
          </a:p>
          <a:p xmlns:a="http://schemas.openxmlformats.org/drawingml/2006/main">
            <a:r>
              <a:t/>
            </a:r>
          </a:p>
          <a:p xmlns:a="http://schemas.openxmlformats.org/drawingml/2006/main">
            <a:r>
              <a:t>정수민 · 토지 등기 업무 법무사 · ★ 4.5</a:t>
            </a:r>
          </a:p>
          <a:p xmlns:a="http://schemas.openxmlformats.org/drawingml/2006/main">
            <a:r>
              <a:t>“신청 목적과 빠진 서류가 정리돼 있으면 상담을 시작하기 수월하고, 원본과 위임 관계 확인에 더 집중할 수 있겠어요.”</a:t>
            </a:r>
          </a:p>
          <a:p xmlns:a="http://schemas.openxmlformats.org/drawingml/2006/main">
            <a:r>
              <a:t>출처: D:/Project/royal-family/ppt/data/persona-reviews-v12.json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업무 기록을 바탕으로 확인할 일을 안내하는 Events 흐름을 소개한다.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Skills는 종중 업무를 다루는 절차, MCP는 공개 업무 기능의 조회와 실행, MCP Events는 자료 변경 후 확인을 안내하는 연결을 담당한다. 모두 이번 구현 범위다. 도구 서버, 이벤트 모듈 코드와 실제 ChatGPT 수신·응답 검증은 구분한다. 서비스 Skill과 Events의 전달 상태는 배포 기록과 별도로 확인해야 한다.</a:t>
            </a:r>
          </a:p>
          <a:p xmlns:a="http://schemas.openxmlformats.org/drawingml/2006/main">
            <a:r>
              <a:t>출처: D:/Project/royal-family/docs/architecture/mcp-and-skills.md</a:t>
            </a:r>
          </a:p>
          <a:p xmlns:a="http://schemas.openxmlformats.org/drawingml/2006/main">
            <a:r>
              <a:t>출처: D:/Project/royal-family/service/connectors/mcp/tools/catalog.ts</a:t>
            </a:r>
          </a:p>
          <a:p xmlns:a="http://schemas.openxmlformats.org/drawingml/2006/main">
            <a:r>
              <a:t>출처: D:/Project/royal-family/service/connectors/mcp/events/catalog.ts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명문가 브랜드 화면으로 발표를 마친다. 소나무와 사당 배경은 특정 실제 장소가 아닌 개념 일러스트다.</a:t>
            </a:r>
          </a:p>
          <a:p xmlns:a="http://schemas.openxmlformats.org/drawingml/2006/main">
            <a:r>
              <a:t>출처: D:/Project/royal-family/rawdata/PPTPlan/script.md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cbf0ffc24fd4b0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3732971670f4c1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93a0078aba1426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96fdf3add699464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ad8f61b3a42b4c71"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7727ea4328484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C9A0726-61B5-4C6A-9BA5-DB16F6F9E24C}"/>
              </a:ext>
            </a:extLst>
          </p:cNvPr>
          <p:cNvSpPr>
            <a:spLocks xmlns:a="http://schemas.openxmlformats.org/drawingml/2006/main" noGrp="1"/>
          </p:cNvSpPr>
          <p:nvPr>
            <p:ph type="title" idx="0"/>
          </p:nvPr>
        </p:nvSpPr>
        <p:spPr>
          <a:xfrm xmlns:a="http://schemas.openxmlformats.org/drawingml/2006/main">
            <a:off x="914400" y="1943100"/>
            <a:ext cx="7315200" cy="7429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6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01714F3-939B-447F-8CDE-922C27784D88}"/>
              </a:ext>
            </a:extLst>
          </p:cNvPr>
          <p:cNvSpPr>
            <a:spLocks xmlns:a="http://schemas.openxmlformats.org/drawingml/2006/main" noGrp="1"/>
          </p:cNvSpPr>
          <p:nvPr>
            <p:ph type="subTitle" idx="1"/>
          </p:nvPr>
        </p:nvSpPr>
        <p:spPr>
          <a:xfrm xmlns:a="http://schemas.openxmlformats.org/drawingml/2006/main">
            <a:off x="1371600" y="2828925"/>
            <a:ext cx="6400800" cy="571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1575"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A7851200-EBC7-4C23-BE06-0EC6EAAA3995}"/>
              </a:ext>
            </a:extLst>
          </p:cNvPr>
          <p:cNvSpPr>
            <a:spLocks xmlns:a="http://schemas.openxmlformats.org/drawingml/2006/main" noGrp="1"/>
          </p:cNvSpPr>
          <p:nvPr>
            <p:ph type="title" idx="0"/>
          </p:nvPr>
        </p:nvSpPr>
        <p:spPr>
          <a:xfrm xmlns:a="http://schemas.openxmlformats.org/drawingml/2006/main">
            <a:off x="914400" y="2143125"/>
            <a:ext cx="7315200" cy="857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315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CD5DAD-8944-470C-84ED-13B2DAA5053F}"/>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9A2C5C4-A374-4663-B26B-74639557DBAB}"/>
              </a:ext>
            </a:extLst>
          </p:cNvPr>
          <p:cNvSpPr>
            <a:spLocks xmlns:a="http://schemas.openxmlformats.org/drawingml/2006/main" noGrp="1"/>
          </p:cNvSpPr>
          <p:nvPr>
            <p:ph type="body" idx="1"/>
          </p:nvPr>
        </p:nvSpPr>
        <p:spPr>
          <a:xfrm xmlns:a="http://schemas.openxmlformats.org/drawingml/2006/main">
            <a:off x="514350" y="1428750"/>
            <a:ext cx="81153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67CC184-20FB-4898-AE45-063EDB49B0D6}"/>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7A5CF19-A76D-4EAF-8024-690D7D4A55C0}"/>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E99E054-389C-4C3A-AE03-E1EAA7B21D7E}"/>
              </a:ext>
            </a:extLst>
          </p:cNvPr>
          <p:cNvSpPr>
            <a:spLocks xmlns:a="http://schemas.openxmlformats.org/drawingml/2006/main" noGrp="1"/>
          </p:cNvSpPr>
          <p:nvPr>
            <p:ph type="body" idx="2"/>
          </p:nvPr>
        </p:nvSpPr>
        <p:spPr>
          <a:xfrm xmlns:a="http://schemas.openxmlformats.org/drawingml/2006/main">
            <a:off x="48577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575"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E293137-CDB5-4AD7-9EF0-D9A9CD3ECA16}"/>
              </a:ext>
            </a:extLst>
          </p:cNvPr>
          <p:cNvSpPr>
            <a:spLocks xmlns:a="http://schemas.openxmlformats.org/drawingml/2006/main" noGrp="1"/>
          </p:cNvSpPr>
          <p:nvPr>
            <p:ph type="title" idx="0"/>
          </p:nvPr>
        </p:nvSpPr>
        <p:spPr>
          <a:xfrm xmlns:a="http://schemas.openxmlformats.org/drawingml/2006/main">
            <a:off x="514350" y="400050"/>
            <a:ext cx="8115300" cy="6286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475"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E7BA86-CBCD-4E03-A7C6-1865599FAD91}"/>
              </a:ext>
            </a:extLst>
          </p:cNvPr>
          <p:cNvSpPr>
            <a:spLocks xmlns:a="http://schemas.openxmlformats.org/drawingml/2006/main" noGrp="1"/>
          </p:cNvSpPr>
          <p:nvPr>
            <p:ph type="body" idx="1"/>
          </p:nvPr>
        </p:nvSpPr>
        <p:spPr>
          <a:xfrm xmlns:a="http://schemas.openxmlformats.org/drawingml/2006/main">
            <a:off x="514350" y="1428750"/>
            <a:ext cx="3771900" cy="32004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1688" b="0">
                <a:solidFill>
                  <a:schemeClr val="tx1"/>
                </a:solidFill>
                <a:latin typeface="+mn-lt"/>
                <a:ea typeface="+mn-lt"/>
                <a:cs typeface="+mn-lt"/>
              </a:defRPr>
            </a:defPPr>
            <a:lvl1pPr marL="171450" indent="-171450">
              <a:lnSpc>
                <a:spcPct val="110000"/>
              </a:lnSpc>
              <a:spcBef>
                <a:spcPts val="0"/>
              </a:spcBef>
              <a:spcAft>
                <a:spcPts val="900"/>
              </a:spcAft>
              <a:buChar char="•"/>
            </a:lvl1pPr>
            <a:lvl2pPr marL="400050" indent="-171450">
              <a:lnSpc>
                <a:spcPct val="110000"/>
              </a:lnSpc>
              <a:spcBef>
                <a:spcPts val="0"/>
              </a:spcBef>
              <a:spcAft>
                <a:spcPts val="900"/>
              </a:spcAft>
              <a:buChar char="•"/>
            </a:lvl2pPr>
            <a:lvl3pPr marL="628650" indent="-171450">
              <a:lnSpc>
                <a:spcPct val="110000"/>
              </a:lnSpc>
              <a:spcBef>
                <a:spcPts val="0"/>
              </a:spcBef>
              <a:spcAft>
                <a:spcPts val="900"/>
              </a:spcAft>
              <a:buChar char="•"/>
            </a:lvl3pPr>
            <a:lvl4pPr marL="857250" indent="-171450">
              <a:lnSpc>
                <a:spcPct val="110000"/>
              </a:lnSpc>
              <a:spcBef>
                <a:spcPts val="0"/>
              </a:spcBef>
              <a:spcAft>
                <a:spcPts val="900"/>
              </a:spcAft>
              <a:buChar char="•"/>
            </a:lvl4pPr>
            <a:lvl5pPr marL="1085850" indent="-171450">
              <a:lnSpc>
                <a:spcPct val="110000"/>
              </a:lnSpc>
              <a:spcBef>
                <a:spcPts val="0"/>
              </a:spcBef>
              <a:spcAft>
                <a:spcPts val="900"/>
              </a:spcAft>
              <a:buChar char="•"/>
            </a:lvl5pPr>
            <a:lvl6pPr marL="1314450" indent="-171450">
              <a:lnSpc>
                <a:spcPct val="110000"/>
              </a:lnSpc>
              <a:spcBef>
                <a:spcPts val="0"/>
              </a:spcBef>
              <a:spcAft>
                <a:spcPts val="900"/>
              </a:spcAft>
              <a:buChar char="•"/>
            </a:lvl6pPr>
            <a:lvl7pPr marL="1543050" indent="-171450">
              <a:lnSpc>
                <a:spcPct val="110000"/>
              </a:lnSpc>
              <a:spcBef>
                <a:spcPts val="0"/>
              </a:spcBef>
              <a:spcAft>
                <a:spcPts val="900"/>
              </a:spcAft>
              <a:buChar char="•"/>
            </a:lvl7pPr>
            <a:lvl8pPr marL="1771650" indent="-171450">
              <a:lnSpc>
                <a:spcPct val="110000"/>
              </a:lnSpc>
              <a:spcBef>
                <a:spcPts val="0"/>
              </a:spcBef>
              <a:spcAft>
                <a:spcPts val="900"/>
              </a:spcAft>
              <a:buChar char="•"/>
            </a:lvl8pPr>
            <a:lvl9pPr marL="2000250" indent="-171450">
              <a:lnSpc>
                <a:spcPct val="110000"/>
              </a:lnSpc>
              <a:spcBef>
                <a:spcPts val="0"/>
              </a:spcBef>
              <a:spcAft>
                <a:spcPts val="9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d83d6d95a845eb" /><Relationship Type="http://schemas.openxmlformats.org/officeDocument/2006/relationships/slideLayout" Target="/ppt/slideLayouts/slideLayout1.xml" Id="R6da8669c66ba4e85" /><Relationship Type="http://schemas.openxmlformats.org/officeDocument/2006/relationships/slideLayout" Target="/ppt/slideLayouts/slideLayout2.xml" Id="R30f4f7793bc84297" /><Relationship Type="http://schemas.openxmlformats.org/officeDocument/2006/relationships/slideLayout" Target="/ppt/slideLayouts/slideLayout3.xml" Id="R2004b7d8da294c8b" /><Relationship Type="http://schemas.openxmlformats.org/officeDocument/2006/relationships/slideLayout" Target="/ppt/slideLayouts/slideLayout4.xml" Id="R27c92852d4fe4a4b" /><Relationship Type="http://schemas.openxmlformats.org/officeDocument/2006/relationships/slideLayout" Target="/ppt/slideLayouts/slideLayout5.xml" Id="Rd873ca6a48c3465d" /><Relationship Type="http://schemas.openxmlformats.org/officeDocument/2006/relationships/slideLayout" Target="/ppt/slideLayouts/slideLayout6.xml" Id="R3488c5a2f1ce4c9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da8669c66ba4e85"/>
    <p:sldLayoutId xmlns:r="http://schemas.openxmlformats.org/officeDocument/2006/relationships" id="2147483650" r:id="R30f4f7793bc84297"/>
    <p:sldLayoutId xmlns:r="http://schemas.openxmlformats.org/officeDocument/2006/relationships" id="2147483651" r:id="R2004b7d8da294c8b"/>
    <p:sldLayoutId xmlns:r="http://schemas.openxmlformats.org/officeDocument/2006/relationships" id="2147483652" r:id="R27c92852d4fe4a4b"/>
    <p:sldLayoutId xmlns:r="http://schemas.openxmlformats.org/officeDocument/2006/relationships" id="2147483653" r:id="Rd873ca6a48c3465d"/>
    <p:sldLayoutId xmlns:r="http://schemas.openxmlformats.org/officeDocument/2006/relationships" id="2147483654" r:id="R3488c5a2f1ce4c9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27f5e43504fc41de" /><Relationship Type="http://schemas.openxmlformats.org/officeDocument/2006/relationships/image" Target="/ppt/media/image.png" Id="R44e30a734a4c4444" /><Relationship Type="http://schemas.openxmlformats.org/officeDocument/2006/relationships/notesSlide" Target="/ppt/notesSlides/notesSlide1.xml" Id="R9aab27fb3dae47d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789c8dbe50d34b19" /><Relationship Type="http://schemas.openxmlformats.org/officeDocument/2006/relationships/notesSlide" Target="/ppt/notesSlides/notesSlide2.xml" Id="Rff8110204c3a4bf0"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da207c219b847ad" /><Relationship Type="http://schemas.openxmlformats.org/officeDocument/2006/relationships/image" Target="/ppt/media/image2.png" Id="Rdc723a507ea64c9a" /><Relationship Type="http://schemas.openxmlformats.org/officeDocument/2006/relationships/notesSlide" Target="/ppt/notesSlides/notesSlide3.xml" Id="R74b3b4d1f6ee40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cb14274d45c4f58" /><Relationship Type="http://schemas.openxmlformats.org/officeDocument/2006/relationships/image" Target="/ppt/media/image3.png" Id="Rec92ff0f09614dc9" /><Relationship Type="http://schemas.openxmlformats.org/officeDocument/2006/relationships/image" Target="/ppt/media/image4.png" Id="R8200bd7b08214134" /><Relationship Type="http://schemas.openxmlformats.org/officeDocument/2006/relationships/image" Target="/ppt/media/image5.png" Id="R9aa32a9d89cc4be7" /><Relationship Type="http://schemas.openxmlformats.org/officeDocument/2006/relationships/image" Target="/ppt/media/image6.png" Id="R45167da977f5416d" /><Relationship Type="http://schemas.openxmlformats.org/officeDocument/2006/relationships/notesSlide" Target="/ppt/notesSlides/notesSlide4.xml" Id="Rcd62b1abff5241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f85c7615944524" /><Relationship Type="http://schemas.openxmlformats.org/officeDocument/2006/relationships/image" Target="/ppt/media/image.jpeg" Id="Rab14a784f66f4bb8" /><Relationship Type="http://schemas.openxmlformats.org/officeDocument/2006/relationships/notesSlide" Target="/ppt/notesSlides/notesSlide5.xml" Id="R8c4bd5701a7248a7"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314a194e0a64066" /><Relationship Type="http://schemas.openxmlformats.org/officeDocument/2006/relationships/image" Target="/ppt/media/image2.jpeg" Id="R97770742c00e4ae3" /><Relationship Type="http://schemas.openxmlformats.org/officeDocument/2006/relationships/image" Target="/ppt/media/image3.jpeg" Id="Rb5bdc0ea35ab47e0" /><Relationship Type="http://schemas.openxmlformats.org/officeDocument/2006/relationships/image" Target="/ppt/media/image4.jpeg" Id="Reb0d34b050df447d" /><Relationship Type="http://schemas.openxmlformats.org/officeDocument/2006/relationships/notesSlide" Target="/ppt/notesSlides/notesSlide6.xml" Id="Rc9f30067b00d40f2"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8a147a8c6f474a" /><Relationship Type="http://schemas.openxmlformats.org/officeDocument/2006/relationships/image" Target="/ppt/media/image7.png" Id="Rd1c8b483f71c46a6" /><Relationship Type="http://schemas.openxmlformats.org/officeDocument/2006/relationships/notesSlide" Target="/ppt/notesSlides/notesSlide7.xml" Id="R72fe6d08728c4d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fd6c92119cfe43a4" /><Relationship Type="http://schemas.openxmlformats.org/officeDocument/2006/relationships/image" Target="/ppt/media/image8.png" Id="R34b673fb01ba4598" /><Relationship Type="http://schemas.openxmlformats.org/officeDocument/2006/relationships/image" Target="/ppt/media/image9.png" Id="R449a0222280b4aed" /><Relationship Type="http://schemas.openxmlformats.org/officeDocument/2006/relationships/image" Target="/ppt/media/image10.png" Id="R0ffffe8e55964610" /><Relationship Type="http://schemas.openxmlformats.org/officeDocument/2006/relationships/notesSlide" Target="/ppt/notesSlides/notesSlide8.xml" Id="R61085ff4fc4047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7596a3ff58747e4" /><Relationship Type="http://schemas.openxmlformats.org/officeDocument/2006/relationships/notesSlide" Target="/ppt/notesSlides/notesSlide9.xml" Id="R058e1af84eb5424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76409002f374c38" /><Relationship Type="http://schemas.openxmlformats.org/officeDocument/2006/relationships/image" Target="/ppt/media/image11.png" Id="Rcde359ef465d4127" /><Relationship Type="http://schemas.openxmlformats.org/officeDocument/2006/relationships/notesSlide" Target="/ppt/notesSlides/notesSlide10.xml" Id="Rd545423c1ce8409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f8866dfe7cb47d3" /><Relationship Type="http://schemas.openxmlformats.org/officeDocument/2006/relationships/image" Target="/ppt/media/image12.png" Id="R1ef00d99ab424d1e" /><Relationship Type="http://schemas.openxmlformats.org/officeDocument/2006/relationships/notesSlide" Target="/ppt/notesSlides/notesSlide11.xml" Id="R6a7489a08a4f4ff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f14e0d32453e456f" /><Relationship Type="http://schemas.openxmlformats.org/officeDocument/2006/relationships/image" Target="/ppt/media/image13.png" Id="Rffa54f1668024557" /><Relationship Type="http://schemas.openxmlformats.org/officeDocument/2006/relationships/image" Target="/ppt/media/image5.jpeg" Id="R1bf198c836c34a1a" /><Relationship Type="http://schemas.openxmlformats.org/officeDocument/2006/relationships/notesSlide" Target="/ppt/notesSlides/notesSlide12.xml" Id="R59fddc7dedc9418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5553566611b4351" /><Relationship Type="http://schemas.openxmlformats.org/officeDocument/2006/relationships/image" Target="/ppt/media/image14.png" Id="Rb23953194bed4096" /><Relationship Type="http://schemas.openxmlformats.org/officeDocument/2006/relationships/image" Target="/ppt/media/image6.jpeg" Id="Rb215a2a99c954c8b" /><Relationship Type="http://schemas.openxmlformats.org/officeDocument/2006/relationships/notesSlide" Target="/ppt/notesSlides/notesSlide13.xml" Id="Red31a48886ec40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480858229fe4a13" /><Relationship Type="http://schemas.openxmlformats.org/officeDocument/2006/relationships/image" Target="/ppt/media/image15.png" Id="Rd38b1a1db34a4d48" /><Relationship Type="http://schemas.openxmlformats.org/officeDocument/2006/relationships/image" Target="/ppt/media/image16.png" Id="Rba2b2d25918c4865" /><Relationship Type="http://schemas.openxmlformats.org/officeDocument/2006/relationships/image" Target="/ppt/media/image7.jpeg" Id="R828cf71279524503" /><Relationship Type="http://schemas.openxmlformats.org/officeDocument/2006/relationships/notesSlide" Target="/ppt/notesSlides/notesSlide14.xml" Id="Rea7c6adc73ec4ed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4b9fa12dc8e540e1" /><Relationship Type="http://schemas.openxmlformats.org/officeDocument/2006/relationships/image" Target="/ppt/media/image17.png" Id="Rb6b11d86ee3a4c7f" /><Relationship Type="http://schemas.openxmlformats.org/officeDocument/2006/relationships/image" Target="/ppt/media/image8.jpeg" Id="Rcbfb3da5ec18447c" /><Relationship Type="http://schemas.openxmlformats.org/officeDocument/2006/relationships/notesSlide" Target="/ppt/notesSlides/notesSlide15.xml" Id="Raac07281bb6441ea"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e56163b64566461f" /><Relationship Type="http://schemas.openxmlformats.org/officeDocument/2006/relationships/image" Target="/ppt/media/image18.png" Id="R38327a1981b04ebc" /><Relationship Type="http://schemas.openxmlformats.org/officeDocument/2006/relationships/image" Target="/ppt/media/image9.jpeg" Id="R81e9a6221e8a412b" /><Relationship Type="http://schemas.openxmlformats.org/officeDocument/2006/relationships/notesSlide" Target="/ppt/notesSlides/notesSlide16.xml" Id="Rc96740eefae24c4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1a94ab0fa22c4c69" /><Relationship Type="http://schemas.openxmlformats.org/officeDocument/2006/relationships/image" Target="/ppt/media/image19.png" Id="R7e3236f450334423" /><Relationship Type="http://schemas.openxmlformats.org/officeDocument/2006/relationships/image" Target="/ppt/media/image10.jpeg" Id="R8e88168216ac4380" /><Relationship Type="http://schemas.openxmlformats.org/officeDocument/2006/relationships/image" Target="/ppt/media/image20.png" Id="Rb37c9fcc1e624023" /><Relationship Type="http://schemas.openxmlformats.org/officeDocument/2006/relationships/image" Target="/ppt/media/image21.png" Id="Rbe38e0621c1f486b" /><Relationship Type="http://schemas.openxmlformats.org/officeDocument/2006/relationships/notesSlide" Target="/ppt/notesSlides/notesSlide17.xml" Id="R32e27fb1ba82482f"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803d929a6b734fad" /><Relationship Type="http://schemas.openxmlformats.org/officeDocument/2006/relationships/image" Target="/ppt/media/image22.png" Id="Rab6599b4644e4814" /><Relationship Type="http://schemas.openxmlformats.org/officeDocument/2006/relationships/image" Target="/ppt/media/image11.jpeg" Id="R41c985c3e91c4dc4" /><Relationship Type="http://schemas.openxmlformats.org/officeDocument/2006/relationships/notesSlide" Target="/ppt/notesSlides/notesSlide18.xml" Id="R295017a69d9443f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0170e7e581504d99" /><Relationship Type="http://schemas.openxmlformats.org/officeDocument/2006/relationships/image" Target="/ppt/media/image23.png" Id="R0e5612b32a4d43a0" /><Relationship Type="http://schemas.openxmlformats.org/officeDocument/2006/relationships/image" Target="/ppt/media/image12.jpeg" Id="Rc4c9a9e5b675419e" /><Relationship Type="http://schemas.openxmlformats.org/officeDocument/2006/relationships/notesSlide" Target="/ppt/notesSlides/notesSlide19.xml" Id="R62c18f68959a4c8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22baf9f03c674f68" /><Relationship Type="http://schemas.openxmlformats.org/officeDocument/2006/relationships/image" Target="/ppt/media/image24.png" Id="R6d23896268f14b5a" /><Relationship Type="http://schemas.openxmlformats.org/officeDocument/2006/relationships/image" Target="/ppt/media/image25.png" Id="Re665acc9c6344d5a" /><Relationship Type="http://schemas.openxmlformats.org/officeDocument/2006/relationships/image" Target="/ppt/media/image26.png" Id="R58550341c18444ab" /><Relationship Type="http://schemas.openxmlformats.org/officeDocument/2006/relationships/image" Target="/ppt/media/image27.png" Id="Re677723e66e24c4d" /><Relationship Type="http://schemas.openxmlformats.org/officeDocument/2006/relationships/notesSlide" Target="/ppt/notesSlides/notesSlide20.xml" Id="R99c650216efc411b"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e96e9652e38443a2" /><Relationship Type="http://schemas.openxmlformats.org/officeDocument/2006/relationships/notesSlide" Target="/ppt/notesSlides/notesSlide21.xml" Id="R92226344af224d3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bce43ac2947b43a5" /><Relationship Type="http://schemas.openxmlformats.org/officeDocument/2006/relationships/chart" Target="/ppt/slides/charts/chart1.xml" Id="R5357e6de9be2425e" /><Relationship Type="http://schemas.openxmlformats.org/officeDocument/2006/relationships/notesSlide" Target="/ppt/notesSlides/notesSlide22.xml" Id="R93a569291a6b459b"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ec251933062e40a1" /><Relationship Type="http://schemas.openxmlformats.org/officeDocument/2006/relationships/image" Target="/ppt/media/image28.png" Id="R86b952810c3d4d39" /><Relationship Type="http://schemas.openxmlformats.org/officeDocument/2006/relationships/image" Target="/ppt/media/image29.png" Id="R2fea31e0ae7743ac" /><Relationship Type="http://schemas.openxmlformats.org/officeDocument/2006/relationships/image" Target="/ppt/media/image30.png" Id="Racb9fa53f88e45a7" /><Relationship Type="http://schemas.openxmlformats.org/officeDocument/2006/relationships/image" Target="/ppt/media/image31.png" Id="R85ba3a1e12c84902" /><Relationship Type="http://schemas.openxmlformats.org/officeDocument/2006/relationships/image" Target="/ppt/media/image32.png" Id="Rcbec87927a304501" /><Relationship Type="http://schemas.openxmlformats.org/officeDocument/2006/relationships/image" Target="/ppt/media/image33.png" Id="R06fd72664ef14426" /><Relationship Type="http://schemas.openxmlformats.org/officeDocument/2006/relationships/notesSlide" Target="/ppt/notesSlides/notesSlide23.xml" Id="R8d25173e58994d5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46eecb340dea405d" /><Relationship Type="http://schemas.openxmlformats.org/officeDocument/2006/relationships/image" Target="/ppt/media/image34.png" Id="R14f199afc58640ad" /><Relationship Type="http://schemas.openxmlformats.org/officeDocument/2006/relationships/notesSlide" Target="/ppt/notesSlides/notesSlide24.xml" Id="Rd244c692fcd04634"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8391478f89b54ea4" /><Relationship Type="http://schemas.openxmlformats.org/officeDocument/2006/relationships/image" Target="/ppt/media/image35.png" Id="R5136d03caa9648f8" /><Relationship Type="http://schemas.openxmlformats.org/officeDocument/2006/relationships/image" Target="/ppt/media/image36.png" Id="R34e9ed5eee0d4021" /><Relationship Type="http://schemas.openxmlformats.org/officeDocument/2006/relationships/image" Target="/ppt/media/image37.png" Id="R658639c951f942bb" /><Relationship Type="http://schemas.openxmlformats.org/officeDocument/2006/relationships/notesSlide" Target="/ppt/notesSlides/notesSlide25.xml" Id="Rc71ff2e2c4e84fc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8298ce4823d24a0d" /><Relationship Type="http://schemas.openxmlformats.org/officeDocument/2006/relationships/image" Target="/ppt/media/image38.png" Id="R0ecc471fde914b16" /><Relationship Type="http://schemas.openxmlformats.org/officeDocument/2006/relationships/image" Target="/ppt/media/image39.png" Id="R13a6afa11bf64021" /><Relationship Type="http://schemas.openxmlformats.org/officeDocument/2006/relationships/image" Target="/ppt/media/image40.png" Id="Rdee196d30f7c42a8" /><Relationship Type="http://schemas.openxmlformats.org/officeDocument/2006/relationships/image" Target="/ppt/media/image41.png" Id="R1ede00b6da954791" /><Relationship Type="http://schemas.openxmlformats.org/officeDocument/2006/relationships/notesSlide" Target="/ppt/notesSlides/notesSlide26.xml" Id="R0c06411b5d88462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f97264d4ac9843ac" /><Relationship Type="http://schemas.openxmlformats.org/officeDocument/2006/relationships/notesSlide" Target="/ppt/notesSlides/notesSlide27.xml" Id="R48e0681355224fb7"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f96a2364796f4dff" /><Relationship Type="http://schemas.openxmlformats.org/officeDocument/2006/relationships/notesSlide" Target="/ppt/notesSlides/notesSlide28.xml" Id="R5d48cc30ef0a42b6"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cf8e953be41545d5" /><Relationship Type="http://schemas.openxmlformats.org/officeDocument/2006/relationships/image" Target="/ppt/media/image42.png" Id="R1f0a831a6d514d65" /><Relationship Type="http://schemas.openxmlformats.org/officeDocument/2006/relationships/image" Target="/ppt/media/image43.png" Id="R37c6cbae77704e86" /><Relationship Type="http://schemas.openxmlformats.org/officeDocument/2006/relationships/image" Target="/ppt/media/image44.png" Id="R70aebc116a204cf8" /><Relationship Type="http://schemas.openxmlformats.org/officeDocument/2006/relationships/notesSlide" Target="/ppt/notesSlides/notesSlide29.xml" Id="R0006dfbcebf2460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e1a628aef9f54819" /><Relationship Type="http://schemas.openxmlformats.org/officeDocument/2006/relationships/image" Target="/ppt/media/image45.png" Id="Radc33452e44d4832" /><Relationship Type="http://schemas.openxmlformats.org/officeDocument/2006/relationships/notesSlide" Target="/ppt/notesSlides/notesSlide30.xml" Id="R436f1df3860b4da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1"/>
        <c:ser>
          <c:idx val="0"/>
          <c:order val="0"/>
          <c:tx>
            <c:v>연환산 매출</c:v>
          </c:tx>
          <c:dPt>
            <c:idx val="0"/>
            <c:invertIfNegative val="0"/>
            <c:spPr>
              <a:solidFill xmlns:a="http://schemas.openxmlformats.org/drawingml/2006/main">
                <a:srgbClr val="729690"/>
              </a:solidFill>
            </c:spPr>
          </c:dPt>
          <c:dPt>
            <c:idx val="1"/>
            <c:invertIfNegative val="0"/>
            <c:spPr>
              <a:solidFill xmlns:a="http://schemas.openxmlformats.org/drawingml/2006/main">
                <a:srgbClr val="183E35"/>
              </a:solidFill>
            </c:spPr>
          </c:dPt>
          <c:dPt>
            <c:idx val="2"/>
            <c:invertIfNegative val="0"/>
            <c:spPr>
              <a:solidFill xmlns:a="http://schemas.openxmlformats.org/drawingml/2006/main">
                <a:srgbClr val="567D89"/>
              </a:solidFill>
            </c:spPr>
          </c:dPt>
          <c:cat>
            <c:strRef>
              <c:f>'Chart Data'!$A$2:$A$4</c:f>
              <c:strCache>
                <c:ptCount val="3"/>
                <c:pt idx="0">
                  <c:v>0.5%  948개</c:v>
                </c:pt>
                <c:pt idx="1">
                  <c:v>1%  1,897개</c:v>
                </c:pt>
                <c:pt idx="2">
                  <c:v>2%  3,793개</c:v>
                </c:pt>
              </c:strCache>
            </c:strRef>
          </c:cat>
          <c:val>
            <c:numRef>
              <c:f>'Chart Data'!$B$2:$B$4</c:f>
              <c:numCache>
                <c:formatCode>0</c:formatCode>
                <c:ptCount val="3"/>
                <c:pt idx="0">
                  <c:v>4.74</c:v>
                </c:pt>
                <c:pt idx="1">
                  <c:v>9.49</c:v>
                </c:pt>
                <c:pt idx="2">
                  <c:v>18.97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025">
                  <a:solidFill>
                    <a:srgbClr val="183E35"/>
                  </a:solidFill>
                  <a:latin typeface="Pretendard"/>
                  <a:ea typeface="Pretendard"/>
                  <a:cs typeface="Pretendard"/>
                </a:defRPr>
              </a:pPr>
            </a:p>
          </c:txPr>
          <c:dLblPos val="outEnd"/>
          <c:showLegendKey val="0"/>
          <c:showVal val="1"/>
          <c:showCatName val="0"/>
          <c:showSerName val="0"/>
          <c:showPercent val="0"/>
          <c:showBubbleSize val="0"/>
          <c:showLeaderLines val="0"/>
        </c:dLbls>
        <c:gapWidth val="86"/>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183E35"/>
                </a:solidFill>
                <a:latin typeface="Pretendard"/>
                <a:ea typeface="Pretendard"/>
                <a:cs typeface="Pretendard"/>
              </a:defRPr>
            </a:pPr>
          </a:p>
        </c:txPr>
        <c:crossAx val="48672768"/>
      </c:catAx>
      <c:valAx>
        <c:axId val="48672768"/>
        <c:scaling>
          <c:orientation val="minMax"/>
          <c:max val="25"/>
          <c:min val="0"/>
        </c:scaling>
        <c:delete val="0"/>
        <c:axPos val="b"/>
        <c:majorGridlines>
          <c:spPr>
            <a:ln xmlns:a="http://schemas.openxmlformats.org/drawingml/2006/main" w="9525">
              <a:solidFill>
                <a:srgbClr val="D2DCD6"/>
              </a:solidFill>
            </a:ln>
          </c:spPr>
        </c:majorGridlines>
        <c:title>
          <c:tx>
            <c:rich>
              <a:bodyPr xmlns:a="http://schemas.openxmlformats.org/drawingml/2006/main"/>
              <a:lstStyle xmlns:a="http://schemas.openxmlformats.org/drawingml/2006/main"/>
              <a:p xmlns:a="http://schemas.openxmlformats.org/drawingml/2006/main">
                <a:r>
                  <a:rPr>
                    <a:latin typeface="Pretendard"/>
                    <a:ea typeface="Pretendard"/>
                    <a:cs typeface="Pretendard"/>
                  </a:rPr>
                  <a:t>억원 / 년</a:t>
                </a:r>
              </a:p>
            </c:rich>
          </c:tx>
          <c:overlay val="0"/>
          <c:txPr>
            <a:bodyPr xmlns:a="http://schemas.openxmlformats.org/drawingml/2006/main" anchorCtr="1"/>
            <a:lstStyle xmlns:a="http://schemas.openxmlformats.org/drawingml/2006/main"/>
            <a:p xmlns:a="http://schemas.openxmlformats.org/drawingml/2006/main">
              <a:pPr>
                <a:defRPr>
                  <a:latin typeface="Pretendard"/>
                  <a:ea typeface="Pretendard"/>
                  <a:cs typeface="Pretendard"/>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687568"/>
                </a:solidFill>
                <a:latin typeface="Pretendard"/>
                <a:ea typeface="Pretendard"/>
                <a:cs typeface="Pretendard"/>
              </a:defRPr>
            </a:pPr>
          </a:p>
        </c:txPr>
        <c:crossAx val="48650112"/>
        <c:crossBetween val="between"/>
        <c:majorUnit val="5"/>
      </c:valAx>
      <c:spPr>
        <a:solidFill xmlns:a="http://schemas.openxmlformats.org/drawingml/2006/main">
          <a:srgbClr val="F5F2E9"/>
        </a:solidFill>
      </c:spPr>
    </c:plotArea>
    <c:plotVisOnly val="1"/>
  </c:chart>
  <c:spPr>
    <a:solidFill xmlns:a="http://schemas.openxmlformats.org/drawingml/2006/main">
      <a:srgbClr val="F5F2E9"/>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4" name="">
            <a:extLst xmlns:a="http://schemas.openxmlformats.org/drawingml/2006/main">
              <a:ext uri="{FF2B5EF4-FFF2-40B4-BE49-F238E27FC236}">
                <a16:creationId xmlns:a16="http://schemas.microsoft.com/office/drawing/2014/main" id="{5F4A8C46-0CFC-4954-A4E2-64E93FABE50B}"/>
              </a:ext>
            </a:extLst>
          </p:cNvPr>
          <p:cNvPicPr>
            <a:picLocks xmlns:a="http://schemas.openxmlformats.org/drawingml/2006/main" noChangeAspect="1"/>
          </p:cNvPicPr>
          <p:nvPr/>
        </p:nvPicPr>
        <p:blipFill>
          <a:blip xmlns:r="http://schemas.openxmlformats.org/officeDocument/2006/relationships" xmlns:a="http://schemas.openxmlformats.org/drawingml/2006/main" r:embed="R44e30a734a4c4444"/>
          <a:stretch xmlns:a="http://schemas.openxmlformats.org/drawingml/2006/main"/>
        </p:blipFill>
        <p:spPr>
          <a:xfrm xmlns:a="http://schemas.openxmlformats.org/drawingml/2006/main">
            <a:off x="3962400" y="819150"/>
            <a:ext cx="1219200" cy="1219200"/>
          </a:xfrm>
          <a:prstGeom xmlns:a="http://schemas.openxmlformats.org/drawingml/2006/main" prst="rect">
            <a:avLst/>
          </a:prstGeom>
        </p:spPr>
      </p:pic>
      <p:sp>
        <p:nvSpPr>
          <p:cNvPr id="2" name="아버지와의 통화">
            <a:extLst xmlns:a="http://schemas.openxmlformats.org/drawingml/2006/main">
              <a:ext uri="{FF2B5EF4-FFF2-40B4-BE49-F238E27FC236}">
                <a16:creationId xmlns:a16="http://schemas.microsoft.com/office/drawing/2014/main" id="{EE25CDEB-F1A9-49E1-B32A-37D8ADFEDB2D}"/>
              </a:ext>
            </a:extLst>
          </p:cNvPr>
          <p:cNvSpPr>
            <a:spLocks xmlns:a="http://schemas.openxmlformats.org/drawingml/2006/main" noGrp="1"/>
          </p:cNvSpPr>
          <p:nvPr/>
        </p:nvSpPr>
        <p:spPr>
          <a:xfrm xmlns:a="http://schemas.openxmlformats.org/drawingml/2006/main">
            <a:off x="495300" y="2657475"/>
            <a:ext cx="81534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4125" b="1">
                <a:solidFill>
                  <a:srgbClr val="183E35"/>
                </a:solidFill>
                <a:latin typeface="Pretendard"/>
                <a:ea typeface="Pretendard"/>
                <a:cs typeface="Pretendard"/>
              </a:defRPr>
            </a:defPPr>
          </a:lstStyle>
          <a:p xmlns:a="http://schemas.openxmlformats.org/drawingml/2006/main">
            <a:pPr algn="ctr">
              <a:defRPr sz="4125" b="1">
                <a:solidFill>
                  <a:srgbClr val="183E35"/>
                </a:solidFill>
                <a:latin typeface="Pretendard"/>
                <a:ea typeface="Pretendard"/>
                <a:cs typeface="Pretendard"/>
              </a:defRPr>
            </a:pPr>
            <a:r>
              <a:rPr sz="4125" b="1">
                <a:solidFill>
                  <a:srgbClr val="183E35"/>
                </a:solidFill>
                <a:latin typeface="Pretendard"/>
                <a:ea typeface="Pretendard"/>
                <a:cs typeface="Pretendard"/>
              </a:rPr>
              <a:t>아버지와의 통화</a:t>
            </a:r>
          </a:p>
        </p:txBody>
      </p:sp>
      <p:sp>
        <p:nvSpPr>
          <p:cNvPr id="3" name="통화 녹음">
            <a:extLst xmlns:a="http://schemas.openxmlformats.org/drawingml/2006/main">
              <a:ext uri="{FF2B5EF4-FFF2-40B4-BE49-F238E27FC236}">
                <a16:creationId xmlns:a16="http://schemas.microsoft.com/office/drawing/2014/main" id="{0E07C3A5-D4C2-4E30-B93D-285B9E44FB58}"/>
              </a:ext>
            </a:extLst>
          </p:cNvPr>
          <p:cNvSpPr>
            <a:spLocks xmlns:a="http://schemas.openxmlformats.org/drawingml/2006/main" noGrp="1"/>
          </p:cNvSpPr>
          <p:nvPr/>
        </p:nvSpPr>
        <p:spPr>
          <a:xfrm xmlns:a="http://schemas.openxmlformats.org/drawingml/2006/main">
            <a:off x="495300" y="3838575"/>
            <a:ext cx="8153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a:solidFill>
                  <a:srgbClr val="687568"/>
                </a:solidFill>
                <a:latin typeface="Pretendard"/>
                <a:ea typeface="Pretendard"/>
                <a:cs typeface="Pretendard"/>
              </a:defRPr>
            </a:defPPr>
          </a:lstStyle>
          <a:p xmlns:a="http://schemas.openxmlformats.org/drawingml/2006/main">
            <a:pPr algn="ctr">
              <a:defRPr sz="1650">
                <a:solidFill>
                  <a:srgbClr val="687568"/>
                </a:solidFill>
                <a:latin typeface="Pretendard"/>
                <a:ea typeface="Pretendard"/>
                <a:cs typeface="Pretendard"/>
              </a:defRPr>
            </a:pPr>
            <a:r>
              <a:rPr sz="1650">
                <a:solidFill>
                  <a:srgbClr val="687568"/>
                </a:solidFill>
                <a:latin typeface="Pretendard"/>
                <a:ea typeface="Pretendard"/>
                <a:cs typeface="Pretendard"/>
              </a:rPr>
              <a:t>통화 녹음</a:t>
            </a:r>
          </a:p>
        </p:txBody>
      </p:sp>
    </p:spTree>
    <p:extLst>
      <p:ext uri="{BB962C8B-B14F-4D97-AF65-F5344CB8AC3E}">
        <p14:creationId xmlns:p14="http://schemas.microsoft.com/office/powerpoint/2010/main" val="1978708865"/>
      </p:ext>
    </p:extLst>
  </p:cSld>
</p:sld>
</file>

<file path=ppt/slides/slide2.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4" name="여러분의 종중은">
            <a:extLst xmlns:a="http://schemas.openxmlformats.org/drawingml/2006/main">
              <a:ext uri="{FF2B5EF4-FFF2-40B4-BE49-F238E27FC236}">
                <a16:creationId xmlns:a16="http://schemas.microsoft.com/office/drawing/2014/main" id="{5F8A4BDB-750F-4C5D-A041-95E6A225E7B9}"/>
              </a:ext>
            </a:extLst>
          </p:cNvPr>
          <p:cNvSpPr>
            <a:spLocks xmlns:a="http://schemas.openxmlformats.org/drawingml/2006/main" noGrp="1"/>
          </p:cNvSpPr>
          <p:nvPr/>
        </p:nvSpPr>
        <p:spPr>
          <a:xfrm xmlns:a="http://schemas.openxmlformats.org/drawingml/2006/main">
            <a:off x="628650" y="1219200"/>
            <a:ext cx="78867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875" b="1">
                <a:solidFill>
                  <a:srgbClr val="F5F2E9"/>
                </a:solidFill>
                <a:latin typeface="Pretendard"/>
                <a:ea typeface="Pretendard"/>
                <a:cs typeface="Pretendard"/>
              </a:defRPr>
            </a:defPPr>
          </a:lstStyle>
          <a:p xmlns:a="http://schemas.openxmlformats.org/drawingml/2006/main">
            <a:pPr algn="l">
              <a:defRPr sz="4875" b="1">
                <a:solidFill>
                  <a:srgbClr val="F5F2E9"/>
                </a:solidFill>
                <a:latin typeface="Pretendard"/>
                <a:ea typeface="Pretendard"/>
                <a:cs typeface="Pretendard"/>
              </a:defRPr>
            </a:pPr>
            <a:r>
              <a:rPr sz="4875" b="1">
                <a:solidFill>
                  <a:srgbClr val="F5F2E9"/>
                </a:solidFill>
                <a:latin typeface="Pretendard"/>
                <a:ea typeface="Pretendard"/>
                <a:cs typeface="Pretendard"/>
              </a:rPr>
              <a:t>여러분의 종중은</a:t>
            </a:r>
          </a:p>
        </p:txBody>
      </p:sp>
      <p:sp>
        <p:nvSpPr>
          <p:cNvPr id="2" name="안녕">
            <a:extLst xmlns:a="http://schemas.openxmlformats.org/drawingml/2006/main">
              <a:ext uri="{FF2B5EF4-FFF2-40B4-BE49-F238E27FC236}">
                <a16:creationId xmlns:a16="http://schemas.microsoft.com/office/drawing/2014/main" id="{7F22C1C8-A9A5-4A39-8E05-BA43B93ACC06}"/>
              </a:ext>
            </a:extLst>
          </p:cNvPr>
          <p:cNvSpPr>
            <a:spLocks xmlns:a="http://schemas.openxmlformats.org/drawingml/2006/main" noGrp="1"/>
          </p:cNvSpPr>
          <p:nvPr/>
        </p:nvSpPr>
        <p:spPr>
          <a:xfrm xmlns:a="http://schemas.openxmlformats.org/drawingml/2006/main">
            <a:off x="619125" y="2352675"/>
            <a:ext cx="170497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D05258"/>
                </a:solidFill>
                <a:latin typeface="Pretendard"/>
                <a:ea typeface="Pretendard"/>
                <a:cs typeface="Pretendard"/>
              </a:defRPr>
            </a:defPPr>
          </a:lstStyle>
          <a:p xmlns:a="http://schemas.openxmlformats.org/drawingml/2006/main">
            <a:pPr algn="l">
              <a:defRPr sz="6300" b="1">
                <a:solidFill>
                  <a:srgbClr val="D05258"/>
                </a:solidFill>
                <a:latin typeface="Pretendard"/>
                <a:ea typeface="Pretendard"/>
                <a:cs typeface="Pretendard"/>
              </a:defRPr>
            </a:pPr>
            <a:r>
              <a:rPr sz="6300" b="1">
                <a:solidFill>
                  <a:srgbClr val="D05258"/>
                </a:solidFill>
                <a:latin typeface="Pretendard"/>
                <a:ea typeface="Pretendard"/>
                <a:cs typeface="Pretendard"/>
              </a:rPr>
              <a:t>안녕</a:t>
            </a:r>
          </a:p>
        </p:txBody>
      </p:sp>
      <p:sp>
        <p:nvSpPr>
          <p:cNvPr id="3" name="하십니까?">
            <a:extLst xmlns:a="http://schemas.openxmlformats.org/drawingml/2006/main">
              <a:ext uri="{FF2B5EF4-FFF2-40B4-BE49-F238E27FC236}">
                <a16:creationId xmlns:a16="http://schemas.microsoft.com/office/drawing/2014/main" id="{1D5B61E2-6210-4ECD-B628-8A0C4C8E74E8}"/>
              </a:ext>
            </a:extLst>
          </p:cNvPr>
          <p:cNvSpPr>
            <a:spLocks xmlns:a="http://schemas.openxmlformats.org/drawingml/2006/main" noGrp="1"/>
          </p:cNvSpPr>
          <p:nvPr/>
        </p:nvSpPr>
        <p:spPr>
          <a:xfrm xmlns:a="http://schemas.openxmlformats.org/drawingml/2006/main">
            <a:off x="2324100" y="2352675"/>
            <a:ext cx="59531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하십니까?</a:t>
            </a:r>
          </a:p>
        </p:txBody>
      </p:sp>
    </p:spTree>
    <p:extLst>
      <p:ext uri="{BB962C8B-B14F-4D97-AF65-F5344CB8AC3E}">
        <p14:creationId xmlns:p14="http://schemas.microsoft.com/office/powerpoint/2010/main" val="1077374317"/>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4" name="전주이씨">
            <a:extLst xmlns:a="http://schemas.openxmlformats.org/drawingml/2006/main">
              <a:ext uri="{FF2B5EF4-FFF2-40B4-BE49-F238E27FC236}">
                <a16:creationId xmlns:a16="http://schemas.microsoft.com/office/drawing/2014/main" id="{DF8C7DAB-314D-411C-9015-496F249C540F}"/>
              </a:ext>
            </a:extLst>
          </p:cNvPr>
          <p:cNvSpPr>
            <a:spLocks xmlns:a="http://schemas.openxmlformats.org/drawingml/2006/main" noGrp="1"/>
          </p:cNvSpPr>
          <p:nvPr/>
        </p:nvSpPr>
        <p:spPr>
          <a:xfrm xmlns:a="http://schemas.openxmlformats.org/drawingml/2006/main">
            <a:off x="485775" y="228600"/>
            <a:ext cx="81724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183E35"/>
                </a:solidFill>
                <a:latin typeface="Pretendard"/>
                <a:ea typeface="Pretendard"/>
                <a:cs typeface="Pretendard"/>
              </a:defRPr>
            </a:defPPr>
          </a:lstStyle>
          <a:p xmlns:a="http://schemas.openxmlformats.org/drawingml/2006/main">
            <a:pPr algn="ctr">
              <a:defRPr sz="1800">
                <a:solidFill>
                  <a:srgbClr val="183E35"/>
                </a:solidFill>
                <a:latin typeface="Pretendard"/>
                <a:ea typeface="Pretendard"/>
                <a:cs typeface="Pretendard"/>
              </a:defRPr>
            </a:pPr>
            <a:r>
              <a:rPr sz="1800">
                <a:solidFill>
                  <a:srgbClr val="183E35"/>
                </a:solidFill>
                <a:latin typeface="Pretendard"/>
                <a:ea typeface="Pretendard"/>
                <a:cs typeface="Pretendard"/>
              </a:rPr>
              <a:t>전주이씨</a:t>
            </a:r>
          </a:p>
        </p:txBody>
      </p:sp>
      <p:sp>
        <p:nvSpPr>
          <p:cNvPr id="2" name="임영대군파종중">
            <a:extLst xmlns:a="http://schemas.openxmlformats.org/drawingml/2006/main">
              <a:ext uri="{FF2B5EF4-FFF2-40B4-BE49-F238E27FC236}">
                <a16:creationId xmlns:a16="http://schemas.microsoft.com/office/drawing/2014/main" id="{F36A68BB-A40C-490D-8DE9-D62F657F355D}"/>
              </a:ext>
            </a:extLst>
          </p:cNvPr>
          <p:cNvSpPr>
            <a:spLocks xmlns:a="http://schemas.openxmlformats.org/drawingml/2006/main" noGrp="1"/>
          </p:cNvSpPr>
          <p:nvPr/>
        </p:nvSpPr>
        <p:spPr>
          <a:xfrm xmlns:a="http://schemas.openxmlformats.org/drawingml/2006/main">
            <a:off x="485775" y="571500"/>
            <a:ext cx="81724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625" b="1">
                <a:solidFill>
                  <a:srgbClr val="183E35"/>
                </a:solidFill>
                <a:latin typeface="Pretendard"/>
                <a:ea typeface="Pretendard"/>
                <a:cs typeface="Pretendard"/>
              </a:defRPr>
            </a:defPPr>
          </a:lstStyle>
          <a:p xmlns:a="http://schemas.openxmlformats.org/drawingml/2006/main">
            <a:pPr algn="ctr">
              <a:defRPr sz="2625" b="1">
                <a:solidFill>
                  <a:srgbClr val="183E35"/>
                </a:solidFill>
                <a:latin typeface="Pretendard"/>
                <a:ea typeface="Pretendard"/>
                <a:cs typeface="Pretendard"/>
              </a:defRPr>
            </a:pPr>
            <a:r>
              <a:rPr sz="2625" b="1">
                <a:solidFill>
                  <a:srgbClr val="183E35"/>
                </a:solidFill>
                <a:latin typeface="Pretendard"/>
                <a:ea typeface="Pretendard"/>
                <a:cs typeface="Pretendard"/>
              </a:rPr>
              <a:t>임영대군파종중</a:t>
            </a:r>
          </a:p>
        </p:txBody>
      </p:sp>
      <p:pic>
        <p:nvPicPr>
          <p:cNvPr id="3" name="">
            <a:extLst xmlns:a="http://schemas.openxmlformats.org/drawingml/2006/main">
              <a:ext uri="{FF2B5EF4-FFF2-40B4-BE49-F238E27FC236}">
                <a16:creationId xmlns:a16="http://schemas.microsoft.com/office/drawing/2014/main" id="{0D507D24-14BE-4289-A2B1-D56868D5CB53}"/>
              </a:ext>
            </a:extLst>
          </p:cNvPr>
          <p:cNvPicPr>
            <a:picLocks xmlns:a="http://schemas.openxmlformats.org/drawingml/2006/main" noChangeAspect="1"/>
          </p:cNvPicPr>
          <p:nvPr/>
        </p:nvPicPr>
        <p:blipFill>
          <a:blip xmlns:r="http://schemas.openxmlformats.org/officeDocument/2006/relationships" xmlns:a="http://schemas.openxmlformats.org/drawingml/2006/main" r:embed="Rdc723a507ea64c9a"/>
          <a:stretch xmlns:a="http://schemas.openxmlformats.org/drawingml/2006/main"/>
        </p:blipFill>
        <p:spPr>
          <a:xfrm xmlns:a="http://schemas.openxmlformats.org/drawingml/2006/main">
            <a:off x="3214878" y="1123950"/>
            <a:ext cx="2714244" cy="3914775"/>
          </a:xfrm>
          <a:prstGeom xmlns:a="http://schemas.openxmlformats.org/drawingml/2006/main" prst="rect">
            <a:avLst/>
          </a:prstGeom>
        </p:spPr>
      </p:pic>
    </p:spTree>
    <p:extLst>
      <p:ext uri="{BB962C8B-B14F-4D97-AF65-F5344CB8AC3E}">
        <p14:creationId xmlns:p14="http://schemas.microsoft.com/office/powerpoint/2010/main" val="310115151"/>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2" name="우리 가족의 일">
            <a:extLst xmlns:a="http://schemas.openxmlformats.org/drawingml/2006/main">
              <a:ext uri="{FF2B5EF4-FFF2-40B4-BE49-F238E27FC236}">
                <a16:creationId xmlns:a16="http://schemas.microsoft.com/office/drawing/2014/main" id="{8D8233F9-D12E-4B9D-919B-46BB933AF4B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우리 가족의 일</a:t>
            </a:r>
          </a:p>
        </p:txBody>
      </p:sp>
      <p:sp>
        <p:nvSpPr>
          <p:cNvPr id="2" name="종중">
            <a:extLst xmlns:a="http://schemas.openxmlformats.org/drawingml/2006/main">
              <a:ext uri="{FF2B5EF4-FFF2-40B4-BE49-F238E27FC236}">
                <a16:creationId xmlns:a16="http://schemas.microsoft.com/office/drawing/2014/main" id="{C9000B85-F449-450F-96A6-CB8CC2AF5DE1}"/>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종중</a:t>
            </a:r>
          </a:p>
        </p:txBody>
      </p:sp>
      <p:sp>
        <p:nvSpPr>
          <p:cNvPr id="3" name="04">
            <a:extLst xmlns:a="http://schemas.openxmlformats.org/drawingml/2006/main">
              <a:ext uri="{FF2B5EF4-FFF2-40B4-BE49-F238E27FC236}">
                <a16:creationId xmlns:a16="http://schemas.microsoft.com/office/drawing/2014/main" id="{1BAE9C4F-9877-43D2-A891-B03E4BC2786D}"/>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04</a:t>
            </a:r>
          </a:p>
        </p:txBody>
      </p:sp>
      <p:pic>
        <p:nvPicPr>
          <p:cNvPr id="4" name="">
            <a:extLst xmlns:a="http://schemas.openxmlformats.org/drawingml/2006/main">
              <a:ext uri="{FF2B5EF4-FFF2-40B4-BE49-F238E27FC236}">
                <a16:creationId xmlns:a16="http://schemas.microsoft.com/office/drawing/2014/main" id="{DB6ED6BF-7F69-4D20-B591-5DB1D2C2078D}"/>
              </a:ext>
            </a:extLst>
          </p:cNvPr>
          <p:cNvPicPr>
            <a:picLocks xmlns:a="http://schemas.openxmlformats.org/drawingml/2006/main" noChangeAspect="1"/>
          </p:cNvPicPr>
          <p:nvPr/>
        </p:nvPicPr>
        <p:blipFill>
          <a:blip xmlns:r="http://schemas.openxmlformats.org/officeDocument/2006/relationships" xmlns:a="http://schemas.openxmlformats.org/drawingml/2006/main" r:embed="Rec92ff0f09614dc9"/>
          <a:stretch xmlns:a="http://schemas.openxmlformats.org/drawingml/2006/main"/>
        </p:blipFill>
        <p:spPr>
          <a:xfrm xmlns:a="http://schemas.openxmlformats.org/drawingml/2006/main">
            <a:off x="1066800" y="1847850"/>
            <a:ext cx="952500" cy="952500"/>
          </a:xfrm>
          <a:prstGeom xmlns:a="http://schemas.openxmlformats.org/drawingml/2006/main" prst="rect">
            <a:avLst/>
          </a:prstGeom>
        </p:spPr>
      </p:pic>
      <p:sp>
        <p:nvSpPr>
          <p:cNvPr id="5" name="뿌리">
            <a:extLst xmlns:a="http://schemas.openxmlformats.org/drawingml/2006/main">
              <a:ext uri="{FF2B5EF4-FFF2-40B4-BE49-F238E27FC236}">
                <a16:creationId xmlns:a16="http://schemas.microsoft.com/office/drawing/2014/main" id="{616EBC12-F6F7-45A7-84A3-7592B18A7078}"/>
              </a:ext>
            </a:extLst>
          </p:cNvPr>
          <p:cNvSpPr>
            <a:spLocks xmlns:a="http://schemas.openxmlformats.org/drawingml/2006/main" noGrp="1"/>
          </p:cNvSpPr>
          <p:nvPr/>
        </p:nvSpPr>
        <p:spPr>
          <a:xfrm xmlns:a="http://schemas.openxmlformats.org/drawingml/2006/main">
            <a:off x="5810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뿌리</a:t>
            </a:r>
          </a:p>
        </p:txBody>
      </p:sp>
      <p:pic>
        <p:nvPicPr>
          <p:cNvPr id="6" name="">
            <a:extLst xmlns:a="http://schemas.openxmlformats.org/drawingml/2006/main">
              <a:ext uri="{FF2B5EF4-FFF2-40B4-BE49-F238E27FC236}">
                <a16:creationId xmlns:a16="http://schemas.microsoft.com/office/drawing/2014/main" id="{3BB56643-7DDD-4591-A868-641F58B42F8C}"/>
              </a:ext>
            </a:extLst>
          </p:cNvPr>
          <p:cNvPicPr>
            <a:picLocks xmlns:a="http://schemas.openxmlformats.org/drawingml/2006/main" noChangeAspect="1"/>
          </p:cNvPicPr>
          <p:nvPr/>
        </p:nvPicPr>
        <p:blipFill>
          <a:blip xmlns:r="http://schemas.openxmlformats.org/officeDocument/2006/relationships" xmlns:a="http://schemas.openxmlformats.org/drawingml/2006/main" r:embed="R8200bd7b08214134"/>
          <a:stretch xmlns:a="http://schemas.openxmlformats.org/drawingml/2006/main"/>
        </p:blipFill>
        <p:spPr>
          <a:xfrm xmlns:a="http://schemas.openxmlformats.org/drawingml/2006/main">
            <a:off x="3181350" y="1847850"/>
            <a:ext cx="952500" cy="952500"/>
          </a:xfrm>
          <a:prstGeom xmlns:a="http://schemas.openxmlformats.org/drawingml/2006/main" prst="rect">
            <a:avLst/>
          </a:prstGeom>
        </p:spPr>
      </p:pic>
      <p:sp>
        <p:nvSpPr>
          <p:cNvPr id="7" name="공동재산">
            <a:extLst xmlns:a="http://schemas.openxmlformats.org/drawingml/2006/main">
              <a:ext uri="{FF2B5EF4-FFF2-40B4-BE49-F238E27FC236}">
                <a16:creationId xmlns:a16="http://schemas.microsoft.com/office/drawing/2014/main" id="{5C4D7974-443B-4B92-931A-84DF7B6941D6}"/>
              </a:ext>
            </a:extLst>
          </p:cNvPr>
          <p:cNvSpPr>
            <a:spLocks xmlns:a="http://schemas.openxmlformats.org/drawingml/2006/main" noGrp="1"/>
          </p:cNvSpPr>
          <p:nvPr/>
        </p:nvSpPr>
        <p:spPr>
          <a:xfrm xmlns:a="http://schemas.openxmlformats.org/drawingml/2006/main">
            <a:off x="26955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공동재산</a:t>
            </a:r>
          </a:p>
        </p:txBody>
      </p:sp>
      <p:pic>
        <p:nvPicPr>
          <p:cNvPr id="8" name="">
            <a:extLst xmlns:a="http://schemas.openxmlformats.org/drawingml/2006/main">
              <a:ext uri="{FF2B5EF4-FFF2-40B4-BE49-F238E27FC236}">
                <a16:creationId xmlns:a16="http://schemas.microsoft.com/office/drawing/2014/main" id="{2066D783-4FB1-4D11-BA63-2121DF15CB2D}"/>
              </a:ext>
            </a:extLst>
          </p:cNvPr>
          <p:cNvPicPr>
            <a:picLocks xmlns:a="http://schemas.openxmlformats.org/drawingml/2006/main" noChangeAspect="1"/>
          </p:cNvPicPr>
          <p:nvPr/>
        </p:nvPicPr>
        <p:blipFill>
          <a:blip xmlns:r="http://schemas.openxmlformats.org/officeDocument/2006/relationships" xmlns:a="http://schemas.openxmlformats.org/drawingml/2006/main" r:embed="R9aa32a9d89cc4be7"/>
          <a:stretch xmlns:a="http://schemas.openxmlformats.org/drawingml/2006/main"/>
        </p:blipFill>
        <p:spPr>
          <a:xfrm xmlns:a="http://schemas.openxmlformats.org/drawingml/2006/main">
            <a:off x="5295900" y="1847850"/>
            <a:ext cx="952500" cy="952500"/>
          </a:xfrm>
          <a:prstGeom xmlns:a="http://schemas.openxmlformats.org/drawingml/2006/main" prst="rect">
            <a:avLst/>
          </a:prstGeom>
        </p:spPr>
      </p:pic>
      <p:sp>
        <p:nvSpPr>
          <p:cNvPr id="9" name="기록">
            <a:extLst xmlns:a="http://schemas.openxmlformats.org/drawingml/2006/main">
              <a:ext uri="{FF2B5EF4-FFF2-40B4-BE49-F238E27FC236}">
                <a16:creationId xmlns:a16="http://schemas.microsoft.com/office/drawing/2014/main" id="{4BF0FC6A-A9CA-4CAB-B7A6-7677E3671ED9}"/>
              </a:ext>
            </a:extLst>
          </p:cNvPr>
          <p:cNvSpPr>
            <a:spLocks xmlns:a="http://schemas.openxmlformats.org/drawingml/2006/main" noGrp="1"/>
          </p:cNvSpPr>
          <p:nvPr/>
        </p:nvSpPr>
        <p:spPr>
          <a:xfrm xmlns:a="http://schemas.openxmlformats.org/drawingml/2006/main">
            <a:off x="481012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기록</a:t>
            </a:r>
          </a:p>
        </p:txBody>
      </p:sp>
      <p:pic>
        <p:nvPicPr>
          <p:cNvPr id="10" name="">
            <a:extLst xmlns:a="http://schemas.openxmlformats.org/drawingml/2006/main">
              <a:ext uri="{FF2B5EF4-FFF2-40B4-BE49-F238E27FC236}">
                <a16:creationId xmlns:a16="http://schemas.microsoft.com/office/drawing/2014/main" id="{26A88A11-0FB7-41B4-9505-2D5997E538B2}"/>
              </a:ext>
            </a:extLst>
          </p:cNvPr>
          <p:cNvPicPr>
            <a:picLocks xmlns:a="http://schemas.openxmlformats.org/drawingml/2006/main" noChangeAspect="1"/>
          </p:cNvPicPr>
          <p:nvPr/>
        </p:nvPicPr>
        <p:blipFill>
          <a:blip xmlns:r="http://schemas.openxmlformats.org/officeDocument/2006/relationships" xmlns:a="http://schemas.openxmlformats.org/drawingml/2006/main" r:embed="R45167da977f5416d"/>
          <a:stretch xmlns:a="http://schemas.openxmlformats.org/drawingml/2006/main"/>
        </p:blipFill>
        <p:spPr>
          <a:xfrm xmlns:a="http://schemas.openxmlformats.org/drawingml/2006/main">
            <a:off x="7410450" y="1847850"/>
            <a:ext cx="952500" cy="952500"/>
          </a:xfrm>
          <a:prstGeom xmlns:a="http://schemas.openxmlformats.org/drawingml/2006/main" prst="rect">
            <a:avLst/>
          </a:prstGeom>
        </p:spPr>
      </p:pic>
      <p:sp>
        <p:nvSpPr>
          <p:cNvPr id="11" name="종원">
            <a:extLst xmlns:a="http://schemas.openxmlformats.org/drawingml/2006/main">
              <a:ext uri="{FF2B5EF4-FFF2-40B4-BE49-F238E27FC236}">
                <a16:creationId xmlns:a16="http://schemas.microsoft.com/office/drawing/2014/main" id="{7AEA36A5-18B4-4E9A-B18F-3DD20544F9EB}"/>
              </a:ext>
            </a:extLst>
          </p:cNvPr>
          <p:cNvSpPr>
            <a:spLocks xmlns:a="http://schemas.openxmlformats.org/drawingml/2006/main" noGrp="1"/>
          </p:cNvSpPr>
          <p:nvPr/>
        </p:nvSpPr>
        <p:spPr>
          <a:xfrm xmlns:a="http://schemas.openxmlformats.org/drawingml/2006/main">
            <a:off x="6924675" y="3333750"/>
            <a:ext cx="1924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183E35"/>
                </a:solidFill>
                <a:latin typeface="Pretendard"/>
                <a:ea typeface="Pretendard"/>
                <a:cs typeface="Pretendard"/>
              </a:defRPr>
            </a:defPPr>
          </a:lstStyle>
          <a:p xmlns:a="http://schemas.openxmlformats.org/drawingml/2006/main">
            <a:pPr algn="ctr">
              <a:defRPr sz="2325" b="1">
                <a:solidFill>
                  <a:srgbClr val="183E35"/>
                </a:solidFill>
                <a:latin typeface="Pretendard"/>
                <a:ea typeface="Pretendard"/>
                <a:cs typeface="Pretendard"/>
              </a:defRPr>
            </a:pPr>
            <a:r>
              <a:rPr sz="2325" b="1">
                <a:solidFill>
                  <a:srgbClr val="183E35"/>
                </a:solidFill>
                <a:latin typeface="Pretendard"/>
                <a:ea typeface="Pretendard"/>
                <a:cs typeface="Pretendard"/>
              </a:rPr>
              <a:t>종원</a:t>
            </a:r>
          </a:p>
        </p:txBody>
      </p:sp>
    </p:spTree>
    <p:extLst>
      <p:ext uri="{BB962C8B-B14F-4D97-AF65-F5344CB8AC3E}">
        <p14:creationId xmlns:p14="http://schemas.microsoft.com/office/powerpoint/2010/main" val="1208108084"/>
      </p:ext>
    </p:extLst>
  </p:cSld>
</p:sld>
</file>

<file path=ppt/slides/slide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공개 보도 사례">
            <a:extLst xmlns:a="http://schemas.openxmlformats.org/drawingml/2006/main">
              <a:ext uri="{FF2B5EF4-FFF2-40B4-BE49-F238E27FC236}">
                <a16:creationId xmlns:a16="http://schemas.microsoft.com/office/drawing/2014/main" id="{57F51454-5087-4D1D-856E-08725A306FC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보도 사례</a:t>
            </a:r>
          </a:p>
        </p:txBody>
      </p:sp>
      <p:sp>
        <p:nvSpPr>
          <p:cNvPr id="2" name="다툼과 소송의 온상">
            <a:extLst xmlns:a="http://schemas.openxmlformats.org/drawingml/2006/main">
              <a:ext uri="{FF2B5EF4-FFF2-40B4-BE49-F238E27FC236}">
                <a16:creationId xmlns:a16="http://schemas.microsoft.com/office/drawing/2014/main" id="{1BD455B1-E27D-4B74-97FD-F37D6D4CE695}"/>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다툼과 소송의 온상</a:t>
            </a:r>
          </a:p>
        </p:txBody>
      </p:sp>
      <p:sp>
        <p:nvSpPr>
          <p:cNvPr id="3" name="05">
            <a:extLst xmlns:a="http://schemas.openxmlformats.org/drawingml/2006/main">
              <a:ext uri="{FF2B5EF4-FFF2-40B4-BE49-F238E27FC236}">
                <a16:creationId xmlns:a16="http://schemas.microsoft.com/office/drawing/2014/main" id="{51A0D040-0E92-4CCD-A852-F172A95A0DE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05</a:t>
            </a:r>
          </a:p>
        </p:txBody>
      </p:sp>
      <p:pic>
        <p:nvPicPr>
          <p:cNvPr id="4" name="">
            <a:extLst xmlns:a="http://schemas.openxmlformats.org/drawingml/2006/main">
              <a:ext uri="{FF2B5EF4-FFF2-40B4-BE49-F238E27FC236}">
                <a16:creationId xmlns:a16="http://schemas.microsoft.com/office/drawing/2014/main" id="{90BC7AC9-EFB8-4D05-8E20-427207278B9F}"/>
              </a:ext>
            </a:extLst>
          </p:cNvPr>
          <p:cNvPicPr>
            <a:picLocks xmlns:a="http://schemas.openxmlformats.org/drawingml/2006/main" noChangeAspect="1"/>
          </p:cNvPicPr>
          <p:nvPr/>
        </p:nvPicPr>
        <p:blipFill>
          <a:blip xmlns:r="http://schemas.openxmlformats.org/officeDocument/2006/relationships" xmlns:a="http://schemas.openxmlformats.org/drawingml/2006/main" r:embed="Rab14a784f66f4bb8"/>
          <a:stretch xmlns:a="http://schemas.openxmlformats.org/drawingml/2006/main"/>
        </p:blipFill>
        <p:spPr>
          <a:xfrm xmlns:a="http://schemas.openxmlformats.org/drawingml/2006/main">
            <a:off x="851123" y="1552575"/>
            <a:ext cx="4946204" cy="2781300"/>
          </a:xfrm>
          <a:prstGeom xmlns:a="http://schemas.openxmlformats.org/drawingml/2006/main" prst="rect">
            <a:avLst/>
          </a:prstGeom>
        </p:spPr>
      </p:pic>
      <p:sp>
        <p:nvSpPr>
          <p:cNvPr id="5" name="약">
            <a:extLst xmlns:a="http://schemas.openxmlformats.org/drawingml/2006/main">
              <a:ext uri="{FF2B5EF4-FFF2-40B4-BE49-F238E27FC236}">
                <a16:creationId xmlns:a16="http://schemas.microsoft.com/office/drawing/2014/main" id="{7666B5D1-8554-43CE-A4A1-3F5F68E8CC3E}"/>
              </a:ext>
            </a:extLst>
          </p:cNvPr>
          <p:cNvSpPr>
            <a:spLocks xmlns:a="http://schemas.openxmlformats.org/drawingml/2006/main" noGrp="1"/>
          </p:cNvSpPr>
          <p:nvPr/>
        </p:nvSpPr>
        <p:spPr>
          <a:xfrm xmlns:a="http://schemas.openxmlformats.org/drawingml/2006/main">
            <a:off x="6553200" y="1600200"/>
            <a:ext cx="2047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a:solidFill>
                  <a:srgbClr val="687568"/>
                </a:solidFill>
                <a:latin typeface="Pretendard"/>
                <a:ea typeface="Pretendard"/>
                <a:cs typeface="Pretendard"/>
              </a:defRPr>
            </a:defPPr>
          </a:lstStyle>
          <a:p xmlns:a="http://schemas.openxmlformats.org/drawingml/2006/main">
            <a:pPr algn="l">
              <a:defRPr sz="1725">
                <a:solidFill>
                  <a:srgbClr val="687568"/>
                </a:solidFill>
                <a:latin typeface="Pretendard"/>
                <a:ea typeface="Pretendard"/>
                <a:cs typeface="Pretendard"/>
              </a:defRPr>
            </a:pPr>
            <a:r>
              <a:rPr sz="1725">
                <a:solidFill>
                  <a:srgbClr val="687568"/>
                </a:solidFill>
                <a:latin typeface="Pretendard"/>
                <a:ea typeface="Pretendard"/>
                <a:cs typeface="Pretendard"/>
              </a:rPr>
              <a:t>약</a:t>
            </a:r>
          </a:p>
        </p:txBody>
      </p:sp>
      <p:sp>
        <p:nvSpPr>
          <p:cNvPr id="6" name="4">
            <a:extLst xmlns:a="http://schemas.openxmlformats.org/drawingml/2006/main">
              <a:ext uri="{FF2B5EF4-FFF2-40B4-BE49-F238E27FC236}">
                <a16:creationId xmlns:a16="http://schemas.microsoft.com/office/drawing/2014/main" id="{8C04E9F5-90F5-4FB7-AAB9-8C0395B7040B}"/>
              </a:ext>
            </a:extLst>
          </p:cNvPr>
          <p:cNvSpPr>
            <a:spLocks xmlns:a="http://schemas.openxmlformats.org/drawingml/2006/main" noGrp="1"/>
          </p:cNvSpPr>
          <p:nvPr/>
        </p:nvSpPr>
        <p:spPr>
          <a:xfrm xmlns:a="http://schemas.openxmlformats.org/drawingml/2006/main">
            <a:off x="6467475" y="1809750"/>
            <a:ext cx="1428750" cy="1447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9825" b="1">
                <a:solidFill>
                  <a:srgbClr val="183E35"/>
                </a:solidFill>
                <a:latin typeface="Pretendard"/>
                <a:ea typeface="Pretendard"/>
                <a:cs typeface="Pretendard"/>
              </a:defRPr>
            </a:defPPr>
          </a:lstStyle>
          <a:p xmlns:a="http://schemas.openxmlformats.org/drawingml/2006/main">
            <a:pPr algn="l">
              <a:defRPr sz="9825" b="1">
                <a:solidFill>
                  <a:srgbClr val="183E35"/>
                </a:solidFill>
                <a:latin typeface="Pretendard"/>
                <a:ea typeface="Pretendard"/>
                <a:cs typeface="Pretendard"/>
              </a:defRPr>
            </a:pPr>
            <a:r>
              <a:rPr sz="9825" b="1">
                <a:solidFill>
                  <a:srgbClr val="183E35"/>
                </a:solidFill>
                <a:latin typeface="Pretendard"/>
                <a:ea typeface="Pretendard"/>
                <a:cs typeface="Pretendard"/>
              </a:rPr>
              <a:t>4</a:t>
            </a:r>
          </a:p>
        </p:txBody>
      </p:sp>
      <p:sp>
        <p:nvSpPr>
          <p:cNvPr id="7" name="년">
            <a:extLst xmlns:a="http://schemas.openxmlformats.org/drawingml/2006/main">
              <a:ext uri="{FF2B5EF4-FFF2-40B4-BE49-F238E27FC236}">
                <a16:creationId xmlns:a16="http://schemas.microsoft.com/office/drawing/2014/main" id="{E772E0D5-1958-4BE2-BD75-1CA8CB59244D}"/>
              </a:ext>
            </a:extLst>
          </p:cNvPr>
          <p:cNvSpPr>
            <a:spLocks xmlns:a="http://schemas.openxmlformats.org/drawingml/2006/main" noGrp="1"/>
          </p:cNvSpPr>
          <p:nvPr/>
        </p:nvSpPr>
        <p:spPr>
          <a:xfrm xmlns:a="http://schemas.openxmlformats.org/drawingml/2006/main">
            <a:off x="7610475" y="2552700"/>
            <a:ext cx="904875"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550">
                <a:solidFill>
                  <a:srgbClr val="183E35"/>
                </a:solidFill>
                <a:latin typeface="Pretendard"/>
                <a:ea typeface="Pretendard"/>
                <a:cs typeface="Pretendard"/>
              </a:defRPr>
            </a:defPPr>
          </a:lstStyle>
          <a:p xmlns:a="http://schemas.openxmlformats.org/drawingml/2006/main">
            <a:pPr algn="l">
              <a:defRPr sz="2550">
                <a:solidFill>
                  <a:srgbClr val="183E35"/>
                </a:solidFill>
                <a:latin typeface="Pretendard"/>
                <a:ea typeface="Pretendard"/>
                <a:cs typeface="Pretendard"/>
              </a:defRPr>
            </a:pPr>
            <a:r>
              <a:rPr sz="2550">
                <a:solidFill>
                  <a:srgbClr val="183E35"/>
                </a:solidFill>
                <a:latin typeface="Pretendard"/>
                <a:ea typeface="Pretendard"/>
                <a:cs typeface="Pretendard"/>
              </a:rPr>
              <a:t>년</a:t>
            </a:r>
          </a:p>
        </p:txBody>
      </p:sp>
      <p:sp>
        <p:nvSpPr>
          <p:cNvPr id="8" name="법정 다툼">
            <a:extLst xmlns:a="http://schemas.openxmlformats.org/drawingml/2006/main">
              <a:ext uri="{FF2B5EF4-FFF2-40B4-BE49-F238E27FC236}">
                <a16:creationId xmlns:a16="http://schemas.microsoft.com/office/drawing/2014/main" id="{D44DADA3-F876-4409-95D0-C9BE09E72DCC}"/>
              </a:ext>
            </a:extLst>
          </p:cNvPr>
          <p:cNvSpPr>
            <a:spLocks xmlns:a="http://schemas.openxmlformats.org/drawingml/2006/main" noGrp="1"/>
          </p:cNvSpPr>
          <p:nvPr/>
        </p:nvSpPr>
        <p:spPr>
          <a:xfrm xmlns:a="http://schemas.openxmlformats.org/drawingml/2006/main">
            <a:off x="6543675" y="3543300"/>
            <a:ext cx="21431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3E35"/>
                </a:solidFill>
                <a:latin typeface="Pretendard"/>
                <a:ea typeface="Pretendard"/>
                <a:cs typeface="Pretendard"/>
              </a:defRPr>
            </a:defPPr>
          </a:lstStyle>
          <a:p xmlns:a="http://schemas.openxmlformats.org/drawingml/2006/main">
            <a:pPr algn="l">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법정 다툼</a:t>
            </a:r>
          </a:p>
        </p:txBody>
      </p:sp>
    </p:spTree>
    <p:extLst>
      <p:ext uri="{BB962C8B-B14F-4D97-AF65-F5344CB8AC3E}">
        <p14:creationId xmlns:p14="http://schemas.microsoft.com/office/powerpoint/2010/main" val="635907070"/>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문제가 생기는 곳">
            <a:extLst xmlns:a="http://schemas.openxmlformats.org/drawingml/2006/main">
              <a:ext uri="{FF2B5EF4-FFF2-40B4-BE49-F238E27FC236}">
                <a16:creationId xmlns:a16="http://schemas.microsoft.com/office/drawing/2014/main" id="{80A7CA47-16C9-4A8D-B84A-0DDAC1F70019}"/>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문제가 생기는 곳</a:t>
            </a:r>
          </a:p>
        </p:txBody>
      </p:sp>
      <p:sp>
        <p:nvSpPr>
          <p:cNvPr id="2" name="지위·임대차·대표권">
            <a:extLst xmlns:a="http://schemas.openxmlformats.org/drawingml/2006/main">
              <a:ext uri="{FF2B5EF4-FFF2-40B4-BE49-F238E27FC236}">
                <a16:creationId xmlns:a16="http://schemas.microsoft.com/office/drawing/2014/main" id="{44B64C7A-8FD5-4B8A-9EC1-FD9A7841D451}"/>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지위·임대차·대표권</a:t>
            </a:r>
          </a:p>
        </p:txBody>
      </p:sp>
      <p:sp>
        <p:nvSpPr>
          <p:cNvPr id="3" name="06">
            <a:extLst xmlns:a="http://schemas.openxmlformats.org/drawingml/2006/main">
              <a:ext uri="{FF2B5EF4-FFF2-40B4-BE49-F238E27FC236}">
                <a16:creationId xmlns:a16="http://schemas.microsoft.com/office/drawing/2014/main" id="{BCF961B8-F28F-45F6-9214-A6E9B8D0F141}"/>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06</a:t>
            </a:r>
          </a:p>
        </p:txBody>
      </p:sp>
      <p:sp>
        <p:nvSpPr>
          <p:cNvPr id="4" name="종손 지위">
            <a:extLst xmlns:a="http://schemas.openxmlformats.org/drawingml/2006/main">
              <a:ext uri="{FF2B5EF4-FFF2-40B4-BE49-F238E27FC236}">
                <a16:creationId xmlns:a16="http://schemas.microsoft.com/office/drawing/2014/main" id="{222C9531-711B-4D5B-B09C-F274DF33CA4E}"/>
              </a:ext>
            </a:extLst>
          </p:cNvPr>
          <p:cNvSpPr>
            <a:spLocks xmlns:a="http://schemas.openxmlformats.org/drawingml/2006/main" noGrp="1"/>
          </p:cNvSpPr>
          <p:nvPr/>
        </p:nvSpPr>
        <p:spPr>
          <a:xfrm xmlns:a="http://schemas.openxmlformats.org/drawingml/2006/main">
            <a:off x="495300" y="15144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종손 지위</a:t>
            </a:r>
          </a:p>
        </p:txBody>
      </p:sp>
      <p:pic>
        <p:nvPicPr>
          <p:cNvPr id="5" name="">
            <a:extLst xmlns:a="http://schemas.openxmlformats.org/drawingml/2006/main">
              <a:ext uri="{FF2B5EF4-FFF2-40B4-BE49-F238E27FC236}">
                <a16:creationId xmlns:a16="http://schemas.microsoft.com/office/drawing/2014/main" id="{EF57E19F-5E7B-4A14-943A-25F0C579900B}"/>
              </a:ext>
            </a:extLst>
          </p:cNvPr>
          <p:cNvPicPr>
            <a:picLocks xmlns:a="http://schemas.openxmlformats.org/drawingml/2006/main" noChangeAspect="1"/>
          </p:cNvPicPr>
          <p:nvPr/>
        </p:nvPicPr>
        <p:blipFill>
          <a:blip xmlns:r="http://schemas.openxmlformats.org/officeDocument/2006/relationships" xmlns:a="http://schemas.openxmlformats.org/drawingml/2006/main" r:embed="R97770742c00e4ae3"/>
          <a:stretch xmlns:a="http://schemas.openxmlformats.org/drawingml/2006/main"/>
        </p:blipFill>
        <p:spPr>
          <a:xfrm xmlns:a="http://schemas.openxmlformats.org/drawingml/2006/main">
            <a:off x="2371725" y="1548844"/>
            <a:ext cx="6229350" cy="397986"/>
          </a:xfrm>
          <a:prstGeom xmlns:a="http://schemas.openxmlformats.org/drawingml/2006/main" prst="rect">
            <a:avLst/>
          </a:prstGeom>
        </p:spPr>
      </p:pic>
      <p:sp>
        <p:nvSpPr>
          <p:cNvPr id="6" name="법치뉴스 2026.04.28">
            <a:extLst xmlns:a="http://schemas.openxmlformats.org/drawingml/2006/main">
              <a:ext uri="{FF2B5EF4-FFF2-40B4-BE49-F238E27FC236}">
                <a16:creationId xmlns:a16="http://schemas.microsoft.com/office/drawing/2014/main" id="{DEDAA425-C191-4957-9918-844E30BE6F48}"/>
              </a:ext>
            </a:extLst>
          </p:cNvPr>
          <p:cNvSpPr>
            <a:spLocks xmlns:a="http://schemas.openxmlformats.org/drawingml/2006/main" noGrp="1"/>
          </p:cNvSpPr>
          <p:nvPr/>
        </p:nvSpPr>
        <p:spPr>
          <a:xfrm xmlns:a="http://schemas.openxmlformats.org/drawingml/2006/main">
            <a:off x="2409825" y="21145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법치뉴스 2026.04.28</a:t>
            </a:r>
          </a:p>
        </p:txBody>
      </p:sp>
      <p:sp>
        <p:nvSpPr>
          <p:cNvPr id="7" name="">
            <a:extLst xmlns:a="http://schemas.openxmlformats.org/drawingml/2006/main">
              <a:ext uri="{FF2B5EF4-FFF2-40B4-BE49-F238E27FC236}">
                <a16:creationId xmlns:a16="http://schemas.microsoft.com/office/drawing/2014/main" id="{39B16FC1-E181-433F-9D8F-ABFAC44AE95A}"/>
              </a:ext>
            </a:extLst>
          </p:cNvPr>
          <p:cNvSpPr>
            <a:spLocks xmlns:a="http://schemas.openxmlformats.org/drawingml/2006/main" noGrp="1"/>
          </p:cNvSpPr>
          <p:nvPr/>
        </p:nvSpPr>
        <p:spPr>
          <a:xfrm xmlns:a="http://schemas.openxmlformats.org/drawingml/2006/main">
            <a:off x="495300" y="238125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8" name="임대차">
            <a:extLst xmlns:a="http://schemas.openxmlformats.org/drawingml/2006/main">
              <a:ext uri="{FF2B5EF4-FFF2-40B4-BE49-F238E27FC236}">
                <a16:creationId xmlns:a16="http://schemas.microsoft.com/office/drawing/2014/main" id="{56E11B25-588E-4C58-AED7-A964AFC84A90}"/>
              </a:ext>
            </a:extLst>
          </p:cNvPr>
          <p:cNvSpPr>
            <a:spLocks xmlns:a="http://schemas.openxmlformats.org/drawingml/2006/main" noGrp="1"/>
          </p:cNvSpPr>
          <p:nvPr/>
        </p:nvSpPr>
        <p:spPr>
          <a:xfrm xmlns:a="http://schemas.openxmlformats.org/drawingml/2006/main">
            <a:off x="495300" y="256222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임대차</a:t>
            </a:r>
          </a:p>
        </p:txBody>
      </p:sp>
      <p:pic>
        <p:nvPicPr>
          <p:cNvPr id="9" name="">
            <a:extLst xmlns:a="http://schemas.openxmlformats.org/drawingml/2006/main">
              <a:ext uri="{FF2B5EF4-FFF2-40B4-BE49-F238E27FC236}">
                <a16:creationId xmlns:a16="http://schemas.microsoft.com/office/drawing/2014/main" id="{80F62B78-35EA-4C7E-872D-BA5719C615ED}"/>
              </a:ext>
            </a:extLst>
          </p:cNvPr>
          <p:cNvPicPr>
            <a:picLocks xmlns:a="http://schemas.openxmlformats.org/drawingml/2006/main" noChangeAspect="1"/>
          </p:cNvPicPr>
          <p:nvPr/>
        </p:nvPicPr>
        <p:blipFill>
          <a:blip xmlns:r="http://schemas.openxmlformats.org/officeDocument/2006/relationships" xmlns:a="http://schemas.openxmlformats.org/drawingml/2006/main" r:embed="Rb5bdc0ea35ab47e0"/>
          <a:stretch xmlns:a="http://schemas.openxmlformats.org/drawingml/2006/main"/>
        </p:blipFill>
        <p:spPr>
          <a:xfrm xmlns:a="http://schemas.openxmlformats.org/drawingml/2006/main">
            <a:off x="2371725" y="2616782"/>
            <a:ext cx="6229350" cy="357611"/>
          </a:xfrm>
          <a:prstGeom xmlns:a="http://schemas.openxmlformats.org/drawingml/2006/main" prst="rect">
            <a:avLst/>
          </a:prstGeom>
        </p:spPr>
      </p:pic>
      <p:sp>
        <p:nvSpPr>
          <p:cNvPr id="10" name="충청투데이 2026.07.10">
            <a:extLst xmlns:a="http://schemas.openxmlformats.org/drawingml/2006/main">
              <a:ext uri="{FF2B5EF4-FFF2-40B4-BE49-F238E27FC236}">
                <a16:creationId xmlns:a16="http://schemas.microsoft.com/office/drawing/2014/main" id="{D8A3217D-EF95-4F4B-839D-9A6D0F9DF6D3}"/>
              </a:ext>
            </a:extLst>
          </p:cNvPr>
          <p:cNvSpPr>
            <a:spLocks xmlns:a="http://schemas.openxmlformats.org/drawingml/2006/main" noGrp="1"/>
          </p:cNvSpPr>
          <p:nvPr/>
        </p:nvSpPr>
        <p:spPr>
          <a:xfrm xmlns:a="http://schemas.openxmlformats.org/drawingml/2006/main">
            <a:off x="2409825" y="316230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충청투데이 2026.07.10</a:t>
            </a:r>
          </a:p>
        </p:txBody>
      </p:sp>
      <p:sp>
        <p:nvSpPr>
          <p:cNvPr id="11" name="">
            <a:extLst xmlns:a="http://schemas.openxmlformats.org/drawingml/2006/main">
              <a:ext uri="{FF2B5EF4-FFF2-40B4-BE49-F238E27FC236}">
                <a16:creationId xmlns:a16="http://schemas.microsoft.com/office/drawing/2014/main" id="{6D48B702-D0A1-4BF0-9033-F8581216ABA9}"/>
              </a:ext>
            </a:extLst>
          </p:cNvPr>
          <p:cNvSpPr>
            <a:spLocks xmlns:a="http://schemas.openxmlformats.org/drawingml/2006/main" noGrp="1"/>
          </p:cNvSpPr>
          <p:nvPr/>
        </p:nvSpPr>
        <p:spPr>
          <a:xfrm xmlns:a="http://schemas.openxmlformats.org/drawingml/2006/main">
            <a:off x="495300" y="3429000"/>
            <a:ext cx="8096250" cy="0"/>
          </a:xfrm>
          <a:prstGeom xmlns:a="http://schemas.openxmlformats.org/drawingml/2006/main" prst="line">
            <a:avLst/>
          </a:prstGeom>
          <a:noFill xmlns:a="http://schemas.openxmlformats.org/drawingml/2006/main"/>
          <a:ln xmlns:a="http://schemas.openxmlformats.org/drawingml/2006/main" w="9525">
            <a:solidFill>
              <a:srgbClr val="D2DCD6"/>
            </a:solidFill>
          </a:ln>
        </p:spPr>
      </p:sp>
      <p:sp>
        <p:nvSpPr>
          <p:cNvPr id="12" name="대표권">
            <a:extLst xmlns:a="http://schemas.openxmlformats.org/drawingml/2006/main">
              <a:ext uri="{FF2B5EF4-FFF2-40B4-BE49-F238E27FC236}">
                <a16:creationId xmlns:a16="http://schemas.microsoft.com/office/drawing/2014/main" id="{313C9D3D-6DF1-42E3-8105-A121E864EE4B}"/>
              </a:ext>
            </a:extLst>
          </p:cNvPr>
          <p:cNvSpPr>
            <a:spLocks xmlns:a="http://schemas.openxmlformats.org/drawingml/2006/main" noGrp="1"/>
          </p:cNvSpPr>
          <p:nvPr/>
        </p:nvSpPr>
        <p:spPr>
          <a:xfrm xmlns:a="http://schemas.openxmlformats.org/drawingml/2006/main">
            <a:off x="495300" y="3609975"/>
            <a:ext cx="18764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대표권</a:t>
            </a:r>
          </a:p>
        </p:txBody>
      </p:sp>
      <p:pic>
        <p:nvPicPr>
          <p:cNvPr id="13" name="">
            <a:extLst xmlns:a="http://schemas.openxmlformats.org/drawingml/2006/main">
              <a:ext uri="{FF2B5EF4-FFF2-40B4-BE49-F238E27FC236}">
                <a16:creationId xmlns:a16="http://schemas.microsoft.com/office/drawing/2014/main" id="{26B0E9F9-959C-4777-B9D1-03AE89F62153}"/>
              </a:ext>
            </a:extLst>
          </p:cNvPr>
          <p:cNvPicPr>
            <a:picLocks xmlns:a="http://schemas.openxmlformats.org/drawingml/2006/main" noChangeAspect="1"/>
          </p:cNvPicPr>
          <p:nvPr/>
        </p:nvPicPr>
        <p:blipFill>
          <a:blip xmlns:r="http://schemas.openxmlformats.org/officeDocument/2006/relationships" xmlns:a="http://schemas.openxmlformats.org/drawingml/2006/main" r:embed="Reb0d34b050df447d"/>
          <a:stretch xmlns:a="http://schemas.openxmlformats.org/drawingml/2006/main"/>
        </p:blipFill>
        <p:spPr>
          <a:xfrm xmlns:a="http://schemas.openxmlformats.org/drawingml/2006/main">
            <a:off x="3100699" y="3524250"/>
            <a:ext cx="4771402" cy="638175"/>
          </a:xfrm>
          <a:prstGeom xmlns:a="http://schemas.openxmlformats.org/drawingml/2006/main" prst="rect">
            <a:avLst/>
          </a:prstGeom>
        </p:spPr>
      </p:pic>
      <p:sp>
        <p:nvSpPr>
          <p:cNvPr id="14" name="한경BUSINESS 2026.07.24">
            <a:extLst xmlns:a="http://schemas.openxmlformats.org/drawingml/2006/main">
              <a:ext uri="{FF2B5EF4-FFF2-40B4-BE49-F238E27FC236}">
                <a16:creationId xmlns:a16="http://schemas.microsoft.com/office/drawing/2014/main" id="{483B0A0B-7BD4-4D09-983D-5DCF65EDBF12}"/>
              </a:ext>
            </a:extLst>
          </p:cNvPr>
          <p:cNvSpPr>
            <a:spLocks xmlns:a="http://schemas.openxmlformats.org/drawingml/2006/main" noGrp="1"/>
          </p:cNvSpPr>
          <p:nvPr/>
        </p:nvSpPr>
        <p:spPr>
          <a:xfrm xmlns:a="http://schemas.openxmlformats.org/drawingml/2006/main">
            <a:off x="2409825" y="4210050"/>
            <a:ext cx="61817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한경BUSINESS 2026.07.24</a:t>
            </a:r>
          </a:p>
        </p:txBody>
      </p:sp>
    </p:spTree>
    <p:extLst>
      <p:ext uri="{BB962C8B-B14F-4D97-AF65-F5344CB8AC3E}">
        <p14:creationId xmlns:p14="http://schemas.microsoft.com/office/powerpoint/2010/main" val="199848652"/>
      </p:ext>
    </p:extLst>
  </p:cSld>
</p:sld>
</file>

<file path=ppt/slides/slide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공개 판례 검색">
            <a:extLst xmlns:a="http://schemas.openxmlformats.org/drawingml/2006/main">
              <a:ext uri="{FF2B5EF4-FFF2-40B4-BE49-F238E27FC236}">
                <a16:creationId xmlns:a16="http://schemas.microsoft.com/office/drawing/2014/main" id="{4418D65C-27EB-498C-A2D0-396A65E4BD3B}"/>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공개 판례 검색</a:t>
            </a:r>
          </a:p>
        </p:txBody>
      </p:sp>
      <p:sp>
        <p:nvSpPr>
          <p:cNvPr id="2" name="종중 관련 공개 판례">
            <a:extLst xmlns:a="http://schemas.openxmlformats.org/drawingml/2006/main">
              <a:ext uri="{FF2B5EF4-FFF2-40B4-BE49-F238E27FC236}">
                <a16:creationId xmlns:a16="http://schemas.microsoft.com/office/drawing/2014/main" id="{1FCE7DA9-BD6D-4F09-9B58-D7B7AB09A9C2}"/>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종중 관련 공개 판례</a:t>
            </a:r>
          </a:p>
        </p:txBody>
      </p:sp>
      <p:sp>
        <p:nvSpPr>
          <p:cNvPr id="3" name="07">
            <a:extLst xmlns:a="http://schemas.openxmlformats.org/drawingml/2006/main">
              <a:ext uri="{FF2B5EF4-FFF2-40B4-BE49-F238E27FC236}">
                <a16:creationId xmlns:a16="http://schemas.microsoft.com/office/drawing/2014/main" id="{B59A18BE-D8BC-48C6-A736-FC2FED09079F}"/>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07</a:t>
            </a:r>
          </a:p>
        </p:txBody>
      </p:sp>
      <p:sp>
        <p:nvSpPr>
          <p:cNvPr id="4" name="1,416">
            <a:extLst xmlns:a="http://schemas.openxmlformats.org/drawingml/2006/main">
              <a:ext uri="{FF2B5EF4-FFF2-40B4-BE49-F238E27FC236}">
                <a16:creationId xmlns:a16="http://schemas.microsoft.com/office/drawing/2014/main" id="{E22F3FA5-E74D-4895-98B0-B1DB856B3C19}"/>
              </a:ext>
            </a:extLst>
          </p:cNvPr>
          <p:cNvSpPr>
            <a:spLocks xmlns:a="http://schemas.openxmlformats.org/drawingml/2006/main" noGrp="1"/>
          </p:cNvSpPr>
          <p:nvPr/>
        </p:nvSpPr>
        <p:spPr>
          <a:xfrm xmlns:a="http://schemas.openxmlformats.org/drawingml/2006/main">
            <a:off x="542925" y="1714500"/>
            <a:ext cx="5953125" cy="1638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050" b="1">
                <a:solidFill>
                  <a:srgbClr val="183E35"/>
                </a:solidFill>
                <a:latin typeface="Pretendard"/>
                <a:ea typeface="Pretendard"/>
                <a:cs typeface="Pretendard"/>
              </a:defRPr>
            </a:defPPr>
          </a:lstStyle>
          <a:p xmlns:a="http://schemas.openxmlformats.org/drawingml/2006/main">
            <a:pPr algn="l">
              <a:defRPr sz="10050" b="1">
                <a:solidFill>
                  <a:srgbClr val="183E35"/>
                </a:solidFill>
                <a:latin typeface="Pretendard"/>
                <a:ea typeface="Pretendard"/>
                <a:cs typeface="Pretendard"/>
              </a:defRPr>
            </a:pPr>
            <a:r>
              <a:rPr sz="10050" b="1">
                <a:solidFill>
                  <a:srgbClr val="183E35"/>
                </a:solidFill>
                <a:latin typeface="Pretendard"/>
                <a:ea typeface="Pretendard"/>
                <a:cs typeface="Pretendard"/>
              </a:rPr>
              <a:t>1,416</a:t>
            </a:r>
          </a:p>
        </p:txBody>
      </p:sp>
      <p:sp>
        <p:nvSpPr>
          <p:cNvPr id="5" name="건">
            <a:extLst xmlns:a="http://schemas.openxmlformats.org/drawingml/2006/main">
              <a:ext uri="{FF2B5EF4-FFF2-40B4-BE49-F238E27FC236}">
                <a16:creationId xmlns:a16="http://schemas.microsoft.com/office/drawing/2014/main" id="{5C537EEE-36FC-4338-8E10-5C2C721CAB5D}"/>
              </a:ext>
            </a:extLst>
          </p:cNvPr>
          <p:cNvSpPr>
            <a:spLocks xmlns:a="http://schemas.openxmlformats.org/drawingml/2006/main" noGrp="1"/>
          </p:cNvSpPr>
          <p:nvPr/>
        </p:nvSpPr>
        <p:spPr>
          <a:xfrm xmlns:a="http://schemas.openxmlformats.org/drawingml/2006/main">
            <a:off x="6153150" y="2543175"/>
            <a:ext cx="90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300">
                <a:solidFill>
                  <a:srgbClr val="183E35"/>
                </a:solidFill>
                <a:latin typeface="Pretendard"/>
                <a:ea typeface="Pretendard"/>
                <a:cs typeface="Pretendard"/>
              </a:defRPr>
            </a:defPPr>
          </a:lstStyle>
          <a:p xmlns:a="http://schemas.openxmlformats.org/drawingml/2006/main">
            <a:pPr algn="l">
              <a:defRPr sz="3300">
                <a:solidFill>
                  <a:srgbClr val="183E35"/>
                </a:solidFill>
                <a:latin typeface="Pretendard"/>
                <a:ea typeface="Pretendard"/>
                <a:cs typeface="Pretendard"/>
              </a:defRPr>
            </a:pPr>
            <a:r>
              <a:rPr sz="3300">
                <a:solidFill>
                  <a:srgbClr val="183E35"/>
                </a:solidFill>
                <a:latin typeface="Pretendard"/>
                <a:ea typeface="Pretendard"/>
                <a:cs typeface="Pretendard"/>
              </a:rPr>
              <a:t>건</a:t>
            </a:r>
          </a:p>
        </p:txBody>
      </p:sp>
      <p:pic>
        <p:nvPicPr>
          <p:cNvPr id="6" name="">
            <a:extLst xmlns:a="http://schemas.openxmlformats.org/drawingml/2006/main">
              <a:ext uri="{FF2B5EF4-FFF2-40B4-BE49-F238E27FC236}">
                <a16:creationId xmlns:a16="http://schemas.microsoft.com/office/drawing/2014/main" id="{D78BAB07-5661-4F21-A22C-C98D1E3A947A}"/>
              </a:ext>
            </a:extLst>
          </p:cNvPr>
          <p:cNvPicPr>
            <a:picLocks xmlns:a="http://schemas.openxmlformats.org/drawingml/2006/main" noChangeAspect="1"/>
          </p:cNvPicPr>
          <p:nvPr/>
        </p:nvPicPr>
        <p:blipFill>
          <a:blip xmlns:r="http://schemas.openxmlformats.org/officeDocument/2006/relationships" xmlns:a="http://schemas.openxmlformats.org/drawingml/2006/main" r:embed="Rd1c8b483f71c46a6"/>
          <a:stretch xmlns:a="http://schemas.openxmlformats.org/drawingml/2006/main"/>
        </p:blipFill>
        <p:spPr>
          <a:xfrm xmlns:a="http://schemas.openxmlformats.org/drawingml/2006/main">
            <a:off x="7267575" y="2076450"/>
            <a:ext cx="1171575" cy="1171575"/>
          </a:xfrm>
          <a:prstGeom xmlns:a="http://schemas.openxmlformats.org/drawingml/2006/main" prst="rect">
            <a:avLst/>
          </a:prstGeom>
        </p:spPr>
      </p:pic>
      <p:sp>
        <p:nvSpPr>
          <p:cNvPr id="7" name="기간 제한 없는 전체 검색">
            <a:extLst xmlns:a="http://schemas.openxmlformats.org/drawingml/2006/main">
              <a:ext uri="{FF2B5EF4-FFF2-40B4-BE49-F238E27FC236}">
                <a16:creationId xmlns:a16="http://schemas.microsoft.com/office/drawing/2014/main" id="{7EA59E24-7216-490D-9516-FF903AC134A1}"/>
              </a:ext>
            </a:extLst>
          </p:cNvPr>
          <p:cNvSpPr>
            <a:spLocks xmlns:a="http://schemas.openxmlformats.org/drawingml/2006/main" noGrp="1"/>
          </p:cNvSpPr>
          <p:nvPr/>
        </p:nvSpPr>
        <p:spPr>
          <a:xfrm xmlns:a="http://schemas.openxmlformats.org/drawingml/2006/main">
            <a:off x="609600" y="3733800"/>
            <a:ext cx="70866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950">
                <a:solidFill>
                  <a:srgbClr val="687568"/>
                </a:solidFill>
                <a:latin typeface="Pretendard"/>
                <a:ea typeface="Pretendard"/>
                <a:cs typeface="Pretendard"/>
              </a:defRPr>
            </a:defPPr>
          </a:lstStyle>
          <a:p xmlns:a="http://schemas.openxmlformats.org/drawingml/2006/main">
            <a:pPr algn="l">
              <a:defRPr sz="1950">
                <a:solidFill>
                  <a:srgbClr val="687568"/>
                </a:solidFill>
                <a:latin typeface="Pretendard"/>
                <a:ea typeface="Pretendard"/>
                <a:cs typeface="Pretendard"/>
              </a:defRPr>
            </a:pPr>
            <a:r>
              <a:rPr sz="1950">
                <a:solidFill>
                  <a:srgbClr val="687568"/>
                </a:solidFill>
                <a:latin typeface="Pretendard"/>
                <a:ea typeface="Pretendard"/>
                <a:cs typeface="Pretendard"/>
              </a:rPr>
              <a:t>기간 제한 없는 전체 검색</a:t>
            </a:r>
          </a:p>
        </p:txBody>
      </p:sp>
      <p:sp>
        <p:nvSpPr>
          <p:cNvPr id="8" name="2026.10.09 조회">
            <a:extLst xmlns:a="http://schemas.openxmlformats.org/drawingml/2006/main">
              <a:ext uri="{FF2B5EF4-FFF2-40B4-BE49-F238E27FC236}">
                <a16:creationId xmlns:a16="http://schemas.microsoft.com/office/drawing/2014/main" id="{7C6994F1-E2DB-44D2-A5A0-D162D02E6A35}"/>
              </a:ext>
            </a:extLst>
          </p:cNvPr>
          <p:cNvSpPr>
            <a:spLocks xmlns:a="http://schemas.openxmlformats.org/drawingml/2006/main" noGrp="1"/>
          </p:cNvSpPr>
          <p:nvPr/>
        </p:nvSpPr>
        <p:spPr>
          <a:xfrm xmlns:a="http://schemas.openxmlformats.org/drawingml/2006/main">
            <a:off x="628650" y="4324350"/>
            <a:ext cx="7086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2026.10.09 조회</a:t>
            </a:r>
          </a:p>
        </p:txBody>
      </p:sp>
    </p:spTree>
    <p:extLst>
      <p:ext uri="{BB962C8B-B14F-4D97-AF65-F5344CB8AC3E}">
        <p14:creationId xmlns:p14="http://schemas.microsoft.com/office/powerpoint/2010/main" val="1837236102"/>
      </p:ext>
    </p:extLst>
  </p:cSld>
</p:sld>
</file>

<file path=ppt/slides/slide8.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1" name="결국, 누군가 이어받는 일">
            <a:extLst xmlns:a="http://schemas.openxmlformats.org/drawingml/2006/main">
              <a:ext uri="{FF2B5EF4-FFF2-40B4-BE49-F238E27FC236}">
                <a16:creationId xmlns:a16="http://schemas.microsoft.com/office/drawing/2014/main" id="{7B83B80A-D4C3-4F01-BCA2-0614311AAAF7}"/>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결국, 누군가 이어받는 일</a:t>
            </a:r>
          </a:p>
        </p:txBody>
      </p:sp>
      <p:sp>
        <p:nvSpPr>
          <p:cNvPr id="2" name="08">
            <a:extLst xmlns:a="http://schemas.openxmlformats.org/drawingml/2006/main">
              <a:ext uri="{FF2B5EF4-FFF2-40B4-BE49-F238E27FC236}">
                <a16:creationId xmlns:a16="http://schemas.microsoft.com/office/drawing/2014/main" id="{BC2A1211-32DE-464E-BBB6-07FBF0FD32A5}"/>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08</a:t>
            </a:r>
          </a:p>
        </p:txBody>
      </p:sp>
      <p:pic>
        <p:nvPicPr>
          <p:cNvPr id="3" name="">
            <a:extLst xmlns:a="http://schemas.openxmlformats.org/drawingml/2006/main">
              <a:ext uri="{FF2B5EF4-FFF2-40B4-BE49-F238E27FC236}">
                <a16:creationId xmlns:a16="http://schemas.microsoft.com/office/drawing/2014/main" id="{71EEA6E9-A463-4754-93AC-7FA9EF987124}"/>
              </a:ext>
            </a:extLst>
          </p:cNvPr>
          <p:cNvPicPr>
            <a:picLocks xmlns:a="http://schemas.openxmlformats.org/drawingml/2006/main" noChangeAspect="1"/>
          </p:cNvPicPr>
          <p:nvPr/>
        </p:nvPicPr>
        <p:blipFill>
          <a:blip xmlns:r="http://schemas.openxmlformats.org/officeDocument/2006/relationships" xmlns:a="http://schemas.openxmlformats.org/drawingml/2006/main" r:embed="R34b673fb01ba4598"/>
          <a:stretch xmlns:a="http://schemas.openxmlformats.org/drawingml/2006/main"/>
        </p:blipFill>
        <p:spPr>
          <a:xfrm xmlns:a="http://schemas.openxmlformats.org/drawingml/2006/main">
            <a:off x="1266825" y="1676400"/>
            <a:ext cx="914400" cy="914400"/>
          </a:xfrm>
          <a:prstGeom xmlns:a="http://schemas.openxmlformats.org/drawingml/2006/main" prst="rect">
            <a:avLst/>
          </a:prstGeom>
        </p:spPr>
      </p:pic>
      <p:sp>
        <p:nvSpPr>
          <p:cNvPr id="4" name="과거의 유산">
            <a:extLst xmlns:a="http://schemas.openxmlformats.org/drawingml/2006/main">
              <a:ext uri="{FF2B5EF4-FFF2-40B4-BE49-F238E27FC236}">
                <a16:creationId xmlns:a16="http://schemas.microsoft.com/office/drawing/2014/main" id="{F64E54D9-06B1-4C37-A9B6-E66B494B69B0}"/>
              </a:ext>
            </a:extLst>
          </p:cNvPr>
          <p:cNvSpPr>
            <a:spLocks xmlns:a="http://schemas.openxmlformats.org/drawingml/2006/main" noGrp="1"/>
          </p:cNvSpPr>
          <p:nvPr/>
        </p:nvSpPr>
        <p:spPr>
          <a:xfrm xmlns:a="http://schemas.openxmlformats.org/drawingml/2006/main">
            <a:off x="54292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과거의 유산</a:t>
            </a:r>
          </a:p>
        </p:txBody>
      </p:sp>
      <p:sp>
        <p:nvSpPr>
          <p:cNvPr id="5" name="">
            <a:extLst xmlns:a="http://schemas.openxmlformats.org/drawingml/2006/main">
              <a:ext uri="{FF2B5EF4-FFF2-40B4-BE49-F238E27FC236}">
                <a16:creationId xmlns:a16="http://schemas.microsoft.com/office/drawing/2014/main" id="{5744E134-8B0D-4933-94FF-878FD7A79273}"/>
              </a:ext>
            </a:extLst>
          </p:cNvPr>
          <p:cNvSpPr>
            <a:spLocks xmlns:a="http://schemas.openxmlformats.org/drawingml/2006/main" noGrp="1"/>
          </p:cNvSpPr>
          <p:nvPr/>
        </p:nvSpPr>
        <p:spPr>
          <a:xfrm xmlns:a="http://schemas.openxmlformats.org/drawingml/2006/main">
            <a:off x="3000375"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E41F808C-0D16-4D33-BAEC-C7769868136E}"/>
              </a:ext>
            </a:extLst>
          </p:cNvPr>
          <p:cNvPicPr>
            <a:picLocks xmlns:a="http://schemas.openxmlformats.org/drawingml/2006/main" noChangeAspect="1"/>
          </p:cNvPicPr>
          <p:nvPr/>
        </p:nvPicPr>
        <p:blipFill>
          <a:blip xmlns:r="http://schemas.openxmlformats.org/officeDocument/2006/relationships" xmlns:a="http://schemas.openxmlformats.org/drawingml/2006/main" r:embed="R449a0222280b4aed"/>
          <a:stretch xmlns:a="http://schemas.openxmlformats.org/drawingml/2006/main"/>
        </p:blipFill>
        <p:spPr>
          <a:xfrm xmlns:a="http://schemas.openxmlformats.org/drawingml/2006/main">
            <a:off x="4095750" y="1676400"/>
            <a:ext cx="914400" cy="914400"/>
          </a:xfrm>
          <a:prstGeom xmlns:a="http://schemas.openxmlformats.org/drawingml/2006/main" prst="rect">
            <a:avLst/>
          </a:prstGeom>
        </p:spPr>
      </p:pic>
      <p:sp>
        <p:nvSpPr>
          <p:cNvPr id="7" name="오늘의 일상">
            <a:extLst xmlns:a="http://schemas.openxmlformats.org/drawingml/2006/main">
              <a:ext uri="{FF2B5EF4-FFF2-40B4-BE49-F238E27FC236}">
                <a16:creationId xmlns:a16="http://schemas.microsoft.com/office/drawing/2014/main" id="{88DE0764-3A3E-454C-8A51-B3D83A97DCEB}"/>
              </a:ext>
            </a:extLst>
          </p:cNvPr>
          <p:cNvSpPr>
            <a:spLocks xmlns:a="http://schemas.openxmlformats.org/drawingml/2006/main" noGrp="1"/>
          </p:cNvSpPr>
          <p:nvPr/>
        </p:nvSpPr>
        <p:spPr>
          <a:xfrm xmlns:a="http://schemas.openxmlformats.org/drawingml/2006/main">
            <a:off x="3371850"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오늘의 일상</a:t>
            </a:r>
          </a:p>
        </p:txBody>
      </p:sp>
      <p:sp>
        <p:nvSpPr>
          <p:cNvPr id="8" name="">
            <a:extLst xmlns:a="http://schemas.openxmlformats.org/drawingml/2006/main">
              <a:ext uri="{FF2B5EF4-FFF2-40B4-BE49-F238E27FC236}">
                <a16:creationId xmlns:a16="http://schemas.microsoft.com/office/drawing/2014/main" id="{7578BD0F-F2DA-4833-B0D8-C8812F3A3499}"/>
              </a:ext>
            </a:extLst>
          </p:cNvPr>
          <p:cNvSpPr>
            <a:spLocks xmlns:a="http://schemas.openxmlformats.org/drawingml/2006/main" noGrp="1"/>
          </p:cNvSpPr>
          <p:nvPr/>
        </p:nvSpPr>
        <p:spPr>
          <a:xfrm xmlns:a="http://schemas.openxmlformats.org/drawingml/2006/main">
            <a:off x="5829300" y="2066925"/>
            <a:ext cx="3333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04B90C9A-8C62-494A-A97A-876BB2B13061}"/>
              </a:ext>
            </a:extLst>
          </p:cNvPr>
          <p:cNvPicPr>
            <a:picLocks xmlns:a="http://schemas.openxmlformats.org/drawingml/2006/main" noChangeAspect="1"/>
          </p:cNvPicPr>
          <p:nvPr/>
        </p:nvPicPr>
        <p:blipFill>
          <a:blip xmlns:r="http://schemas.openxmlformats.org/officeDocument/2006/relationships" xmlns:a="http://schemas.openxmlformats.org/drawingml/2006/main" r:embed="R0ffffe8e55964610"/>
          <a:stretch xmlns:a="http://schemas.openxmlformats.org/drawingml/2006/main"/>
        </p:blipFill>
        <p:spPr>
          <a:xfrm xmlns:a="http://schemas.openxmlformats.org/drawingml/2006/main">
            <a:off x="6924675" y="1676400"/>
            <a:ext cx="914400" cy="914400"/>
          </a:xfrm>
          <a:prstGeom xmlns:a="http://schemas.openxmlformats.org/drawingml/2006/main" prst="rect">
            <a:avLst/>
          </a:prstGeom>
        </p:spPr>
      </p:pic>
      <p:sp>
        <p:nvSpPr>
          <p:cNvPr id="10" name="미래의 문제">
            <a:extLst xmlns:a="http://schemas.openxmlformats.org/drawingml/2006/main">
              <a:ext uri="{FF2B5EF4-FFF2-40B4-BE49-F238E27FC236}">
                <a16:creationId xmlns:a16="http://schemas.microsoft.com/office/drawing/2014/main" id="{BECF31DE-CEAB-4C72-8DD1-7B3FD9FCF7F0}"/>
              </a:ext>
            </a:extLst>
          </p:cNvPr>
          <p:cNvSpPr>
            <a:spLocks xmlns:a="http://schemas.openxmlformats.org/drawingml/2006/main" noGrp="1"/>
          </p:cNvSpPr>
          <p:nvPr/>
        </p:nvSpPr>
        <p:spPr>
          <a:xfrm xmlns:a="http://schemas.openxmlformats.org/drawingml/2006/main">
            <a:off x="6200775" y="3067050"/>
            <a:ext cx="246697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미래의 문제</a:t>
            </a:r>
          </a:p>
        </p:txBody>
      </p:sp>
    </p:spTree>
    <p:extLst>
      <p:ext uri="{BB962C8B-B14F-4D97-AF65-F5344CB8AC3E}">
        <p14:creationId xmlns:p14="http://schemas.microsoft.com/office/powerpoint/2010/main" val="231670487"/>
      </p:ext>
    </p:extLst>
  </p:cSld>
</p:sld>
</file>

<file path=ppt/slides/slide9.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3" name="한 번">
            <a:extLst xmlns:a="http://schemas.openxmlformats.org/drawingml/2006/main">
              <a:ext uri="{FF2B5EF4-FFF2-40B4-BE49-F238E27FC236}">
                <a16:creationId xmlns:a16="http://schemas.microsoft.com/office/drawing/2014/main" id="{01B4B98C-8F4F-46B5-920C-2B5D08162E9E}"/>
              </a:ext>
            </a:extLst>
          </p:cNvPr>
          <p:cNvSpPr>
            <a:spLocks xmlns:a="http://schemas.openxmlformats.org/drawingml/2006/main" noGrp="1"/>
          </p:cNvSpPr>
          <p:nvPr/>
        </p:nvSpPr>
        <p:spPr>
          <a:xfrm xmlns:a="http://schemas.openxmlformats.org/drawingml/2006/main">
            <a:off x="657225" y="1181100"/>
            <a:ext cx="78105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075" b="1">
                <a:solidFill>
                  <a:srgbClr val="F5F2E9"/>
                </a:solidFill>
                <a:latin typeface="Pretendard"/>
                <a:ea typeface="Pretendard"/>
                <a:cs typeface="Pretendard"/>
              </a:defRPr>
            </a:defPPr>
          </a:lstStyle>
          <a:p xmlns:a="http://schemas.openxmlformats.org/drawingml/2006/main">
            <a:pPr algn="l">
              <a:defRPr sz="6075" b="1">
                <a:solidFill>
                  <a:srgbClr val="F5F2E9"/>
                </a:solidFill>
                <a:latin typeface="Pretendard"/>
                <a:ea typeface="Pretendard"/>
                <a:cs typeface="Pretendard"/>
              </a:defRPr>
            </a:pPr>
            <a:r>
              <a:rPr sz="6075" b="1">
                <a:solidFill>
                  <a:srgbClr val="F5F2E9"/>
                </a:solidFill>
                <a:latin typeface="Pretendard"/>
                <a:ea typeface="Pretendard"/>
                <a:cs typeface="Pretendard"/>
              </a:rPr>
              <a:t>한 번</a:t>
            </a:r>
          </a:p>
        </p:txBody>
      </p:sp>
      <p:sp>
        <p:nvSpPr>
          <p:cNvPr id="2" name="망했습니다">
            <a:extLst xmlns:a="http://schemas.openxmlformats.org/drawingml/2006/main">
              <a:ext uri="{FF2B5EF4-FFF2-40B4-BE49-F238E27FC236}">
                <a16:creationId xmlns:a16="http://schemas.microsoft.com/office/drawing/2014/main" id="{02C31ACB-97F8-472A-B9E3-C462205A9783}"/>
              </a:ext>
            </a:extLst>
          </p:cNvPr>
          <p:cNvSpPr>
            <a:spLocks xmlns:a="http://schemas.openxmlformats.org/drawingml/2006/main" noGrp="1"/>
          </p:cNvSpPr>
          <p:nvPr/>
        </p:nvSpPr>
        <p:spPr>
          <a:xfrm xmlns:a="http://schemas.openxmlformats.org/drawingml/2006/main">
            <a:off x="647700" y="2371725"/>
            <a:ext cx="795337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300" b="1">
                <a:solidFill>
                  <a:srgbClr val="F5F2E9"/>
                </a:solidFill>
                <a:latin typeface="Pretendard"/>
                <a:ea typeface="Pretendard"/>
                <a:cs typeface="Pretendard"/>
              </a:defRPr>
            </a:defPPr>
          </a:lstStyle>
          <a:p xmlns:a="http://schemas.openxmlformats.org/drawingml/2006/main">
            <a:pPr algn="l">
              <a:defRPr sz="6300" b="1">
                <a:solidFill>
                  <a:srgbClr val="F5F2E9"/>
                </a:solidFill>
                <a:latin typeface="Pretendard"/>
                <a:ea typeface="Pretendard"/>
                <a:cs typeface="Pretendard"/>
              </a:defRPr>
            </a:pPr>
            <a:r>
              <a:rPr sz="6300" b="1">
                <a:solidFill>
                  <a:srgbClr val="F5F2E9"/>
                </a:solidFill>
                <a:latin typeface="Pretendard"/>
                <a:ea typeface="Pretendard"/>
                <a:cs typeface="Pretendard"/>
              </a:rPr>
              <a:t>망했습니다</a:t>
            </a:r>
          </a:p>
        </p:txBody>
      </p:sp>
    </p:spTree>
    <p:extLst>
      <p:ext uri="{BB962C8B-B14F-4D97-AF65-F5344CB8AC3E}">
        <p14:creationId xmlns:p14="http://schemas.microsoft.com/office/powerpoint/2010/main" val="2130484540"/>
      </p:ext>
    </p:extLst>
  </p:cSld>
</p:sld>
</file>

<file path=ppt/slides/slide1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6" name="">
            <a:extLst xmlns:a="http://schemas.openxmlformats.org/drawingml/2006/main">
              <a:ext uri="{FF2B5EF4-FFF2-40B4-BE49-F238E27FC236}">
                <a16:creationId xmlns:a16="http://schemas.microsoft.com/office/drawing/2014/main" id="{45D60417-46B5-4656-BAE9-2C850D52575D}"/>
              </a:ext>
            </a:extLst>
          </p:cNvPr>
          <p:cNvPicPr>
            <a:picLocks xmlns:a="http://schemas.openxmlformats.org/drawingml/2006/main" noChangeAspect="1"/>
          </p:cNvPicPr>
          <p:nvPr/>
        </p:nvPicPr>
        <p:blipFill>
          <a:blip xmlns:r="http://schemas.openxmlformats.org/officeDocument/2006/relationships" xmlns:a="http://schemas.openxmlformats.org/drawingml/2006/main" r:embed="Rcde359ef465d4127"/>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AI ERA">
            <a:extLst xmlns:a="http://schemas.openxmlformats.org/drawingml/2006/main">
              <a:ext uri="{FF2B5EF4-FFF2-40B4-BE49-F238E27FC236}">
                <a16:creationId xmlns:a16="http://schemas.microsoft.com/office/drawing/2014/main" id="{E957FE46-D842-414A-B83D-11F289877F0E}"/>
              </a:ext>
            </a:extLst>
          </p:cNvPr>
          <p:cNvSpPr>
            <a:spLocks xmlns:a="http://schemas.openxmlformats.org/drawingml/2006/main" noGrp="1"/>
          </p:cNvSpPr>
          <p:nvPr/>
        </p:nvSpPr>
        <p:spPr>
          <a:xfrm xmlns:a="http://schemas.openxmlformats.org/drawingml/2006/main">
            <a:off x="552450" y="1152525"/>
            <a:ext cx="3971925"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5925" b="1">
                <a:solidFill>
                  <a:srgbClr val="183E35"/>
                </a:solidFill>
                <a:latin typeface="Pretendard"/>
                <a:ea typeface="Pretendard"/>
                <a:cs typeface="Pretendard"/>
              </a:defRPr>
            </a:defPPr>
          </a:lstStyle>
          <a:p xmlns:a="http://schemas.openxmlformats.org/drawingml/2006/main">
            <a:pPr algn="l">
              <a:defRPr sz="5925" b="1">
                <a:solidFill>
                  <a:srgbClr val="183E35"/>
                </a:solidFill>
                <a:latin typeface="Pretendard"/>
                <a:ea typeface="Pretendard"/>
                <a:cs typeface="Pretendard"/>
              </a:defRPr>
            </a:pPr>
            <a:r>
              <a:rPr sz="5925" b="1">
                <a:solidFill>
                  <a:srgbClr val="183E35"/>
                </a:solidFill>
                <a:latin typeface="Pretendard"/>
                <a:ea typeface="Pretendard"/>
                <a:cs typeface="Pretendard"/>
              </a:rPr>
              <a:t>AI ERA</a:t>
            </a:r>
          </a:p>
        </p:txBody>
      </p:sp>
      <p:sp>
        <p:nvSpPr>
          <p:cNvPr id="3" name="녹음">
            <a:extLst xmlns:a="http://schemas.openxmlformats.org/drawingml/2006/main">
              <a:ext uri="{FF2B5EF4-FFF2-40B4-BE49-F238E27FC236}">
                <a16:creationId xmlns:a16="http://schemas.microsoft.com/office/drawing/2014/main" id="{5853926D-643B-4A7A-866F-FC600B65A965}"/>
              </a:ext>
            </a:extLst>
          </p:cNvPr>
          <p:cNvSpPr>
            <a:spLocks xmlns:a="http://schemas.openxmlformats.org/drawingml/2006/main" noGrp="1"/>
          </p:cNvSpPr>
          <p:nvPr/>
        </p:nvSpPr>
        <p:spPr>
          <a:xfrm xmlns:a="http://schemas.openxmlformats.org/drawingml/2006/main">
            <a:off x="609600" y="271462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녹음</a:t>
            </a:r>
          </a:p>
        </p:txBody>
      </p:sp>
      <p:sp>
        <p:nvSpPr>
          <p:cNvPr id="4" name="문서 초안">
            <a:extLst xmlns:a="http://schemas.openxmlformats.org/drawingml/2006/main">
              <a:ext uri="{FF2B5EF4-FFF2-40B4-BE49-F238E27FC236}">
                <a16:creationId xmlns:a16="http://schemas.microsoft.com/office/drawing/2014/main" id="{65DB1CFB-F252-4DB1-A259-EBAC7BCF4DE3}"/>
              </a:ext>
            </a:extLst>
          </p:cNvPr>
          <p:cNvSpPr>
            <a:spLocks xmlns:a="http://schemas.openxmlformats.org/drawingml/2006/main" noGrp="1"/>
          </p:cNvSpPr>
          <p:nvPr/>
        </p:nvSpPr>
        <p:spPr>
          <a:xfrm xmlns:a="http://schemas.openxmlformats.org/drawingml/2006/main">
            <a:off x="609600" y="3219450"/>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문서 초안</a:t>
            </a:r>
          </a:p>
        </p:txBody>
      </p:sp>
      <p:sp>
        <p:nvSpPr>
          <p:cNvPr id="5" name="자료 비교">
            <a:extLst xmlns:a="http://schemas.openxmlformats.org/drawingml/2006/main">
              <a:ext uri="{FF2B5EF4-FFF2-40B4-BE49-F238E27FC236}">
                <a16:creationId xmlns:a16="http://schemas.microsoft.com/office/drawing/2014/main" id="{9F138D13-523B-4A42-BC2C-CF25641BF4D4}"/>
              </a:ext>
            </a:extLst>
          </p:cNvPr>
          <p:cNvSpPr>
            <a:spLocks xmlns:a="http://schemas.openxmlformats.org/drawingml/2006/main" noGrp="1"/>
          </p:cNvSpPr>
          <p:nvPr/>
        </p:nvSpPr>
        <p:spPr>
          <a:xfrm xmlns:a="http://schemas.openxmlformats.org/drawingml/2006/main">
            <a:off x="609600" y="3724275"/>
            <a:ext cx="34385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자료 비교</a:t>
            </a:r>
          </a:p>
        </p:txBody>
      </p:sp>
    </p:spTree>
    <p:extLst>
      <p:ext uri="{BB962C8B-B14F-4D97-AF65-F5344CB8AC3E}">
        <p14:creationId xmlns:p14="http://schemas.microsoft.com/office/powerpoint/2010/main" val="1662280223"/>
      </p:ext>
    </p:extLst>
  </p:cSld>
</p:sld>
</file>

<file path=ppt/slides/slide1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440731B6-A4DC-4CEF-9CE6-FB14175208EB}"/>
              </a:ext>
            </a:extLst>
          </p:cNvPr>
          <p:cNvPicPr>
            <a:picLocks xmlns:a="http://schemas.openxmlformats.org/drawingml/2006/main" noChangeAspect="1"/>
          </p:cNvPicPr>
          <p:nvPr/>
        </p:nvPicPr>
        <p:blipFill>
          <a:blip xmlns:r="http://schemas.openxmlformats.org/officeDocument/2006/relationships" xmlns:a="http://schemas.openxmlformats.org/drawingml/2006/main" r:embed="R1ef00d99ab424d1e"/>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우리 가문은">
            <a:extLst xmlns:a="http://schemas.openxmlformats.org/drawingml/2006/main">
              <a:ext uri="{FF2B5EF4-FFF2-40B4-BE49-F238E27FC236}">
                <a16:creationId xmlns:a16="http://schemas.microsoft.com/office/drawing/2014/main" id="{BD138A42-D3C1-47B5-9F8A-D6068FB2BD63}"/>
              </a:ext>
            </a:extLst>
          </p:cNvPr>
          <p:cNvSpPr>
            <a:spLocks xmlns:a="http://schemas.openxmlformats.org/drawingml/2006/main" noGrp="1"/>
          </p:cNvSpPr>
          <p:nvPr/>
        </p:nvSpPr>
        <p:spPr>
          <a:xfrm xmlns:a="http://schemas.openxmlformats.org/drawingml/2006/main">
            <a:off x="552450" y="1133475"/>
            <a:ext cx="3590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우리 가문은</a:t>
            </a:r>
          </a:p>
        </p:txBody>
      </p:sp>
      <p:sp>
        <p:nvSpPr>
          <p:cNvPr id="3" name="명문가">
            <a:extLst xmlns:a="http://schemas.openxmlformats.org/drawingml/2006/main">
              <a:ext uri="{FF2B5EF4-FFF2-40B4-BE49-F238E27FC236}">
                <a16:creationId xmlns:a16="http://schemas.microsoft.com/office/drawing/2014/main" id="{D32A2429-E0AC-4AA2-84E2-120D7C0195B5}"/>
              </a:ext>
            </a:extLst>
          </p:cNvPr>
          <p:cNvSpPr>
            <a:spLocks xmlns:a="http://schemas.openxmlformats.org/drawingml/2006/main" noGrp="1"/>
          </p:cNvSpPr>
          <p:nvPr/>
        </p:nvSpPr>
        <p:spPr>
          <a:xfrm xmlns:a="http://schemas.openxmlformats.org/drawingml/2006/main">
            <a:off x="514350" y="1724025"/>
            <a:ext cx="4210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825" b="1">
                <a:solidFill>
                  <a:srgbClr val="183E35"/>
                </a:solidFill>
                <a:latin typeface="Noto Serif KR"/>
                <a:ea typeface="Noto Serif KR"/>
                <a:cs typeface="Noto Serif KR"/>
              </a:defRPr>
            </a:defPPr>
          </a:lstStyle>
          <a:p xmlns:a="http://schemas.openxmlformats.org/drawingml/2006/main">
            <a:pPr algn="l">
              <a:defRPr sz="6825" b="1">
                <a:solidFill>
                  <a:srgbClr val="183E35"/>
                </a:solidFill>
                <a:latin typeface="Noto Serif KR"/>
                <a:ea typeface="Noto Serif KR"/>
                <a:cs typeface="Noto Serif KR"/>
              </a:defRPr>
            </a:pPr>
            <a:r>
              <a:rPr sz="6825" b="1">
                <a:solidFill>
                  <a:srgbClr val="183E35"/>
                </a:solidFill>
                <a:latin typeface="Noto Serif KR"/>
                <a:ea typeface="Noto Serif KR"/>
                <a:cs typeface="Noto Serif KR"/>
              </a:rPr>
              <a:t>명문가</a:t>
            </a:r>
          </a:p>
        </p:txBody>
      </p:sp>
      <p:sp>
        <p:nvSpPr>
          <p:cNvPr id="4" name="종중 운영의 모든것">
            <a:extLst xmlns:a="http://schemas.openxmlformats.org/drawingml/2006/main">
              <a:ext uri="{FF2B5EF4-FFF2-40B4-BE49-F238E27FC236}">
                <a16:creationId xmlns:a16="http://schemas.microsoft.com/office/drawing/2014/main" id="{D634A32E-943F-4006-BDFD-C2F55A15114D}"/>
              </a:ext>
            </a:extLst>
          </p:cNvPr>
          <p:cNvSpPr>
            <a:spLocks xmlns:a="http://schemas.openxmlformats.org/drawingml/2006/main" noGrp="1"/>
          </p:cNvSpPr>
          <p:nvPr/>
        </p:nvSpPr>
        <p:spPr>
          <a:xfrm xmlns:a="http://schemas.openxmlformats.org/drawingml/2006/main">
            <a:off x="561975" y="3162300"/>
            <a:ext cx="4038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종중 운영의 모든것</a:t>
            </a:r>
          </a:p>
        </p:txBody>
      </p:sp>
    </p:spTree>
    <p:extLst>
      <p:ext uri="{BB962C8B-B14F-4D97-AF65-F5344CB8AC3E}">
        <p14:creationId xmlns:p14="http://schemas.microsoft.com/office/powerpoint/2010/main" val="2003482068"/>
      </p:ext>
    </p:extLst>
  </p:cSld>
</p:sld>
</file>

<file path=ppt/slides/slide1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종중 홈">
            <a:extLst xmlns:a="http://schemas.openxmlformats.org/drawingml/2006/main">
              <a:ext uri="{FF2B5EF4-FFF2-40B4-BE49-F238E27FC236}">
                <a16:creationId xmlns:a16="http://schemas.microsoft.com/office/drawing/2014/main" id="{B009AC1B-6177-4423-BCAB-ABE7EFAC9A8A}"/>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종중 홈</a:t>
            </a:r>
          </a:p>
        </p:txBody>
      </p:sp>
      <p:sp>
        <p:nvSpPr>
          <p:cNvPr id="2" name="12">
            <a:extLst xmlns:a="http://schemas.openxmlformats.org/drawingml/2006/main">
              <a:ext uri="{FF2B5EF4-FFF2-40B4-BE49-F238E27FC236}">
                <a16:creationId xmlns:a16="http://schemas.microsoft.com/office/drawing/2014/main" id="{543C625F-D689-4844-861A-9997C85052A9}"/>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12</a:t>
            </a:r>
          </a:p>
        </p:txBody>
      </p:sp>
      <p:sp>
        <p:nvSpPr>
          <p:cNvPr id="3" name="오늘 확인할 일.">
            <a:extLst xmlns:a="http://schemas.openxmlformats.org/drawingml/2006/main">
              <a:ext uri="{FF2B5EF4-FFF2-40B4-BE49-F238E27FC236}">
                <a16:creationId xmlns:a16="http://schemas.microsoft.com/office/drawing/2014/main" id="{7A87F3BD-1FBA-4184-9CAB-D1F8A7F8463F}"/>
              </a:ext>
            </a:extLst>
          </p:cNvPr>
          <p:cNvSpPr>
            <a:spLocks xmlns:a="http://schemas.openxmlformats.org/drawingml/2006/main" noGrp="1"/>
          </p:cNvSpPr>
          <p:nvPr/>
        </p:nvSpPr>
        <p:spPr>
          <a:xfrm xmlns:a="http://schemas.openxmlformats.org/drawingml/2006/main">
            <a:off x="457200" y="1104900"/>
            <a:ext cx="4000500" cy="1781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183E35"/>
                </a:solidFill>
                <a:latin typeface="Pretendard"/>
                <a:ea typeface="Pretendard"/>
                <a:cs typeface="Pretendard"/>
              </a:defRPr>
            </a:defPPr>
          </a:lstStyle>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오늘</a:t>
            </a:r>
          </a:p>
          <a:p xmlns:a="http://schemas.openxmlformats.org/drawingml/2006/main">
            <a:pPr algn="l">
              <a:defRPr sz="4650" b="1">
                <a:solidFill>
                  <a:srgbClr val="183E35"/>
                </a:solidFill>
                <a:latin typeface="Pretendard"/>
                <a:ea typeface="Pretendard"/>
                <a:cs typeface="Pretendard"/>
              </a:defRPr>
            </a:pPr>
            <a:r>
              <a:rPr sz="4650" b="1">
                <a:solidFill>
                  <a:srgbClr val="183E35"/>
                </a:solidFill>
                <a:latin typeface="Pretendard"/>
                <a:ea typeface="Pretendard"/>
                <a:cs typeface="Pretendard"/>
              </a:rPr>
              <a:t>확인할 일.</a:t>
            </a:r>
          </a:p>
        </p:txBody>
      </p:sp>
      <p:sp>
        <p:nvSpPr>
          <p:cNvPr id="4" name="총무의 첫 화면">
            <a:extLst xmlns:a="http://schemas.openxmlformats.org/drawingml/2006/main">
              <a:ext uri="{FF2B5EF4-FFF2-40B4-BE49-F238E27FC236}">
                <a16:creationId xmlns:a16="http://schemas.microsoft.com/office/drawing/2014/main" id="{CA0664D0-D5ED-44FA-8CBB-38104B490166}"/>
              </a:ext>
            </a:extLst>
          </p:cNvPr>
          <p:cNvSpPr>
            <a:spLocks xmlns:a="http://schemas.openxmlformats.org/drawingml/2006/main" noGrp="1"/>
          </p:cNvSpPr>
          <p:nvPr/>
        </p:nvSpPr>
        <p:spPr>
          <a:xfrm xmlns:a="http://schemas.openxmlformats.org/drawingml/2006/main">
            <a:off x="504825" y="3467100"/>
            <a:ext cx="32575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725">
                <a:solidFill>
                  <a:srgbClr val="567D89"/>
                </a:solidFill>
                <a:latin typeface="Pretendard"/>
                <a:ea typeface="Pretendard"/>
                <a:cs typeface="Pretendard"/>
              </a:defRPr>
            </a:defPPr>
          </a:lstStyle>
          <a:p xmlns:a="http://schemas.openxmlformats.org/drawingml/2006/main">
            <a:pPr algn="l">
              <a:defRPr sz="1725">
                <a:solidFill>
                  <a:srgbClr val="567D89"/>
                </a:solidFill>
                <a:latin typeface="Pretendard"/>
                <a:ea typeface="Pretendard"/>
                <a:cs typeface="Pretendard"/>
              </a:defRPr>
            </a:pPr>
            <a:r>
              <a:rPr sz="1725">
                <a:solidFill>
                  <a:srgbClr val="567D89"/>
                </a:solidFill>
                <a:latin typeface="Pretendard"/>
                <a:ea typeface="Pretendard"/>
                <a:cs typeface="Pretendard"/>
              </a:rPr>
              <a:t>총무의 첫 화면</a:t>
            </a:r>
          </a:p>
        </p:txBody>
      </p:sp>
      <p:pic>
        <p:nvPicPr>
          <p:cNvPr id="5" name="">
            <a:extLst xmlns:a="http://schemas.openxmlformats.org/drawingml/2006/main">
              <a:ext uri="{FF2B5EF4-FFF2-40B4-BE49-F238E27FC236}">
                <a16:creationId xmlns:a16="http://schemas.microsoft.com/office/drawing/2014/main" id="{F0CE206F-0093-419F-951C-E966361FFC2B}"/>
              </a:ext>
            </a:extLst>
          </p:cNvPr>
          <p:cNvPicPr>
            <a:picLocks xmlns:a="http://schemas.openxmlformats.org/drawingml/2006/main" noChangeAspect="1"/>
          </p:cNvPicPr>
          <p:nvPr/>
        </p:nvPicPr>
        <p:blipFill>
          <a:blip xmlns:r="http://schemas.openxmlformats.org/officeDocument/2006/relationships" xmlns:a="http://schemas.openxmlformats.org/drawingml/2006/main" r:embed="Rffa54f1668024557"/>
          <a:stretch xmlns:a="http://schemas.openxmlformats.org/drawingml/2006/main"/>
        </p:blipFill>
        <p:spPr>
          <a:xfrm xmlns:a="http://schemas.openxmlformats.org/drawingml/2006/main">
            <a:off x="3143250" y="1323975"/>
            <a:ext cx="5962650" cy="3184757"/>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D619795A-0CA2-431B-99D0-A4A073C45F34}"/>
              </a:ext>
            </a:extLst>
          </p:cNvPr>
          <p:cNvSpPr>
            <a:spLocks xmlns:a="http://schemas.openxmlformats.org/drawingml/2006/main" noGrp="1"/>
          </p:cNvSpPr>
          <p:nvPr/>
        </p:nvSpPr>
        <p:spPr>
          <a:xfrm xmlns:a="http://schemas.openxmlformats.org/drawingml/2006/main">
            <a:off x="4209512" y="1585864"/>
            <a:ext cx="3830126" cy="240376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BC1E0208-6EEC-4647-AA31-BF2705FECB47}"/>
              </a:ext>
            </a:extLst>
          </p:cNvPr>
          <p:cNvPicPr>
            <a:picLocks xmlns:a="http://schemas.openxmlformats.org/drawingml/2006/main" noChangeAspect="1"/>
          </p:cNvPicPr>
          <p:nvPr/>
        </p:nvPicPr>
        <p:blipFill>
          <a:blip xmlns:r="http://schemas.openxmlformats.org/officeDocument/2006/relationships" xmlns:a="http://schemas.openxmlformats.org/drawingml/2006/main" r:embed="R1bf198c836c34a1a"/>
          <a:srcRect xmlns:a="http://schemas.openxmlformats.org/drawingml/2006/main" l="0" t="0" r="0" b="0"/>
          <a:stretch xmlns:a="http://schemas.openxmlformats.org/drawingml/2006/main">
            <a:fillRect l="0" t="0" r="0" b="0"/>
          </a:stretch>
        </p:blipFill>
        <p:spPr>
          <a:xfrm xmlns:a="http://schemas.openxmlformats.org/drawingml/2006/main">
            <a:off x="4209512" y="1585864"/>
            <a:ext cx="3830126" cy="2403766"/>
          </a:xfrm>
          <a:prstGeom xmlns:a="http://schemas.openxmlformats.org/drawingml/2006/main" prst="rect">
            <a:avLst/>
          </a:prstGeom>
        </p:spPr>
      </p:pic>
    </p:spTree>
    <p:extLst>
      <p:ext uri="{BB962C8B-B14F-4D97-AF65-F5344CB8AC3E}">
        <p14:creationId xmlns:p14="http://schemas.microsoft.com/office/powerpoint/2010/main" val="1769275129"/>
      </p:ext>
    </p:extLst>
  </p:cSld>
</p:sld>
</file>

<file path=ppt/slides/slide13.xml><?xml version="1.0" encoding="utf-8"?>
<p:sld xmlns:p="http://schemas.openxmlformats.org/presentationml/2006/main">
  <p:cSld>
    <p:bg>
      <p:bgPr>
        <a:solidFill xmlns:a="http://schemas.openxmlformats.org/drawingml/2006/main">
          <a:srgbClr val="E5EDEA"/>
        </a:solidFill>
      </p:bgPr>
    </p:bg>
    <p:spTree>
      <p:nvGrpSpPr>
        <p:cNvPr id="1" name=""/>
        <p:cNvGrpSpPr/>
        <p:nvPr/>
      </p:nvGrpSpPr>
      <p:grpSpPr>
        <a:xfrm xmlns:a="http://schemas.openxmlformats.org/drawingml/2006/main"/>
      </p:grpSpPr>
      <p:sp>
        <p:nvSpPr>
          <p:cNvPr id="8" name="설립 준비">
            <a:extLst xmlns:a="http://schemas.openxmlformats.org/drawingml/2006/main">
              <a:ext uri="{FF2B5EF4-FFF2-40B4-BE49-F238E27FC236}">
                <a16:creationId xmlns:a16="http://schemas.microsoft.com/office/drawing/2014/main" id="{8AC4C489-C4A9-49C8-ACDF-3D4C7EB6D6E6}"/>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설립 준비</a:t>
            </a:r>
          </a:p>
        </p:txBody>
      </p:sp>
      <p:sp>
        <p:nvSpPr>
          <p:cNvPr id="2" name="13">
            <a:extLst xmlns:a="http://schemas.openxmlformats.org/drawingml/2006/main">
              <a:ext uri="{FF2B5EF4-FFF2-40B4-BE49-F238E27FC236}">
                <a16:creationId xmlns:a16="http://schemas.microsoft.com/office/drawing/2014/main" id="{761D0FAC-D3F0-427D-A51C-03B9894D53D3}"/>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13</a:t>
            </a:r>
          </a:p>
        </p:txBody>
      </p:sp>
      <p:pic>
        <p:nvPicPr>
          <p:cNvPr id="3" name="">
            <a:extLst xmlns:a="http://schemas.openxmlformats.org/drawingml/2006/main">
              <a:ext uri="{FF2B5EF4-FFF2-40B4-BE49-F238E27FC236}">
                <a16:creationId xmlns:a16="http://schemas.microsoft.com/office/drawing/2014/main" id="{C59EC132-EA5A-4D99-94E8-2DD01998EB6F}"/>
              </a:ext>
            </a:extLst>
          </p:cNvPr>
          <p:cNvPicPr>
            <a:picLocks xmlns:a="http://schemas.openxmlformats.org/drawingml/2006/main" noChangeAspect="1"/>
          </p:cNvPicPr>
          <p:nvPr/>
        </p:nvPicPr>
        <p:blipFill>
          <a:blip xmlns:r="http://schemas.openxmlformats.org/officeDocument/2006/relationships" xmlns:a="http://schemas.openxmlformats.org/drawingml/2006/main" r:embed="Rb23953194bed4096"/>
          <a:stretch xmlns:a="http://schemas.openxmlformats.org/drawingml/2006/main"/>
        </p:blipFill>
        <p:spPr>
          <a:xfrm xmlns:a="http://schemas.openxmlformats.org/drawingml/2006/main">
            <a:off x="47625" y="1285875"/>
            <a:ext cx="6010275" cy="3210194"/>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E469AA5-A8AF-4ABD-8E7C-F943FBF548E2}"/>
              </a:ext>
            </a:extLst>
          </p:cNvPr>
          <p:cNvSpPr>
            <a:spLocks xmlns:a="http://schemas.openxmlformats.org/drawingml/2006/main" noGrp="1"/>
          </p:cNvSpPr>
          <p:nvPr/>
        </p:nvSpPr>
        <p:spPr>
          <a:xfrm xmlns:a="http://schemas.openxmlformats.org/drawingml/2006/main">
            <a:off x="1122404" y="1549856"/>
            <a:ext cx="3860718" cy="242296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CBB86452-D884-4348-ABA2-C13EE0DA1387}"/>
              </a:ext>
            </a:extLst>
          </p:cNvPr>
          <p:cNvPicPr>
            <a:picLocks xmlns:a="http://schemas.openxmlformats.org/drawingml/2006/main" noChangeAspect="1"/>
          </p:cNvPicPr>
          <p:nvPr/>
        </p:nvPicPr>
        <p:blipFill>
          <a:blip xmlns:r="http://schemas.openxmlformats.org/officeDocument/2006/relationships" xmlns:a="http://schemas.openxmlformats.org/drawingml/2006/main" r:embed="Rb215a2a99c954c8b"/>
          <a:srcRect xmlns:a="http://schemas.openxmlformats.org/drawingml/2006/main" l="0" t="0" r="0" b="0"/>
          <a:stretch xmlns:a="http://schemas.openxmlformats.org/drawingml/2006/main">
            <a:fillRect l="0" t="0" r="0" b="0"/>
          </a:stretch>
        </p:blipFill>
        <p:spPr>
          <a:xfrm xmlns:a="http://schemas.openxmlformats.org/drawingml/2006/main">
            <a:off x="1122404" y="1549856"/>
            <a:ext cx="3860718" cy="2422966"/>
          </a:xfrm>
          <a:prstGeom xmlns:a="http://schemas.openxmlformats.org/drawingml/2006/main" prst="rect">
            <a:avLst/>
          </a:prstGeom>
        </p:spPr>
      </p:pic>
      <p:sp>
        <p:nvSpPr>
          <p:cNvPr id="6" name="첫 서류부터 빠짐없이.">
            <a:extLst xmlns:a="http://schemas.openxmlformats.org/drawingml/2006/main">
              <a:ext uri="{FF2B5EF4-FFF2-40B4-BE49-F238E27FC236}">
                <a16:creationId xmlns:a16="http://schemas.microsoft.com/office/drawing/2014/main" id="{5CD9D658-E69E-4E22-AE7A-7A47D21F3B4A}"/>
              </a:ext>
            </a:extLst>
          </p:cNvPr>
          <p:cNvSpPr>
            <a:spLocks xmlns:a="http://schemas.openxmlformats.org/drawingml/2006/main" noGrp="1"/>
          </p:cNvSpPr>
          <p:nvPr/>
        </p:nvSpPr>
        <p:spPr>
          <a:xfrm xmlns:a="http://schemas.openxmlformats.org/drawingml/2006/main">
            <a:off x="5514975" y="914400"/>
            <a:ext cx="3448050" cy="1514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825" b="1">
                <a:solidFill>
                  <a:srgbClr val="183E35"/>
                </a:solidFill>
                <a:latin typeface="Pretendard"/>
                <a:ea typeface="Pretendard"/>
                <a:cs typeface="Pretendard"/>
              </a:defRPr>
            </a:defPPr>
          </a:lstStyle>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첫 서류부터</a:t>
            </a:r>
          </a:p>
          <a:p xmlns:a="http://schemas.openxmlformats.org/drawingml/2006/main">
            <a:pPr algn="l">
              <a:defRPr sz="3825" b="1">
                <a:solidFill>
                  <a:srgbClr val="183E35"/>
                </a:solidFill>
                <a:latin typeface="Pretendard"/>
                <a:ea typeface="Pretendard"/>
                <a:cs typeface="Pretendard"/>
              </a:defRPr>
            </a:pPr>
            <a:r>
              <a:rPr sz="3825" b="1">
                <a:solidFill>
                  <a:srgbClr val="183E35"/>
                </a:solidFill>
                <a:latin typeface="Pretendard"/>
                <a:ea typeface="Pretendard"/>
                <a:cs typeface="Pretendard"/>
              </a:rPr>
              <a:t>빠짐없이.</a:t>
            </a:r>
          </a:p>
        </p:txBody>
      </p:sp>
      <p:sp>
        <p:nvSpPr>
          <p:cNvPr id="7" name="보유 서류 추가 확인 법무사 후보">
            <a:extLst xmlns:a="http://schemas.openxmlformats.org/drawingml/2006/main">
              <a:ext uri="{FF2B5EF4-FFF2-40B4-BE49-F238E27FC236}">
                <a16:creationId xmlns:a16="http://schemas.microsoft.com/office/drawing/2014/main" id="{F2E5644C-BD8A-409F-B59C-50BD703A32B5}"/>
              </a:ext>
            </a:extLst>
          </p:cNvPr>
          <p:cNvSpPr>
            <a:spLocks xmlns:a="http://schemas.openxmlformats.org/drawingml/2006/main" noGrp="1"/>
          </p:cNvSpPr>
          <p:nvPr/>
        </p:nvSpPr>
        <p:spPr>
          <a:xfrm xmlns:a="http://schemas.openxmlformats.org/drawingml/2006/main">
            <a:off x="6038850" y="2933700"/>
            <a:ext cx="2714625" cy="1152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a:solidFill>
                  <a:srgbClr val="567D89"/>
                </a:solidFill>
                <a:latin typeface="Pretendard"/>
                <a:ea typeface="Pretendard"/>
                <a:cs typeface="Pretendard"/>
              </a:defRPr>
            </a:defPPr>
          </a:lstStyle>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보유 서류</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추가 확인</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법무사 후보</a:t>
            </a:r>
          </a:p>
        </p:txBody>
      </p:sp>
    </p:spTree>
    <p:extLst>
      <p:ext uri="{BB962C8B-B14F-4D97-AF65-F5344CB8AC3E}">
        <p14:creationId xmlns:p14="http://schemas.microsoft.com/office/powerpoint/2010/main" val="633983607"/>
      </p:ext>
    </p:extLst>
  </p:cSld>
</p:sld>
</file>

<file path=ppt/slides/slide14.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9" name="회의 녹음">
            <a:extLst xmlns:a="http://schemas.openxmlformats.org/drawingml/2006/main">
              <a:ext uri="{FF2B5EF4-FFF2-40B4-BE49-F238E27FC236}">
                <a16:creationId xmlns:a16="http://schemas.microsoft.com/office/drawing/2014/main" id="{5A1FCFC7-26B5-4521-9E09-564B35F587FC}"/>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회의 녹음</a:t>
            </a:r>
          </a:p>
        </p:txBody>
      </p:sp>
      <p:sp>
        <p:nvSpPr>
          <p:cNvPr id="2" name="14">
            <a:extLst xmlns:a="http://schemas.openxmlformats.org/drawingml/2006/main">
              <a:ext uri="{FF2B5EF4-FFF2-40B4-BE49-F238E27FC236}">
                <a16:creationId xmlns:a16="http://schemas.microsoft.com/office/drawing/2014/main" id="{ACAB84C9-8382-4DEC-BF46-270F72FF2592}"/>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14</a:t>
            </a:r>
          </a:p>
        </p:txBody>
      </p:sp>
      <p:sp>
        <p:nvSpPr>
          <p:cNvPr id="3" name="말한 내용을 회의록으로.">
            <a:extLst xmlns:a="http://schemas.openxmlformats.org/drawingml/2006/main">
              <a:ext uri="{FF2B5EF4-FFF2-40B4-BE49-F238E27FC236}">
                <a16:creationId xmlns:a16="http://schemas.microsoft.com/office/drawing/2014/main" id="{812855CF-EAA1-445B-8A7A-42BBB7A09632}"/>
              </a:ext>
            </a:extLst>
          </p:cNvPr>
          <p:cNvSpPr>
            <a:spLocks xmlns:a="http://schemas.openxmlformats.org/drawingml/2006/main" noGrp="1"/>
          </p:cNvSpPr>
          <p:nvPr/>
        </p:nvSpPr>
        <p:spPr>
          <a:xfrm xmlns:a="http://schemas.openxmlformats.org/drawingml/2006/main">
            <a:off x="514350" y="1095375"/>
            <a:ext cx="5410200" cy="1819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650" b="1">
                <a:solidFill>
                  <a:srgbClr val="F5F2E9"/>
                </a:solidFill>
                <a:latin typeface="Pretendard"/>
                <a:ea typeface="Pretendard"/>
                <a:cs typeface="Pretendard"/>
              </a:defRPr>
            </a:defPPr>
          </a:lstStyle>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말한 내용을</a:t>
            </a:r>
          </a:p>
          <a:p xmlns:a="http://schemas.openxmlformats.org/drawingml/2006/main">
            <a:pPr algn="l">
              <a:defRPr sz="4650" b="1">
                <a:solidFill>
                  <a:srgbClr val="F5F2E9"/>
                </a:solidFill>
                <a:latin typeface="Pretendard"/>
                <a:ea typeface="Pretendard"/>
                <a:cs typeface="Pretendard"/>
              </a:defRPr>
            </a:pPr>
            <a:r>
              <a:rPr sz="4650" b="1">
                <a:solidFill>
                  <a:srgbClr val="F5F2E9"/>
                </a:solidFill>
                <a:latin typeface="Pretendard"/>
                <a:ea typeface="Pretendard"/>
                <a:cs typeface="Pretendard"/>
              </a:rPr>
              <a:t>회의록으로.</a:t>
            </a:r>
          </a:p>
        </p:txBody>
      </p:sp>
      <p:pic>
        <p:nvPicPr>
          <p:cNvPr id="4" name="">
            <a:extLst xmlns:a="http://schemas.openxmlformats.org/drawingml/2006/main">
              <a:ext uri="{FF2B5EF4-FFF2-40B4-BE49-F238E27FC236}">
                <a16:creationId xmlns:a16="http://schemas.microsoft.com/office/drawing/2014/main" id="{87406638-C606-42B5-81E7-05A2AA6503BF}"/>
              </a:ext>
            </a:extLst>
          </p:cNvPr>
          <p:cNvPicPr>
            <a:picLocks xmlns:a="http://schemas.openxmlformats.org/drawingml/2006/main" noChangeAspect="1"/>
          </p:cNvPicPr>
          <p:nvPr/>
        </p:nvPicPr>
        <p:blipFill>
          <a:blip xmlns:r="http://schemas.openxmlformats.org/officeDocument/2006/relationships" xmlns:a="http://schemas.openxmlformats.org/drawingml/2006/main" r:embed="Rd38b1a1db34a4d48"/>
          <a:stretch xmlns:a="http://schemas.openxmlformats.org/drawingml/2006/main"/>
        </p:blipFill>
        <p:spPr>
          <a:xfrm xmlns:a="http://schemas.openxmlformats.org/drawingml/2006/main">
            <a:off x="590550" y="3514725"/>
            <a:ext cx="485775" cy="485775"/>
          </a:xfrm>
          <a:prstGeom xmlns:a="http://schemas.openxmlformats.org/drawingml/2006/main" prst="rect">
            <a:avLst/>
          </a:prstGeom>
        </p:spPr>
      </p:pic>
      <p:sp>
        <p:nvSpPr>
          <p:cNvPr id="5" name="녹음에서 검토까지">
            <a:extLst xmlns:a="http://schemas.openxmlformats.org/drawingml/2006/main">
              <a:ext uri="{FF2B5EF4-FFF2-40B4-BE49-F238E27FC236}">
                <a16:creationId xmlns:a16="http://schemas.microsoft.com/office/drawing/2014/main" id="{18CA5C46-F309-410D-B904-5162DD12A54A}"/>
              </a:ext>
            </a:extLst>
          </p:cNvPr>
          <p:cNvSpPr>
            <a:spLocks xmlns:a="http://schemas.openxmlformats.org/drawingml/2006/main" noGrp="1"/>
          </p:cNvSpPr>
          <p:nvPr/>
        </p:nvSpPr>
        <p:spPr>
          <a:xfrm xmlns:a="http://schemas.openxmlformats.org/drawingml/2006/main">
            <a:off x="1285875" y="3629025"/>
            <a:ext cx="41433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BDCFCA"/>
                </a:solidFill>
                <a:latin typeface="Pretendard"/>
                <a:ea typeface="Pretendard"/>
                <a:cs typeface="Pretendard"/>
              </a:defRPr>
            </a:defPPr>
          </a:lstStyle>
          <a:p xmlns:a="http://schemas.openxmlformats.org/drawingml/2006/main">
            <a:pPr algn="l">
              <a:defRPr sz="1800">
                <a:solidFill>
                  <a:srgbClr val="BDCFCA"/>
                </a:solidFill>
                <a:latin typeface="Pretendard"/>
                <a:ea typeface="Pretendard"/>
                <a:cs typeface="Pretendard"/>
              </a:defRPr>
            </a:pPr>
            <a:r>
              <a:rPr sz="1800">
                <a:solidFill>
                  <a:srgbClr val="BDCFCA"/>
                </a:solidFill>
                <a:latin typeface="Pretendard"/>
                <a:ea typeface="Pretendard"/>
                <a:cs typeface="Pretendard"/>
              </a:rPr>
              <a:t>녹음에서 검토까지</a:t>
            </a:r>
          </a:p>
        </p:txBody>
      </p:sp>
      <p:pic>
        <p:nvPicPr>
          <p:cNvPr id="6" name="">
            <a:extLst xmlns:a="http://schemas.openxmlformats.org/drawingml/2006/main">
              <a:ext uri="{FF2B5EF4-FFF2-40B4-BE49-F238E27FC236}">
                <a16:creationId xmlns:a16="http://schemas.microsoft.com/office/drawing/2014/main" id="{2858D9DE-89B8-40AC-A036-47BAC80F06E7}"/>
              </a:ext>
            </a:extLst>
          </p:cNvPr>
          <p:cNvPicPr>
            <a:picLocks xmlns:a="http://schemas.openxmlformats.org/drawingml/2006/main" noChangeAspect="1"/>
          </p:cNvPicPr>
          <p:nvPr/>
        </p:nvPicPr>
        <p:blipFill>
          <a:blip xmlns:r="http://schemas.openxmlformats.org/officeDocument/2006/relationships" xmlns:a="http://schemas.openxmlformats.org/drawingml/2006/main" r:embed="Rba2b2d25918c4865"/>
          <a:stretch xmlns:a="http://schemas.openxmlformats.org/drawingml/2006/main"/>
        </p:blipFill>
        <p:spPr>
          <a:xfrm xmlns:a="http://schemas.openxmlformats.org/drawingml/2006/main">
            <a:off x="6191250" y="476250"/>
            <a:ext cx="2396490" cy="43719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60D6D890-48F1-48EA-821B-910EEBEEA64C}"/>
              </a:ext>
            </a:extLst>
          </p:cNvPr>
          <p:cNvSpPr>
            <a:spLocks xmlns:a="http://schemas.openxmlformats.org/drawingml/2006/main" noGrp="1"/>
          </p:cNvSpPr>
          <p:nvPr/>
        </p:nvSpPr>
        <p:spPr>
          <a:xfrm xmlns:a="http://schemas.openxmlformats.org/drawingml/2006/main">
            <a:off x="6498908" y="945833"/>
            <a:ext cx="1773079" cy="3137297"/>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7DFA2B3E-AB20-4EEC-B819-6754BDE9FB20}"/>
              </a:ext>
            </a:extLst>
          </p:cNvPr>
          <p:cNvPicPr>
            <a:picLocks xmlns:a="http://schemas.openxmlformats.org/drawingml/2006/main" noChangeAspect="1"/>
          </p:cNvPicPr>
          <p:nvPr/>
        </p:nvPicPr>
        <p:blipFill>
          <a:blip xmlns:r="http://schemas.openxmlformats.org/officeDocument/2006/relationships" xmlns:a="http://schemas.openxmlformats.org/drawingml/2006/main" r:embed="R828cf71279524503"/>
          <a:srcRect xmlns:a="http://schemas.openxmlformats.org/drawingml/2006/main" l="0" t="0" r="0" b="0"/>
          <a:stretch xmlns:a="http://schemas.openxmlformats.org/drawingml/2006/main">
            <a:fillRect l="0" t="0" r="0" b="0"/>
          </a:stretch>
        </p:blipFill>
        <p:spPr>
          <a:xfrm xmlns:a="http://schemas.openxmlformats.org/drawingml/2006/main">
            <a:off x="6498908" y="945833"/>
            <a:ext cx="1773079" cy="3137297"/>
          </a:xfrm>
          <a:prstGeom xmlns:a="http://schemas.openxmlformats.org/drawingml/2006/main" prst="rect">
            <a:avLst/>
          </a:prstGeom>
        </p:spPr>
      </p:pic>
    </p:spTree>
    <p:extLst>
      <p:ext uri="{BB962C8B-B14F-4D97-AF65-F5344CB8AC3E}">
        <p14:creationId xmlns:p14="http://schemas.microsoft.com/office/powerpoint/2010/main" val="2138723174"/>
      </p:ext>
    </p:extLst>
  </p:cSld>
</p:sld>
</file>

<file path=ppt/slides/slide1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0" name="문서 검색과 초안">
            <a:extLst xmlns:a="http://schemas.openxmlformats.org/drawingml/2006/main">
              <a:ext uri="{FF2B5EF4-FFF2-40B4-BE49-F238E27FC236}">
                <a16:creationId xmlns:a16="http://schemas.microsoft.com/office/drawing/2014/main" id="{E36B5B77-030D-4E42-A148-62D1AEE9CECF}"/>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문서 검색과 초안</a:t>
            </a:r>
          </a:p>
        </p:txBody>
      </p:sp>
      <p:sp>
        <p:nvSpPr>
          <p:cNvPr id="2" name="15">
            <a:extLst xmlns:a="http://schemas.openxmlformats.org/drawingml/2006/main">
              <a:ext uri="{FF2B5EF4-FFF2-40B4-BE49-F238E27FC236}">
                <a16:creationId xmlns:a16="http://schemas.microsoft.com/office/drawing/2014/main" id="{52D3493E-5979-4BC2-B60F-F6E50322BE74}"/>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15</a:t>
            </a:r>
          </a:p>
        </p:txBody>
      </p:sp>
      <p:sp>
        <p:nvSpPr>
          <p:cNvPr id="3" name="지난 회의도, 이번 초안도.">
            <a:extLst xmlns:a="http://schemas.openxmlformats.org/drawingml/2006/main">
              <a:ext uri="{FF2B5EF4-FFF2-40B4-BE49-F238E27FC236}">
                <a16:creationId xmlns:a16="http://schemas.microsoft.com/office/drawing/2014/main" id="{35692FCC-4B33-499E-9FD4-F15CA7FF5B00}"/>
              </a:ext>
            </a:extLst>
          </p:cNvPr>
          <p:cNvSpPr>
            <a:spLocks xmlns:a="http://schemas.openxmlformats.org/drawingml/2006/main" noGrp="1"/>
          </p:cNvSpPr>
          <p:nvPr/>
        </p:nvSpPr>
        <p:spPr>
          <a:xfrm xmlns:a="http://schemas.openxmlformats.org/drawingml/2006/main">
            <a:off x="485775" y="647700"/>
            <a:ext cx="833437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675" b="1">
                <a:solidFill>
                  <a:srgbClr val="183E35"/>
                </a:solidFill>
                <a:latin typeface="Pretendard"/>
                <a:ea typeface="Pretendard"/>
                <a:cs typeface="Pretendard"/>
              </a:defRPr>
            </a:defPPr>
          </a:lstStyle>
          <a:p xmlns:a="http://schemas.openxmlformats.org/drawingml/2006/main">
            <a:pPr algn="l">
              <a:defRPr sz="3675" b="1">
                <a:solidFill>
                  <a:srgbClr val="183E35"/>
                </a:solidFill>
                <a:latin typeface="Pretendard"/>
                <a:ea typeface="Pretendard"/>
                <a:cs typeface="Pretendard"/>
              </a:defRPr>
            </a:pPr>
            <a:r>
              <a:rPr sz="3675" b="1">
                <a:solidFill>
                  <a:srgbClr val="183E35"/>
                </a:solidFill>
                <a:latin typeface="Pretendard"/>
                <a:ea typeface="Pretendard"/>
                <a:cs typeface="Pretendard"/>
              </a:rPr>
              <a:t>지난 회의도, 이번 초안도.</a:t>
            </a:r>
          </a:p>
        </p:txBody>
      </p:sp>
      <p:pic>
        <p:nvPicPr>
          <p:cNvPr id="4" name="">
            <a:extLst xmlns:a="http://schemas.openxmlformats.org/drawingml/2006/main">
              <a:ext uri="{FF2B5EF4-FFF2-40B4-BE49-F238E27FC236}">
                <a16:creationId xmlns:a16="http://schemas.microsoft.com/office/drawing/2014/main" id="{5CF5BFCA-D609-4979-9FF5-244D7DD9B9B4}"/>
              </a:ext>
            </a:extLst>
          </p:cNvPr>
          <p:cNvPicPr>
            <a:picLocks xmlns:a="http://schemas.openxmlformats.org/drawingml/2006/main" noChangeAspect="1"/>
          </p:cNvPicPr>
          <p:nvPr/>
        </p:nvPicPr>
        <p:blipFill>
          <a:blip xmlns:r="http://schemas.openxmlformats.org/officeDocument/2006/relationships" xmlns:a="http://schemas.openxmlformats.org/drawingml/2006/main" r:embed="Rb6b11d86ee3a4c7f"/>
          <a:stretch xmlns:a="http://schemas.openxmlformats.org/drawingml/2006/main"/>
        </p:blipFill>
        <p:spPr>
          <a:xfrm xmlns:a="http://schemas.openxmlformats.org/drawingml/2006/main">
            <a:off x="485775" y="1476375"/>
            <a:ext cx="5657850" cy="3021958"/>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932C6F26-4E68-40BD-B022-B5DB65255669}"/>
              </a:ext>
            </a:extLst>
          </p:cNvPr>
          <p:cNvSpPr>
            <a:spLocks xmlns:a="http://schemas.openxmlformats.org/drawingml/2006/main" noGrp="1"/>
          </p:cNvSpPr>
          <p:nvPr/>
        </p:nvSpPr>
        <p:spPr>
          <a:xfrm xmlns:a="http://schemas.openxmlformats.org/drawingml/2006/main">
            <a:off x="1497532" y="1724877"/>
            <a:ext cx="3634337" cy="2280890"/>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39AE932F-A281-4B5C-A5ED-6056561027A6}"/>
              </a:ext>
            </a:extLst>
          </p:cNvPr>
          <p:cNvPicPr>
            <a:picLocks xmlns:a="http://schemas.openxmlformats.org/drawingml/2006/main" noChangeAspect="1"/>
          </p:cNvPicPr>
          <p:nvPr/>
        </p:nvPicPr>
        <p:blipFill>
          <a:blip xmlns:r="http://schemas.openxmlformats.org/officeDocument/2006/relationships" xmlns:a="http://schemas.openxmlformats.org/drawingml/2006/main" r:embed="Rcbfb3da5ec18447c"/>
          <a:srcRect xmlns:a="http://schemas.openxmlformats.org/drawingml/2006/main" l="0" t="0" r="0" b="0"/>
          <a:stretch xmlns:a="http://schemas.openxmlformats.org/drawingml/2006/main">
            <a:fillRect l="0" t="0" r="0" b="0"/>
          </a:stretch>
        </p:blipFill>
        <p:spPr>
          <a:xfrm xmlns:a="http://schemas.openxmlformats.org/drawingml/2006/main">
            <a:off x="1497532" y="1724877"/>
            <a:ext cx="3634337" cy="2280890"/>
          </a:xfrm>
          <a:prstGeom xmlns:a="http://schemas.openxmlformats.org/drawingml/2006/main" prst="rect">
            <a:avLst/>
          </a:prstGeom>
        </p:spPr>
      </p:pic>
      <p:sp>
        <p:nvSpPr>
          <p:cNvPr id="7" name="원문">
            <a:extLst xmlns:a="http://schemas.openxmlformats.org/drawingml/2006/main">
              <a:ext uri="{FF2B5EF4-FFF2-40B4-BE49-F238E27FC236}">
                <a16:creationId xmlns:a16="http://schemas.microsoft.com/office/drawing/2014/main" id="{4E374852-F7BD-461B-9714-81D54AE1221B}"/>
              </a:ext>
            </a:extLst>
          </p:cNvPr>
          <p:cNvSpPr>
            <a:spLocks xmlns:a="http://schemas.openxmlformats.org/drawingml/2006/main" noGrp="1"/>
          </p:cNvSpPr>
          <p:nvPr/>
        </p:nvSpPr>
        <p:spPr>
          <a:xfrm xmlns:a="http://schemas.openxmlformats.org/drawingml/2006/main">
            <a:off x="7286625" y="2181225"/>
            <a:ext cx="1533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원문</a:t>
            </a:r>
          </a:p>
        </p:txBody>
      </p:sp>
      <p:sp>
        <p:nvSpPr>
          <p:cNvPr id="8" name="버전">
            <a:extLst xmlns:a="http://schemas.openxmlformats.org/drawingml/2006/main">
              <a:ext uri="{FF2B5EF4-FFF2-40B4-BE49-F238E27FC236}">
                <a16:creationId xmlns:a16="http://schemas.microsoft.com/office/drawing/2014/main" id="{413BE89C-5B98-48AA-A206-F4299AA11C44}"/>
              </a:ext>
            </a:extLst>
          </p:cNvPr>
          <p:cNvSpPr>
            <a:spLocks xmlns:a="http://schemas.openxmlformats.org/drawingml/2006/main" noGrp="1"/>
          </p:cNvSpPr>
          <p:nvPr/>
        </p:nvSpPr>
        <p:spPr>
          <a:xfrm xmlns:a="http://schemas.openxmlformats.org/drawingml/2006/main">
            <a:off x="7286625" y="2886075"/>
            <a:ext cx="1533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183E35"/>
                </a:solidFill>
                <a:latin typeface="Pretendard"/>
                <a:ea typeface="Pretendard"/>
                <a:cs typeface="Pretendard"/>
              </a:defRPr>
            </a:defPPr>
          </a:lstStyle>
          <a:p xmlns:a="http://schemas.openxmlformats.org/drawingml/2006/main">
            <a:pPr algn="l">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버전</a:t>
            </a:r>
          </a:p>
        </p:txBody>
      </p:sp>
      <p:sp>
        <p:nvSpPr>
          <p:cNvPr id="9" name="초안">
            <a:extLst xmlns:a="http://schemas.openxmlformats.org/drawingml/2006/main">
              <a:ext uri="{FF2B5EF4-FFF2-40B4-BE49-F238E27FC236}">
                <a16:creationId xmlns:a16="http://schemas.microsoft.com/office/drawing/2014/main" id="{7E3C1199-89A4-42BB-B728-BA2C56742DD0}"/>
              </a:ext>
            </a:extLst>
          </p:cNvPr>
          <p:cNvSpPr>
            <a:spLocks xmlns:a="http://schemas.openxmlformats.org/drawingml/2006/main" noGrp="1"/>
          </p:cNvSpPr>
          <p:nvPr/>
        </p:nvSpPr>
        <p:spPr>
          <a:xfrm xmlns:a="http://schemas.openxmlformats.org/drawingml/2006/main">
            <a:off x="7286625" y="3590925"/>
            <a:ext cx="15335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75" b="1">
                <a:solidFill>
                  <a:srgbClr val="567D89"/>
                </a:solidFill>
                <a:latin typeface="Pretendard"/>
                <a:ea typeface="Pretendard"/>
                <a:cs typeface="Pretendard"/>
              </a:defRPr>
            </a:defPPr>
          </a:lstStyle>
          <a:p xmlns:a="http://schemas.openxmlformats.org/drawingml/2006/main">
            <a:pPr algn="l">
              <a:defRPr sz="2175" b="1">
                <a:solidFill>
                  <a:srgbClr val="567D89"/>
                </a:solidFill>
                <a:latin typeface="Pretendard"/>
                <a:ea typeface="Pretendard"/>
                <a:cs typeface="Pretendard"/>
              </a:defRPr>
            </a:pPr>
            <a:r>
              <a:rPr sz="2175" b="1">
                <a:solidFill>
                  <a:srgbClr val="567D89"/>
                </a:solidFill>
                <a:latin typeface="Pretendard"/>
                <a:ea typeface="Pretendard"/>
                <a:cs typeface="Pretendard"/>
              </a:rPr>
              <a:t>초안</a:t>
            </a:r>
          </a:p>
        </p:txBody>
      </p:sp>
    </p:spTree>
    <p:extLst>
      <p:ext uri="{BB962C8B-B14F-4D97-AF65-F5344CB8AC3E}">
        <p14:creationId xmlns:p14="http://schemas.microsoft.com/office/powerpoint/2010/main" val="2063260735"/>
      </p:ext>
    </p:extLst>
  </p:cSld>
</p:sld>
</file>

<file path=ppt/slides/slide16.xml><?xml version="1.0" encoding="utf-8"?>
<p:sld xmlns:p="http://schemas.openxmlformats.org/presentationml/2006/main">
  <p:cSld>
    <p:bg>
      <p:bgPr>
        <a:solidFill xmlns:a="http://schemas.openxmlformats.org/drawingml/2006/main">
          <a:srgbClr val="E2ECEE"/>
        </a:solidFill>
      </p:bgPr>
    </p:bg>
    <p:spTree>
      <p:nvGrpSpPr>
        <p:cNvPr id="1" name=""/>
        <p:cNvGrpSpPr/>
        <p:nvPr/>
      </p:nvGrpSpPr>
      <p:grpSpPr>
        <a:xfrm xmlns:a="http://schemas.openxmlformats.org/drawingml/2006/main"/>
      </p:grpSpPr>
      <p:sp>
        <p:nvSpPr>
          <p:cNvPr id="8" name="총회와 동의">
            <a:extLst xmlns:a="http://schemas.openxmlformats.org/drawingml/2006/main">
              <a:ext uri="{FF2B5EF4-FFF2-40B4-BE49-F238E27FC236}">
                <a16:creationId xmlns:a16="http://schemas.microsoft.com/office/drawing/2014/main" id="{4B358D13-1E7E-4F9D-B8FC-F775A025A8F2}"/>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총회와 동의</a:t>
            </a:r>
          </a:p>
        </p:txBody>
      </p:sp>
      <p:sp>
        <p:nvSpPr>
          <p:cNvPr id="2" name="16">
            <a:extLst xmlns:a="http://schemas.openxmlformats.org/drawingml/2006/main">
              <a:ext uri="{FF2B5EF4-FFF2-40B4-BE49-F238E27FC236}">
                <a16:creationId xmlns:a16="http://schemas.microsoft.com/office/drawing/2014/main" id="{66A2F7BC-FF42-4D40-991C-783351A2390F}"/>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16</a:t>
            </a:r>
          </a:p>
        </p:txBody>
      </p:sp>
      <p:pic>
        <p:nvPicPr>
          <p:cNvPr id="3" name="">
            <a:extLst xmlns:a="http://schemas.openxmlformats.org/drawingml/2006/main">
              <a:ext uri="{FF2B5EF4-FFF2-40B4-BE49-F238E27FC236}">
                <a16:creationId xmlns:a16="http://schemas.microsoft.com/office/drawing/2014/main" id="{0EE0D574-87DE-4865-9DD4-569F4D9E839E}"/>
              </a:ext>
            </a:extLst>
          </p:cNvPr>
          <p:cNvPicPr>
            <a:picLocks xmlns:a="http://schemas.openxmlformats.org/drawingml/2006/main" noChangeAspect="1"/>
          </p:cNvPicPr>
          <p:nvPr/>
        </p:nvPicPr>
        <p:blipFill>
          <a:blip xmlns:r="http://schemas.openxmlformats.org/officeDocument/2006/relationships" xmlns:a="http://schemas.openxmlformats.org/drawingml/2006/main" r:embed="R38327a1981b04ebc"/>
          <a:stretch xmlns:a="http://schemas.openxmlformats.org/drawingml/2006/main"/>
        </p:blipFill>
        <p:spPr>
          <a:xfrm xmlns:a="http://schemas.openxmlformats.org/drawingml/2006/main">
            <a:off x="514350" y="609600"/>
            <a:ext cx="2344279" cy="42767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D57FE71D-1608-4202-AB8C-597A2397CDE6}"/>
              </a:ext>
            </a:extLst>
          </p:cNvPr>
          <p:cNvSpPr>
            <a:spLocks xmlns:a="http://schemas.openxmlformats.org/drawingml/2006/main" noGrp="1"/>
          </p:cNvSpPr>
          <p:nvPr/>
        </p:nvSpPr>
        <p:spPr>
          <a:xfrm xmlns:a="http://schemas.openxmlformats.org/drawingml/2006/main">
            <a:off x="815305" y="1068952"/>
            <a:ext cx="1734450" cy="306894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9772BA15-79B3-444C-987E-1BF8F951B2A5}"/>
              </a:ext>
            </a:extLst>
          </p:cNvPr>
          <p:cNvPicPr>
            <a:picLocks xmlns:a="http://schemas.openxmlformats.org/drawingml/2006/main" noChangeAspect="1"/>
          </p:cNvPicPr>
          <p:nvPr/>
        </p:nvPicPr>
        <p:blipFill>
          <a:blip xmlns:r="http://schemas.openxmlformats.org/officeDocument/2006/relationships" xmlns:a="http://schemas.openxmlformats.org/drawingml/2006/main" r:embed="R81e9a6221e8a412b"/>
          <a:srcRect xmlns:a="http://schemas.openxmlformats.org/drawingml/2006/main" l="0" t="0" r="0" b="0"/>
          <a:stretch xmlns:a="http://schemas.openxmlformats.org/drawingml/2006/main">
            <a:fillRect l="0" t="0" r="0" b="0"/>
          </a:stretch>
        </p:blipFill>
        <p:spPr>
          <a:xfrm xmlns:a="http://schemas.openxmlformats.org/drawingml/2006/main">
            <a:off x="815305" y="1068952"/>
            <a:ext cx="1734450" cy="3068946"/>
          </a:xfrm>
          <a:prstGeom xmlns:a="http://schemas.openxmlformats.org/drawingml/2006/main" prst="rect">
            <a:avLst/>
          </a:prstGeom>
        </p:spPr>
      </p:pic>
      <p:sp>
        <p:nvSpPr>
          <p:cNvPr id="6" name="누가, 어떤 안건에 동의했는지.">
            <a:extLst xmlns:a="http://schemas.openxmlformats.org/drawingml/2006/main">
              <a:ext uri="{FF2B5EF4-FFF2-40B4-BE49-F238E27FC236}">
                <a16:creationId xmlns:a16="http://schemas.microsoft.com/office/drawing/2014/main" id="{96B467F5-6318-419E-98C4-251B4636C6BE}"/>
              </a:ext>
            </a:extLst>
          </p:cNvPr>
          <p:cNvSpPr>
            <a:spLocks xmlns:a="http://schemas.openxmlformats.org/drawingml/2006/main" noGrp="1"/>
          </p:cNvSpPr>
          <p:nvPr/>
        </p:nvSpPr>
        <p:spPr>
          <a:xfrm xmlns:a="http://schemas.openxmlformats.org/drawingml/2006/main">
            <a:off x="3495675" y="1000125"/>
            <a:ext cx="5334000"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누가,</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어떤 안건에</a:t>
            </a:r>
          </a:p>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동의했는지.</a:t>
            </a:r>
          </a:p>
        </p:txBody>
      </p:sp>
      <p:sp>
        <p:nvSpPr>
          <p:cNvPr id="7" name="응답을 문서 버전과 함께">
            <a:extLst xmlns:a="http://schemas.openxmlformats.org/drawingml/2006/main">
              <a:ext uri="{FF2B5EF4-FFF2-40B4-BE49-F238E27FC236}">
                <a16:creationId xmlns:a16="http://schemas.microsoft.com/office/drawing/2014/main" id="{7BDB26F5-A264-4337-B07F-290668322F0D}"/>
              </a:ext>
            </a:extLst>
          </p:cNvPr>
          <p:cNvSpPr>
            <a:spLocks xmlns:a="http://schemas.openxmlformats.org/drawingml/2006/main" noGrp="1"/>
          </p:cNvSpPr>
          <p:nvPr/>
        </p:nvSpPr>
        <p:spPr>
          <a:xfrm xmlns:a="http://schemas.openxmlformats.org/drawingml/2006/main">
            <a:off x="3581400" y="3838575"/>
            <a:ext cx="5143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567D89"/>
                </a:solidFill>
                <a:latin typeface="Pretendard"/>
                <a:ea typeface="Pretendard"/>
                <a:cs typeface="Pretendard"/>
              </a:defRPr>
            </a:defPPr>
          </a:lstStyle>
          <a:p xmlns:a="http://schemas.openxmlformats.org/drawingml/2006/main">
            <a:pPr algn="l">
              <a:defRPr sz="1800">
                <a:solidFill>
                  <a:srgbClr val="567D89"/>
                </a:solidFill>
                <a:latin typeface="Pretendard"/>
                <a:ea typeface="Pretendard"/>
                <a:cs typeface="Pretendard"/>
              </a:defRPr>
            </a:pPr>
            <a:r>
              <a:rPr sz="1800">
                <a:solidFill>
                  <a:srgbClr val="567D89"/>
                </a:solidFill>
                <a:latin typeface="Pretendard"/>
                <a:ea typeface="Pretendard"/>
                <a:cs typeface="Pretendard"/>
              </a:rPr>
              <a:t>응답을 문서 버전과 함께</a:t>
            </a:r>
          </a:p>
        </p:txBody>
      </p:sp>
    </p:spTree>
    <p:extLst>
      <p:ext uri="{BB962C8B-B14F-4D97-AF65-F5344CB8AC3E}">
        <p14:creationId xmlns:p14="http://schemas.microsoft.com/office/powerpoint/2010/main" val="453565791"/>
      </p:ext>
    </p:extLst>
  </p:cSld>
</p:sld>
</file>

<file path=ppt/slides/slide17.xml><?xml version="1.0" encoding="utf-8"?>
<p:sld xmlns:p="http://schemas.openxmlformats.org/presentationml/2006/main">
  <p:cSld>
    <p:bg>
      <p:bgPr>
        <a:solidFill xmlns:a="http://schemas.openxmlformats.org/drawingml/2006/main">
          <a:srgbClr val="E2ECEE"/>
        </a:solidFill>
      </p:bgPr>
    </p:bg>
    <p:spTree>
      <p:nvGrpSpPr>
        <p:cNvPr id="1" name=""/>
        <p:cNvGrpSpPr/>
        <p:nvPr/>
      </p:nvGrpSpPr>
      <p:grpSpPr>
        <a:xfrm xmlns:a="http://schemas.openxmlformats.org/drawingml/2006/main"/>
      </p:grpSpPr>
      <p:sp>
        <p:nvSpPr>
          <p:cNvPr id="11" name="재산과 등기">
            <a:extLst xmlns:a="http://schemas.openxmlformats.org/drawingml/2006/main">
              <a:ext uri="{FF2B5EF4-FFF2-40B4-BE49-F238E27FC236}">
                <a16:creationId xmlns:a16="http://schemas.microsoft.com/office/drawing/2014/main" id="{91AB758F-E010-4E1E-9DD8-89CBB93E0763}"/>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재산과 등기</a:t>
            </a:r>
          </a:p>
        </p:txBody>
      </p:sp>
      <p:sp>
        <p:nvSpPr>
          <p:cNvPr id="2" name="17">
            <a:extLst xmlns:a="http://schemas.openxmlformats.org/drawingml/2006/main">
              <a:ext uri="{FF2B5EF4-FFF2-40B4-BE49-F238E27FC236}">
                <a16:creationId xmlns:a16="http://schemas.microsoft.com/office/drawing/2014/main" id="{DCB460FA-C642-4C4C-A87B-106F13511F9E}"/>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17</a:t>
            </a:r>
          </a:p>
        </p:txBody>
      </p:sp>
      <p:sp>
        <p:nvSpPr>
          <p:cNvPr id="3" name="우리 종중의 땅">
            <a:extLst xmlns:a="http://schemas.openxmlformats.org/drawingml/2006/main">
              <a:ext uri="{FF2B5EF4-FFF2-40B4-BE49-F238E27FC236}">
                <a16:creationId xmlns:a16="http://schemas.microsoft.com/office/drawing/2014/main" id="{8DD04FAE-1DEB-4DFB-A6C5-935B023FAB96}"/>
              </a:ext>
            </a:extLst>
          </p:cNvPr>
          <p:cNvSpPr>
            <a:spLocks xmlns:a="http://schemas.openxmlformats.org/drawingml/2006/main" noGrp="1"/>
          </p:cNvSpPr>
          <p:nvPr/>
        </p:nvSpPr>
        <p:spPr>
          <a:xfrm xmlns:a="http://schemas.openxmlformats.org/drawingml/2006/main">
            <a:off x="476250" y="666750"/>
            <a:ext cx="8201025"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900" b="1">
                <a:solidFill>
                  <a:srgbClr val="183E35"/>
                </a:solidFill>
                <a:latin typeface="Pretendard"/>
                <a:ea typeface="Pretendard"/>
                <a:cs typeface="Pretendard"/>
              </a:defRPr>
            </a:defPPr>
          </a:lstStyle>
          <a:p xmlns:a="http://schemas.openxmlformats.org/drawingml/2006/main">
            <a:pPr algn="l">
              <a:defRPr sz="3900" b="1">
                <a:solidFill>
                  <a:srgbClr val="183E35"/>
                </a:solidFill>
                <a:latin typeface="Pretendard"/>
                <a:ea typeface="Pretendard"/>
                <a:cs typeface="Pretendard"/>
              </a:defRPr>
            </a:pPr>
            <a:r>
              <a:rPr sz="3900" b="1">
                <a:solidFill>
                  <a:srgbClr val="183E35"/>
                </a:solidFill>
                <a:latin typeface="Pretendard"/>
                <a:ea typeface="Pretendard"/>
                <a:cs typeface="Pretendard"/>
              </a:rPr>
              <a:t>우리 종중의 땅</a:t>
            </a:r>
          </a:p>
        </p:txBody>
      </p:sp>
      <p:pic>
        <p:nvPicPr>
          <p:cNvPr id="4" name="">
            <a:extLst xmlns:a="http://schemas.openxmlformats.org/drawingml/2006/main">
              <a:ext uri="{FF2B5EF4-FFF2-40B4-BE49-F238E27FC236}">
                <a16:creationId xmlns:a16="http://schemas.microsoft.com/office/drawing/2014/main" id="{51D66C57-C1E7-4432-A5A5-2EF9B57A0B7B}"/>
              </a:ext>
            </a:extLst>
          </p:cNvPr>
          <p:cNvPicPr>
            <a:picLocks xmlns:a="http://schemas.openxmlformats.org/drawingml/2006/main" noChangeAspect="1"/>
          </p:cNvPicPr>
          <p:nvPr/>
        </p:nvPicPr>
        <p:blipFill>
          <a:blip xmlns:r="http://schemas.openxmlformats.org/officeDocument/2006/relationships" xmlns:a="http://schemas.openxmlformats.org/drawingml/2006/main" r:embed="R7e3236f450334423"/>
          <a:stretch xmlns:a="http://schemas.openxmlformats.org/drawingml/2006/main"/>
        </p:blipFill>
        <p:spPr>
          <a:xfrm xmlns:a="http://schemas.openxmlformats.org/drawingml/2006/main">
            <a:off x="352425" y="1428750"/>
            <a:ext cx="6762750" cy="3612104"/>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FC8C3E3A-1D7A-4BE1-908D-A51BE1C2E5F6}"/>
              </a:ext>
            </a:extLst>
          </p:cNvPr>
          <p:cNvSpPr>
            <a:spLocks xmlns:a="http://schemas.openxmlformats.org/drawingml/2006/main" noGrp="1"/>
          </p:cNvSpPr>
          <p:nvPr/>
        </p:nvSpPr>
        <p:spPr>
          <a:xfrm xmlns:a="http://schemas.openxmlformats.org/drawingml/2006/main">
            <a:off x="1561764" y="1725781"/>
            <a:ext cx="4344072" cy="272631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6" name="">
            <a:extLst xmlns:a="http://schemas.openxmlformats.org/drawingml/2006/main">
              <a:ext uri="{FF2B5EF4-FFF2-40B4-BE49-F238E27FC236}">
                <a16:creationId xmlns:a16="http://schemas.microsoft.com/office/drawing/2014/main" id="{F0B47069-FD61-4E57-A760-CE335558F244}"/>
              </a:ext>
            </a:extLst>
          </p:cNvPr>
          <p:cNvPicPr>
            <a:picLocks xmlns:a="http://schemas.openxmlformats.org/drawingml/2006/main" noChangeAspect="1"/>
          </p:cNvPicPr>
          <p:nvPr/>
        </p:nvPicPr>
        <p:blipFill>
          <a:blip xmlns:r="http://schemas.openxmlformats.org/officeDocument/2006/relationships" xmlns:a="http://schemas.openxmlformats.org/drawingml/2006/main" r:embed="R8e88168216ac4380"/>
          <a:srcRect xmlns:a="http://schemas.openxmlformats.org/drawingml/2006/main" l="0" t="0" r="0" b="0"/>
          <a:stretch xmlns:a="http://schemas.openxmlformats.org/drawingml/2006/main">
            <a:fillRect l="0" t="0" r="0" b="0"/>
          </a:stretch>
        </p:blipFill>
        <p:spPr>
          <a:xfrm xmlns:a="http://schemas.openxmlformats.org/drawingml/2006/main">
            <a:off x="1561764" y="1725781"/>
            <a:ext cx="4344072" cy="2726316"/>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372AF3F7-8382-4B29-AEB0-FF6DE6407E90}"/>
              </a:ext>
            </a:extLst>
          </p:cNvPr>
          <p:cNvPicPr>
            <a:picLocks xmlns:a="http://schemas.openxmlformats.org/drawingml/2006/main" noChangeAspect="1"/>
          </p:cNvPicPr>
          <p:nvPr/>
        </p:nvPicPr>
        <p:blipFill>
          <a:blip xmlns:r="http://schemas.openxmlformats.org/officeDocument/2006/relationships" xmlns:a="http://schemas.openxmlformats.org/drawingml/2006/main" r:embed="Rb37c9fcc1e624023"/>
          <a:stretch xmlns:a="http://schemas.openxmlformats.org/drawingml/2006/main"/>
        </p:blipFill>
        <p:spPr>
          <a:xfrm xmlns:a="http://schemas.openxmlformats.org/drawingml/2006/main">
            <a:off x="7543800" y="2057400"/>
            <a:ext cx="514350" cy="514350"/>
          </a:xfrm>
          <a:prstGeom xmlns:a="http://schemas.openxmlformats.org/drawingml/2006/main" prst="rect">
            <a:avLst/>
          </a:prstGeom>
        </p:spPr>
      </p:pic>
      <p:sp>
        <p:nvSpPr>
          <p:cNvPr id="8" name="필지 확인">
            <a:extLst xmlns:a="http://schemas.openxmlformats.org/drawingml/2006/main">
              <a:ext uri="{FF2B5EF4-FFF2-40B4-BE49-F238E27FC236}">
                <a16:creationId xmlns:a16="http://schemas.microsoft.com/office/drawing/2014/main" id="{7F40FC71-F850-41F3-A836-4FF63D052380}"/>
              </a:ext>
            </a:extLst>
          </p:cNvPr>
          <p:cNvSpPr>
            <a:spLocks xmlns:a="http://schemas.openxmlformats.org/drawingml/2006/main" noGrp="1"/>
          </p:cNvSpPr>
          <p:nvPr/>
        </p:nvSpPr>
        <p:spPr>
          <a:xfrm xmlns:a="http://schemas.openxmlformats.org/drawingml/2006/main">
            <a:off x="7229475" y="2686050"/>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83E35"/>
                </a:solidFill>
                <a:latin typeface="Pretendard"/>
                <a:ea typeface="Pretendard"/>
                <a:cs typeface="Pretendard"/>
              </a:defRPr>
            </a:defPPr>
          </a:lstStyle>
          <a:p xmlns:a="http://schemas.openxmlformats.org/drawingml/2006/main">
            <a:pPr algn="l">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필지 확인</a:t>
            </a:r>
          </a:p>
        </p:txBody>
      </p:sp>
      <p:pic>
        <p:nvPicPr>
          <p:cNvPr id="9" name="">
            <a:extLst xmlns:a="http://schemas.openxmlformats.org/drawingml/2006/main">
              <a:ext uri="{FF2B5EF4-FFF2-40B4-BE49-F238E27FC236}">
                <a16:creationId xmlns:a16="http://schemas.microsoft.com/office/drawing/2014/main" id="{7BDAEB06-BCF5-4968-A602-EA2D9BD296BC}"/>
              </a:ext>
            </a:extLst>
          </p:cNvPr>
          <p:cNvPicPr>
            <a:picLocks xmlns:a="http://schemas.openxmlformats.org/drawingml/2006/main" noChangeAspect="1"/>
          </p:cNvPicPr>
          <p:nvPr/>
        </p:nvPicPr>
        <p:blipFill>
          <a:blip xmlns:r="http://schemas.openxmlformats.org/officeDocument/2006/relationships" xmlns:a="http://schemas.openxmlformats.org/drawingml/2006/main" r:embed="Rbe38e0621c1f486b"/>
          <a:stretch xmlns:a="http://schemas.openxmlformats.org/drawingml/2006/main"/>
        </p:blipFill>
        <p:spPr>
          <a:xfrm xmlns:a="http://schemas.openxmlformats.org/drawingml/2006/main">
            <a:off x="7543800" y="3390900"/>
            <a:ext cx="514350" cy="514350"/>
          </a:xfrm>
          <a:prstGeom xmlns:a="http://schemas.openxmlformats.org/drawingml/2006/main" prst="rect">
            <a:avLst/>
          </a:prstGeom>
        </p:spPr>
      </p:pic>
      <p:sp>
        <p:nvSpPr>
          <p:cNvPr id="10" name="변경 알림">
            <a:extLst xmlns:a="http://schemas.openxmlformats.org/drawingml/2006/main">
              <a:ext uri="{FF2B5EF4-FFF2-40B4-BE49-F238E27FC236}">
                <a16:creationId xmlns:a16="http://schemas.microsoft.com/office/drawing/2014/main" id="{B3582022-D363-4B12-A7EC-361349AB96FC}"/>
              </a:ext>
            </a:extLst>
          </p:cNvPr>
          <p:cNvSpPr>
            <a:spLocks xmlns:a="http://schemas.openxmlformats.org/drawingml/2006/main" noGrp="1"/>
          </p:cNvSpPr>
          <p:nvPr/>
        </p:nvSpPr>
        <p:spPr>
          <a:xfrm xmlns:a="http://schemas.openxmlformats.org/drawingml/2006/main">
            <a:off x="7229475" y="4038600"/>
            <a:ext cx="164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b="1">
                <a:solidFill>
                  <a:srgbClr val="183E35"/>
                </a:solidFill>
                <a:latin typeface="Pretendard"/>
                <a:ea typeface="Pretendard"/>
                <a:cs typeface="Pretendard"/>
              </a:defRPr>
            </a:defPPr>
          </a:lstStyle>
          <a:p xmlns:a="http://schemas.openxmlformats.org/drawingml/2006/main">
            <a:pPr algn="l">
              <a:defRPr sz="1800" b="1">
                <a:solidFill>
                  <a:srgbClr val="183E35"/>
                </a:solidFill>
                <a:latin typeface="Pretendard"/>
                <a:ea typeface="Pretendard"/>
                <a:cs typeface="Pretendard"/>
              </a:defRPr>
            </a:pPr>
            <a:r>
              <a:rPr sz="1800" b="1">
                <a:solidFill>
                  <a:srgbClr val="183E35"/>
                </a:solidFill>
                <a:latin typeface="Pretendard"/>
                <a:ea typeface="Pretendard"/>
                <a:cs typeface="Pretendard"/>
              </a:rPr>
              <a:t>변경 알림</a:t>
            </a:r>
          </a:p>
        </p:txBody>
      </p:sp>
    </p:spTree>
    <p:extLst>
      <p:ext uri="{BB962C8B-B14F-4D97-AF65-F5344CB8AC3E}">
        <p14:creationId xmlns:p14="http://schemas.microsoft.com/office/powerpoint/2010/main" val="1131923551"/>
      </p:ext>
    </p:extLst>
  </p:cSld>
</p:sld>
</file>

<file path=ppt/slides/slide18.xml><?xml version="1.0" encoding="utf-8"?>
<p:sld xmlns:p="http://schemas.openxmlformats.org/presentationml/2006/main">
  <p:cSld>
    <p:bg>
      <p:bgPr>
        <a:solidFill xmlns:a="http://schemas.openxmlformats.org/drawingml/2006/main">
          <a:srgbClr val="183E35"/>
        </a:solidFill>
      </p:bgPr>
    </p:bg>
    <p:spTree>
      <p:nvGrpSpPr>
        <p:cNvPr id="1" name=""/>
        <p:cNvGrpSpPr/>
        <p:nvPr/>
      </p:nvGrpSpPr>
      <p:grpSpPr>
        <a:xfrm xmlns:a="http://schemas.openxmlformats.org/drawingml/2006/main"/>
      </p:grpSpPr>
      <p:sp>
        <p:nvSpPr>
          <p:cNvPr id="8" name="재산과 회계">
            <a:extLst xmlns:a="http://schemas.openxmlformats.org/drawingml/2006/main">
              <a:ext uri="{FF2B5EF4-FFF2-40B4-BE49-F238E27FC236}">
                <a16:creationId xmlns:a16="http://schemas.microsoft.com/office/drawing/2014/main" id="{5DAC4959-26C9-4BCB-A7F5-24A5B50A14C6}"/>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BDCFCA"/>
                </a:solidFill>
                <a:latin typeface="Pretendard"/>
                <a:ea typeface="Pretendard"/>
                <a:cs typeface="Pretendard"/>
              </a:defRPr>
            </a:defPPr>
          </a:lstStyle>
          <a:p xmlns:a="http://schemas.openxmlformats.org/drawingml/2006/main">
            <a:pPr algn="l">
              <a:defRPr sz="1050">
                <a:solidFill>
                  <a:srgbClr val="BDCFCA"/>
                </a:solidFill>
                <a:latin typeface="Pretendard"/>
                <a:ea typeface="Pretendard"/>
                <a:cs typeface="Pretendard"/>
              </a:defRPr>
            </a:pPr>
            <a:r>
              <a:rPr sz="1050">
                <a:solidFill>
                  <a:srgbClr val="BDCFCA"/>
                </a:solidFill>
                <a:latin typeface="Pretendard"/>
                <a:ea typeface="Pretendard"/>
                <a:cs typeface="Pretendard"/>
              </a:rPr>
              <a:t>재산과 회계</a:t>
            </a:r>
          </a:p>
        </p:txBody>
      </p:sp>
      <p:sp>
        <p:nvSpPr>
          <p:cNvPr id="2" name="18">
            <a:extLst xmlns:a="http://schemas.openxmlformats.org/drawingml/2006/main">
              <a:ext uri="{FF2B5EF4-FFF2-40B4-BE49-F238E27FC236}">
                <a16:creationId xmlns:a16="http://schemas.microsoft.com/office/drawing/2014/main" id="{31408E87-D303-4358-A087-68A14EB4267B}"/>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BDCFCA"/>
                </a:solidFill>
                <a:latin typeface="Pretendard"/>
                <a:ea typeface="Pretendard"/>
                <a:cs typeface="Pretendard"/>
              </a:defRPr>
            </a:defPPr>
          </a:lstStyle>
          <a:p xmlns:a="http://schemas.openxmlformats.org/drawingml/2006/main">
            <a:pPr algn="r">
              <a:defRPr sz="975" b="0">
                <a:solidFill>
                  <a:srgbClr val="BDCFCA"/>
                </a:solidFill>
                <a:latin typeface="Pretendard"/>
                <a:ea typeface="Pretendard"/>
                <a:cs typeface="Pretendard"/>
              </a:defRPr>
            </a:pPr>
            <a:r>
              <a:rPr sz="975" b="0">
                <a:solidFill>
                  <a:srgbClr val="BDCFCA"/>
                </a:solidFill>
                <a:latin typeface="Pretendard"/>
                <a:ea typeface="Pretendard"/>
                <a:cs typeface="Pretendard"/>
              </a:rPr>
              <a:t>18</a:t>
            </a:r>
          </a:p>
        </p:txBody>
      </p:sp>
      <p:sp>
        <p:nvSpPr>
          <p:cNvPr id="3" name="들어온 돈, 나간 돈.">
            <a:extLst xmlns:a="http://schemas.openxmlformats.org/drawingml/2006/main">
              <a:ext uri="{FF2B5EF4-FFF2-40B4-BE49-F238E27FC236}">
                <a16:creationId xmlns:a16="http://schemas.microsoft.com/office/drawing/2014/main" id="{A055DC03-DDB6-4650-8B59-6246483C5DB2}"/>
              </a:ext>
            </a:extLst>
          </p:cNvPr>
          <p:cNvSpPr>
            <a:spLocks xmlns:a="http://schemas.openxmlformats.org/drawingml/2006/main" noGrp="1"/>
          </p:cNvSpPr>
          <p:nvPr/>
        </p:nvSpPr>
        <p:spPr>
          <a:xfrm xmlns:a="http://schemas.openxmlformats.org/drawingml/2006/main">
            <a:off x="495300" y="990600"/>
            <a:ext cx="49720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425" b="1">
                <a:solidFill>
                  <a:srgbClr val="F5F2E9"/>
                </a:solidFill>
                <a:latin typeface="Pretendard"/>
                <a:ea typeface="Pretendard"/>
                <a:cs typeface="Pretendard"/>
              </a:defRPr>
            </a:defPPr>
          </a:lstStyle>
          <a:p xmlns:a="http://schemas.openxmlformats.org/drawingml/2006/main">
            <a:pPr algn="l">
              <a:defRPr sz="4425" b="1">
                <a:solidFill>
                  <a:srgbClr val="F5F2E9"/>
                </a:solidFill>
                <a:latin typeface="Pretendard"/>
                <a:ea typeface="Pretendard"/>
                <a:cs typeface="Pretendard"/>
              </a:defRPr>
            </a:pPr>
            <a:r>
              <a:rPr sz="4425" b="1">
                <a:solidFill>
                  <a:srgbClr val="F5F2E9"/>
                </a:solidFill>
                <a:latin typeface="Pretendard"/>
                <a:ea typeface="Pretendard"/>
                <a:cs typeface="Pretendard"/>
              </a:rPr>
              <a:t>들어온 돈,</a:t>
            </a:r>
          </a:p>
          <a:p xmlns:a="http://schemas.openxmlformats.org/drawingml/2006/main">
            <a:pPr algn="l">
              <a:defRPr sz="4425" b="1">
                <a:solidFill>
                  <a:srgbClr val="F5F2E9"/>
                </a:solidFill>
                <a:latin typeface="Pretendard"/>
                <a:ea typeface="Pretendard"/>
                <a:cs typeface="Pretendard"/>
              </a:defRPr>
            </a:pPr>
            <a:r>
              <a:rPr sz="4425" b="1">
                <a:solidFill>
                  <a:srgbClr val="F5F2E9"/>
                </a:solidFill>
                <a:latin typeface="Pretendard"/>
                <a:ea typeface="Pretendard"/>
                <a:cs typeface="Pretendard"/>
              </a:rPr>
              <a:t>나간 돈.</a:t>
            </a:r>
          </a:p>
        </p:txBody>
      </p:sp>
      <p:sp>
        <p:nvSpPr>
          <p:cNvPr id="4" name="재산 자료와 회계 기록">
            <a:extLst xmlns:a="http://schemas.openxmlformats.org/drawingml/2006/main">
              <a:ext uri="{FF2B5EF4-FFF2-40B4-BE49-F238E27FC236}">
                <a16:creationId xmlns:a16="http://schemas.microsoft.com/office/drawing/2014/main" id="{E5196D1D-2813-4F3B-940C-DD962B6EC0CD}"/>
              </a:ext>
            </a:extLst>
          </p:cNvPr>
          <p:cNvSpPr>
            <a:spLocks xmlns:a="http://schemas.openxmlformats.org/drawingml/2006/main" noGrp="1"/>
          </p:cNvSpPr>
          <p:nvPr/>
        </p:nvSpPr>
        <p:spPr>
          <a:xfrm xmlns:a="http://schemas.openxmlformats.org/drawingml/2006/main">
            <a:off x="542925" y="3457575"/>
            <a:ext cx="41243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BDCFCA"/>
                </a:solidFill>
                <a:latin typeface="Pretendard"/>
                <a:ea typeface="Pretendard"/>
                <a:cs typeface="Pretendard"/>
              </a:defRPr>
            </a:defPPr>
          </a:lstStyle>
          <a:p xmlns:a="http://schemas.openxmlformats.org/drawingml/2006/main">
            <a:pPr algn="l">
              <a:defRPr sz="1800">
                <a:solidFill>
                  <a:srgbClr val="BDCFCA"/>
                </a:solidFill>
                <a:latin typeface="Pretendard"/>
                <a:ea typeface="Pretendard"/>
                <a:cs typeface="Pretendard"/>
              </a:defRPr>
            </a:pPr>
            <a:r>
              <a:rPr sz="1800">
                <a:solidFill>
                  <a:srgbClr val="BDCFCA"/>
                </a:solidFill>
                <a:latin typeface="Pretendard"/>
                <a:ea typeface="Pretendard"/>
                <a:cs typeface="Pretendard"/>
              </a:rPr>
              <a:t>재산 자료와 회계 기록</a:t>
            </a:r>
          </a:p>
        </p:txBody>
      </p:sp>
      <p:pic>
        <p:nvPicPr>
          <p:cNvPr id="5" name="">
            <a:extLst xmlns:a="http://schemas.openxmlformats.org/drawingml/2006/main">
              <a:ext uri="{FF2B5EF4-FFF2-40B4-BE49-F238E27FC236}">
                <a16:creationId xmlns:a16="http://schemas.microsoft.com/office/drawing/2014/main" id="{49562876-9B7B-4DF2-98E7-3764C49658DC}"/>
              </a:ext>
            </a:extLst>
          </p:cNvPr>
          <p:cNvPicPr>
            <a:picLocks xmlns:a="http://schemas.openxmlformats.org/drawingml/2006/main" noChangeAspect="1"/>
          </p:cNvPicPr>
          <p:nvPr/>
        </p:nvPicPr>
        <p:blipFill>
          <a:blip xmlns:r="http://schemas.openxmlformats.org/officeDocument/2006/relationships" xmlns:a="http://schemas.openxmlformats.org/drawingml/2006/main" r:embed="Rab6599b4644e4814"/>
          <a:stretch xmlns:a="http://schemas.openxmlformats.org/drawingml/2006/main"/>
        </p:blipFill>
        <p:spPr>
          <a:xfrm xmlns:a="http://schemas.openxmlformats.org/drawingml/2006/main">
            <a:off x="3305175" y="1362075"/>
            <a:ext cx="5800725" cy="309827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CDD9BBC-08F5-4E46-A798-166676AD8B9D}"/>
              </a:ext>
            </a:extLst>
          </p:cNvPr>
          <p:cNvSpPr>
            <a:spLocks xmlns:a="http://schemas.openxmlformats.org/drawingml/2006/main" noGrp="1"/>
          </p:cNvSpPr>
          <p:nvPr/>
        </p:nvSpPr>
        <p:spPr>
          <a:xfrm xmlns:a="http://schemas.openxmlformats.org/drawingml/2006/main">
            <a:off x="4342481" y="1616852"/>
            <a:ext cx="3726113" cy="2338488"/>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57A3F587-CB84-488C-ADA8-8A516290FD39}"/>
              </a:ext>
            </a:extLst>
          </p:cNvPr>
          <p:cNvPicPr>
            <a:picLocks xmlns:a="http://schemas.openxmlformats.org/drawingml/2006/main" noChangeAspect="1"/>
          </p:cNvPicPr>
          <p:nvPr/>
        </p:nvPicPr>
        <p:blipFill>
          <a:blip xmlns:r="http://schemas.openxmlformats.org/officeDocument/2006/relationships" xmlns:a="http://schemas.openxmlformats.org/drawingml/2006/main" r:embed="R41c985c3e91c4dc4"/>
          <a:srcRect xmlns:a="http://schemas.openxmlformats.org/drawingml/2006/main" l="0" t="0" r="0" b="0"/>
          <a:stretch xmlns:a="http://schemas.openxmlformats.org/drawingml/2006/main">
            <a:fillRect l="0" t="0" r="0" b="0"/>
          </a:stretch>
        </p:blipFill>
        <p:spPr>
          <a:xfrm xmlns:a="http://schemas.openxmlformats.org/drawingml/2006/main">
            <a:off x="4342481" y="1616852"/>
            <a:ext cx="3726113" cy="2338488"/>
          </a:xfrm>
          <a:prstGeom xmlns:a="http://schemas.openxmlformats.org/drawingml/2006/main" prst="rect">
            <a:avLst/>
          </a:prstGeom>
        </p:spPr>
      </p:pic>
    </p:spTree>
    <p:extLst>
      <p:ext uri="{BB962C8B-B14F-4D97-AF65-F5344CB8AC3E}">
        <p14:creationId xmlns:p14="http://schemas.microsoft.com/office/powerpoint/2010/main" val="833923795"/>
      </p:ext>
    </p:extLst>
  </p:cSld>
</p:sld>
</file>

<file path=ppt/slides/slide1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8" name="법률 근거와 전문가">
            <a:extLst xmlns:a="http://schemas.openxmlformats.org/drawingml/2006/main">
              <a:ext uri="{FF2B5EF4-FFF2-40B4-BE49-F238E27FC236}">
                <a16:creationId xmlns:a16="http://schemas.microsoft.com/office/drawing/2014/main" id="{7A54CED7-4AC2-4A71-BC1F-204AFA1FFBC1}"/>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법률 근거와 전문가</a:t>
            </a:r>
          </a:p>
        </p:txBody>
      </p:sp>
      <p:sp>
        <p:nvSpPr>
          <p:cNvPr id="2" name="19">
            <a:extLst xmlns:a="http://schemas.openxmlformats.org/drawingml/2006/main">
              <a:ext uri="{FF2B5EF4-FFF2-40B4-BE49-F238E27FC236}">
                <a16:creationId xmlns:a16="http://schemas.microsoft.com/office/drawing/2014/main" id="{4F099658-CB59-4D54-95D9-E363C7A73795}"/>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19</a:t>
            </a:r>
          </a:p>
        </p:txBody>
      </p:sp>
      <p:pic>
        <p:nvPicPr>
          <p:cNvPr id="3" name="">
            <a:extLst xmlns:a="http://schemas.openxmlformats.org/drawingml/2006/main">
              <a:ext uri="{FF2B5EF4-FFF2-40B4-BE49-F238E27FC236}">
                <a16:creationId xmlns:a16="http://schemas.microsoft.com/office/drawing/2014/main" id="{BF9B653D-E7C5-4FAF-AE77-8BFE59784A4E}"/>
              </a:ext>
            </a:extLst>
          </p:cNvPr>
          <p:cNvPicPr>
            <a:picLocks xmlns:a="http://schemas.openxmlformats.org/drawingml/2006/main" noChangeAspect="1"/>
          </p:cNvPicPr>
          <p:nvPr/>
        </p:nvPicPr>
        <p:blipFill>
          <a:blip xmlns:r="http://schemas.openxmlformats.org/officeDocument/2006/relationships" xmlns:a="http://schemas.openxmlformats.org/drawingml/2006/main" r:embed="R0e5612b32a4d43a0"/>
          <a:stretch xmlns:a="http://schemas.openxmlformats.org/drawingml/2006/main"/>
        </p:blipFill>
        <p:spPr>
          <a:xfrm xmlns:a="http://schemas.openxmlformats.org/drawingml/2006/main">
            <a:off x="47625" y="1285875"/>
            <a:ext cx="6000750" cy="3205106"/>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CFB1C2CE-6D21-4556-A61E-67C69F0FE319}"/>
              </a:ext>
            </a:extLst>
          </p:cNvPr>
          <p:cNvSpPr>
            <a:spLocks xmlns:a="http://schemas.openxmlformats.org/drawingml/2006/main" noGrp="1"/>
          </p:cNvSpPr>
          <p:nvPr/>
        </p:nvSpPr>
        <p:spPr>
          <a:xfrm xmlns:a="http://schemas.openxmlformats.org/drawingml/2006/main">
            <a:off x="1120700" y="1549437"/>
            <a:ext cx="3854599" cy="2419126"/>
          </a:xfrm>
          <a:prstGeom xmlns:a="http://schemas.openxmlformats.org/drawingml/2006/main" prst="rect">
            <a:avLst/>
          </a:prstGeom>
          <a:solidFill xmlns:a="http://schemas.openxmlformats.org/drawingml/2006/main">
            <a:srgbClr val="FFFFFF"/>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2A72F2B4-C7B3-4145-A589-A3D6A5D1EA0A}"/>
              </a:ext>
            </a:extLst>
          </p:cNvPr>
          <p:cNvPicPr>
            <a:picLocks xmlns:a="http://schemas.openxmlformats.org/drawingml/2006/main" noChangeAspect="1"/>
          </p:cNvPicPr>
          <p:nvPr/>
        </p:nvPicPr>
        <p:blipFill>
          <a:blip xmlns:r="http://schemas.openxmlformats.org/officeDocument/2006/relationships" xmlns:a="http://schemas.openxmlformats.org/drawingml/2006/main" r:embed="Rc4c9a9e5b675419e"/>
          <a:srcRect xmlns:a="http://schemas.openxmlformats.org/drawingml/2006/main" l="0" t="0" r="0" b="0"/>
          <a:stretch xmlns:a="http://schemas.openxmlformats.org/drawingml/2006/main">
            <a:fillRect l="0" t="0" r="0" b="0"/>
          </a:stretch>
        </p:blipFill>
        <p:spPr>
          <a:xfrm xmlns:a="http://schemas.openxmlformats.org/drawingml/2006/main">
            <a:off x="1120700" y="1549437"/>
            <a:ext cx="3854599" cy="2419126"/>
          </a:xfrm>
          <a:prstGeom xmlns:a="http://schemas.openxmlformats.org/drawingml/2006/main" prst="rect">
            <a:avLst/>
          </a:prstGeom>
        </p:spPr>
      </p:pic>
      <p:sp>
        <p:nvSpPr>
          <p:cNvPr id="6" name="우리 가문 법률 전문가">
            <a:extLst xmlns:a="http://schemas.openxmlformats.org/drawingml/2006/main">
              <a:ext uri="{FF2B5EF4-FFF2-40B4-BE49-F238E27FC236}">
                <a16:creationId xmlns:a16="http://schemas.microsoft.com/office/drawing/2014/main" id="{BF6E72D0-637D-47E0-8E3A-7140D0FB4A02}"/>
              </a:ext>
            </a:extLst>
          </p:cNvPr>
          <p:cNvSpPr>
            <a:spLocks xmlns:a="http://schemas.openxmlformats.org/drawingml/2006/main" noGrp="1"/>
          </p:cNvSpPr>
          <p:nvPr/>
        </p:nvSpPr>
        <p:spPr>
          <a:xfrm xmlns:a="http://schemas.openxmlformats.org/drawingml/2006/main">
            <a:off x="5505450" y="1000125"/>
            <a:ext cx="3533775"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525" b="1">
                <a:solidFill>
                  <a:srgbClr val="183E35"/>
                </a:solidFill>
                <a:latin typeface="Pretendard"/>
                <a:ea typeface="Pretendard"/>
                <a:cs typeface="Pretendard"/>
              </a:defRPr>
            </a:defPPr>
          </a:lstStyle>
          <a:p xmlns:a="http://schemas.openxmlformats.org/drawingml/2006/main">
            <a:pPr algn="l">
              <a:defRPr sz="3525" b="1">
                <a:solidFill>
                  <a:srgbClr val="183E35"/>
                </a:solidFill>
                <a:latin typeface="Pretendard"/>
                <a:ea typeface="Pretendard"/>
                <a:cs typeface="Pretendard"/>
              </a:defRPr>
            </a:pPr>
            <a:r>
              <a:rPr sz="3525" b="1">
                <a:solidFill>
                  <a:srgbClr val="183E35"/>
                </a:solidFill>
                <a:latin typeface="Pretendard"/>
                <a:ea typeface="Pretendard"/>
                <a:cs typeface="Pretendard"/>
              </a:rPr>
              <a:t>우리 가문</a:t>
            </a:r>
          </a:p>
          <a:p xmlns:a="http://schemas.openxmlformats.org/drawingml/2006/main">
            <a:pPr algn="l">
              <a:defRPr sz="3525" b="1">
                <a:solidFill>
                  <a:srgbClr val="183E35"/>
                </a:solidFill>
                <a:latin typeface="Pretendard"/>
                <a:ea typeface="Pretendard"/>
                <a:cs typeface="Pretendard"/>
              </a:defRPr>
            </a:pPr>
            <a:r>
              <a:rPr sz="3525" b="1">
                <a:solidFill>
                  <a:srgbClr val="183E35"/>
                </a:solidFill>
                <a:latin typeface="Pretendard"/>
                <a:ea typeface="Pretendard"/>
                <a:cs typeface="Pretendard"/>
              </a:rPr>
              <a:t>법률 전문가</a:t>
            </a:r>
          </a:p>
        </p:txBody>
      </p:sp>
      <p:sp>
        <p:nvSpPr>
          <p:cNvPr id="7" name="법령과 규약 확인할 쟁점 전문가 후보">
            <a:extLst xmlns:a="http://schemas.openxmlformats.org/drawingml/2006/main">
              <a:ext uri="{FF2B5EF4-FFF2-40B4-BE49-F238E27FC236}">
                <a16:creationId xmlns:a16="http://schemas.microsoft.com/office/drawing/2014/main" id="{0BE013AA-6702-4B55-A466-43D5F8C20AEB}"/>
              </a:ext>
            </a:extLst>
          </p:cNvPr>
          <p:cNvSpPr>
            <a:spLocks xmlns:a="http://schemas.openxmlformats.org/drawingml/2006/main" noGrp="1"/>
          </p:cNvSpPr>
          <p:nvPr/>
        </p:nvSpPr>
        <p:spPr>
          <a:xfrm xmlns:a="http://schemas.openxmlformats.org/drawingml/2006/main">
            <a:off x="5905500" y="2914650"/>
            <a:ext cx="28956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a:solidFill>
                  <a:srgbClr val="567D89"/>
                </a:solidFill>
                <a:latin typeface="Pretendard"/>
                <a:ea typeface="Pretendard"/>
                <a:cs typeface="Pretendard"/>
              </a:defRPr>
            </a:defPPr>
          </a:lstStyle>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법령과 규약</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확인할 쟁점</a:t>
            </a:r>
          </a:p>
          <a:p xmlns:a="http://schemas.openxmlformats.org/drawingml/2006/main">
            <a:pPr algn="l">
              <a:defRPr sz="1875">
                <a:solidFill>
                  <a:srgbClr val="567D89"/>
                </a:solidFill>
                <a:latin typeface="Pretendard"/>
                <a:ea typeface="Pretendard"/>
                <a:cs typeface="Pretendard"/>
              </a:defRPr>
            </a:pPr>
            <a:r>
              <a:rPr sz="1875">
                <a:solidFill>
                  <a:srgbClr val="567D89"/>
                </a:solidFill>
                <a:latin typeface="Pretendard"/>
                <a:ea typeface="Pretendard"/>
                <a:cs typeface="Pretendard"/>
              </a:rPr>
              <a:t>전문가 후보</a:t>
            </a:r>
          </a:p>
        </p:txBody>
      </p:sp>
    </p:spTree>
    <p:extLst>
      <p:ext uri="{BB962C8B-B14F-4D97-AF65-F5344CB8AC3E}">
        <p14:creationId xmlns:p14="http://schemas.microsoft.com/office/powerpoint/2010/main" val="1457689671"/>
      </p:ext>
    </p:extLst>
  </p:cSld>
</p:sld>
</file>

<file path=ppt/slides/slide2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5" name="시장 모수">
            <a:extLst xmlns:a="http://schemas.openxmlformats.org/drawingml/2006/main">
              <a:ext uri="{FF2B5EF4-FFF2-40B4-BE49-F238E27FC236}">
                <a16:creationId xmlns:a16="http://schemas.microsoft.com/office/drawing/2014/main" id="{277E684A-12A0-4DAC-8F1F-5F00060208E0}"/>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시장 모수</a:t>
            </a:r>
          </a:p>
        </p:txBody>
      </p:sp>
      <p:sp>
        <p:nvSpPr>
          <p:cNvPr id="2" name="부동산등기용 등록 종중">
            <a:extLst xmlns:a="http://schemas.openxmlformats.org/drawingml/2006/main">
              <a:ext uri="{FF2B5EF4-FFF2-40B4-BE49-F238E27FC236}">
                <a16:creationId xmlns:a16="http://schemas.microsoft.com/office/drawing/2014/main" id="{871B9E67-4061-46C8-AD2C-8934B49599CC}"/>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부동산등기용 등록 종중</a:t>
            </a:r>
          </a:p>
        </p:txBody>
      </p:sp>
      <p:sp>
        <p:nvSpPr>
          <p:cNvPr id="3" name="20">
            <a:extLst xmlns:a="http://schemas.openxmlformats.org/drawingml/2006/main">
              <a:ext uri="{FF2B5EF4-FFF2-40B4-BE49-F238E27FC236}">
                <a16:creationId xmlns:a16="http://schemas.microsoft.com/office/drawing/2014/main" id="{21D7CA31-E198-4F7C-87C6-B14AE86128AA}"/>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20</a:t>
            </a:r>
          </a:p>
        </p:txBody>
      </p:sp>
      <p:sp>
        <p:nvSpPr>
          <p:cNvPr id="4" name="237,071">
            <a:extLst xmlns:a="http://schemas.openxmlformats.org/drawingml/2006/main">
              <a:ext uri="{FF2B5EF4-FFF2-40B4-BE49-F238E27FC236}">
                <a16:creationId xmlns:a16="http://schemas.microsoft.com/office/drawing/2014/main" id="{BF935058-5020-47A3-A6DC-AA84EFB54354}"/>
              </a:ext>
            </a:extLst>
          </p:cNvPr>
          <p:cNvSpPr>
            <a:spLocks xmlns:a="http://schemas.openxmlformats.org/drawingml/2006/main" noGrp="1"/>
          </p:cNvSpPr>
          <p:nvPr/>
        </p:nvSpPr>
        <p:spPr>
          <a:xfrm xmlns:a="http://schemas.openxmlformats.org/drawingml/2006/main">
            <a:off x="457200" y="1762125"/>
            <a:ext cx="60579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875" b="1">
                <a:solidFill>
                  <a:srgbClr val="183E35"/>
                </a:solidFill>
                <a:latin typeface="Pretendard"/>
                <a:ea typeface="Pretendard"/>
                <a:cs typeface="Pretendard"/>
              </a:defRPr>
            </a:defPPr>
          </a:lstStyle>
          <a:p xmlns:a="http://schemas.openxmlformats.org/drawingml/2006/main">
            <a:pPr algn="l">
              <a:defRPr sz="7875" b="1">
                <a:solidFill>
                  <a:srgbClr val="183E35"/>
                </a:solidFill>
                <a:latin typeface="Pretendard"/>
                <a:ea typeface="Pretendard"/>
                <a:cs typeface="Pretendard"/>
              </a:defRPr>
            </a:pPr>
            <a:r>
              <a:rPr sz="7875" b="1">
                <a:solidFill>
                  <a:srgbClr val="183E35"/>
                </a:solidFill>
                <a:latin typeface="Pretendard"/>
                <a:ea typeface="Pretendard"/>
                <a:cs typeface="Pretendard"/>
              </a:rPr>
              <a:t>237,071</a:t>
            </a:r>
          </a:p>
        </p:txBody>
      </p:sp>
      <p:sp>
        <p:nvSpPr>
          <p:cNvPr id="5" name="개">
            <a:extLst xmlns:a="http://schemas.openxmlformats.org/drawingml/2006/main">
              <a:ext uri="{FF2B5EF4-FFF2-40B4-BE49-F238E27FC236}">
                <a16:creationId xmlns:a16="http://schemas.microsoft.com/office/drawing/2014/main" id="{D60E831A-0335-4137-95C1-5EA7BD596724}"/>
              </a:ext>
            </a:extLst>
          </p:cNvPr>
          <p:cNvSpPr>
            <a:spLocks xmlns:a="http://schemas.openxmlformats.org/drawingml/2006/main" noGrp="1"/>
          </p:cNvSpPr>
          <p:nvPr/>
        </p:nvSpPr>
        <p:spPr>
          <a:xfrm xmlns:a="http://schemas.openxmlformats.org/drawingml/2006/main">
            <a:off x="5857875" y="2466975"/>
            <a:ext cx="752475"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700">
                <a:solidFill>
                  <a:srgbClr val="183E35"/>
                </a:solidFill>
                <a:latin typeface="Pretendard"/>
                <a:ea typeface="Pretendard"/>
                <a:cs typeface="Pretendard"/>
              </a:defRPr>
            </a:defPPr>
          </a:lstStyle>
          <a:p xmlns:a="http://schemas.openxmlformats.org/drawingml/2006/main">
            <a:pPr algn="l">
              <a:defRPr sz="2700">
                <a:solidFill>
                  <a:srgbClr val="183E35"/>
                </a:solidFill>
                <a:latin typeface="Pretendard"/>
                <a:ea typeface="Pretendard"/>
                <a:cs typeface="Pretendard"/>
              </a:defRPr>
            </a:pPr>
            <a:r>
              <a:rPr sz="2700">
                <a:solidFill>
                  <a:srgbClr val="183E35"/>
                </a:solidFill>
                <a:latin typeface="Pretendard"/>
                <a:ea typeface="Pretendard"/>
                <a:cs typeface="Pretendard"/>
              </a:rPr>
              <a:t>개</a:t>
            </a:r>
          </a:p>
        </p:txBody>
      </p:sp>
      <p:sp>
        <p:nvSpPr>
          <p:cNvPr id="6" name="2024년 6월">
            <a:extLst xmlns:a="http://schemas.openxmlformats.org/drawingml/2006/main">
              <a:ext uri="{FF2B5EF4-FFF2-40B4-BE49-F238E27FC236}">
                <a16:creationId xmlns:a16="http://schemas.microsoft.com/office/drawing/2014/main" id="{849D0AC2-1A0A-430C-9110-CADA82C68508}"/>
              </a:ext>
            </a:extLst>
          </p:cNvPr>
          <p:cNvSpPr>
            <a:spLocks xmlns:a="http://schemas.openxmlformats.org/drawingml/2006/main" noGrp="1"/>
          </p:cNvSpPr>
          <p:nvPr/>
        </p:nvSpPr>
        <p:spPr>
          <a:xfrm xmlns:a="http://schemas.openxmlformats.org/drawingml/2006/main">
            <a:off x="523875" y="3124200"/>
            <a:ext cx="5257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425">
                <a:solidFill>
                  <a:srgbClr val="687568"/>
                </a:solidFill>
                <a:latin typeface="Pretendard"/>
                <a:ea typeface="Pretendard"/>
                <a:cs typeface="Pretendard"/>
              </a:defRPr>
            </a:defPPr>
          </a:lstStyle>
          <a:p xmlns:a="http://schemas.openxmlformats.org/drawingml/2006/main">
            <a:pPr algn="l">
              <a:defRPr sz="1425">
                <a:solidFill>
                  <a:srgbClr val="687568"/>
                </a:solidFill>
                <a:latin typeface="Pretendard"/>
                <a:ea typeface="Pretendard"/>
                <a:cs typeface="Pretendard"/>
              </a:defRPr>
            </a:pPr>
            <a:r>
              <a:rPr sz="1425">
                <a:solidFill>
                  <a:srgbClr val="687568"/>
                </a:solidFill>
                <a:latin typeface="Pretendard"/>
                <a:ea typeface="Pretendard"/>
                <a:cs typeface="Pretendard"/>
              </a:rPr>
              <a:t>2024년 6월</a:t>
            </a:r>
          </a:p>
        </p:txBody>
      </p:sp>
      <p:pic>
        <p:nvPicPr>
          <p:cNvPr id="7" name="">
            <a:extLst xmlns:a="http://schemas.openxmlformats.org/drawingml/2006/main">
              <a:ext uri="{FF2B5EF4-FFF2-40B4-BE49-F238E27FC236}">
                <a16:creationId xmlns:a16="http://schemas.microsoft.com/office/drawing/2014/main" id="{36CB9179-4106-4177-B991-E718F97ABB5E}"/>
              </a:ext>
            </a:extLst>
          </p:cNvPr>
          <p:cNvPicPr>
            <a:picLocks xmlns:a="http://schemas.openxmlformats.org/drawingml/2006/main" noChangeAspect="1"/>
          </p:cNvPicPr>
          <p:nvPr/>
        </p:nvPicPr>
        <p:blipFill>
          <a:blip xmlns:r="http://schemas.openxmlformats.org/officeDocument/2006/relationships" xmlns:a="http://schemas.openxmlformats.org/drawingml/2006/main" r:embed="R6d23896268f14b5a"/>
          <a:stretch xmlns:a="http://schemas.openxmlformats.org/drawingml/2006/main"/>
        </p:blipFill>
        <p:spPr>
          <a:xfrm xmlns:a="http://schemas.openxmlformats.org/drawingml/2006/main">
            <a:off x="561975" y="3714750"/>
            <a:ext cx="371475" cy="371475"/>
          </a:xfrm>
          <a:prstGeom xmlns:a="http://schemas.openxmlformats.org/drawingml/2006/main" prst="rect">
            <a:avLst/>
          </a:prstGeom>
        </p:spPr>
      </p:pic>
      <p:sp>
        <p:nvSpPr>
          <p:cNvPr id="8" name="임야">
            <a:extLst xmlns:a="http://schemas.openxmlformats.org/drawingml/2006/main">
              <a:ext uri="{FF2B5EF4-FFF2-40B4-BE49-F238E27FC236}">
                <a16:creationId xmlns:a16="http://schemas.microsoft.com/office/drawing/2014/main" id="{33384BFC-EE7F-454D-81A4-EC2885A1340E}"/>
              </a:ext>
            </a:extLst>
          </p:cNvPr>
          <p:cNvSpPr>
            <a:spLocks xmlns:a="http://schemas.openxmlformats.org/drawingml/2006/main" noGrp="1"/>
          </p:cNvSpPr>
          <p:nvPr/>
        </p:nvSpPr>
        <p:spPr>
          <a:xfrm xmlns:a="http://schemas.openxmlformats.org/drawingml/2006/main">
            <a:off x="111442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임야</a:t>
            </a:r>
          </a:p>
        </p:txBody>
      </p:sp>
      <p:pic>
        <p:nvPicPr>
          <p:cNvPr id="9" name="">
            <a:extLst xmlns:a="http://schemas.openxmlformats.org/drawingml/2006/main">
              <a:ext uri="{FF2B5EF4-FFF2-40B4-BE49-F238E27FC236}">
                <a16:creationId xmlns:a16="http://schemas.microsoft.com/office/drawing/2014/main" id="{D4175377-CBC7-4584-B9B9-480DF642F3BF}"/>
              </a:ext>
            </a:extLst>
          </p:cNvPr>
          <p:cNvPicPr>
            <a:picLocks xmlns:a="http://schemas.openxmlformats.org/drawingml/2006/main" noChangeAspect="1"/>
          </p:cNvPicPr>
          <p:nvPr/>
        </p:nvPicPr>
        <p:blipFill>
          <a:blip xmlns:r="http://schemas.openxmlformats.org/officeDocument/2006/relationships" xmlns:a="http://schemas.openxmlformats.org/drawingml/2006/main" r:embed="Re665acc9c6344d5a"/>
          <a:stretch xmlns:a="http://schemas.openxmlformats.org/drawingml/2006/main"/>
        </p:blipFill>
        <p:spPr>
          <a:xfrm xmlns:a="http://schemas.openxmlformats.org/drawingml/2006/main">
            <a:off x="2628900" y="3714750"/>
            <a:ext cx="371475" cy="371475"/>
          </a:xfrm>
          <a:prstGeom xmlns:a="http://schemas.openxmlformats.org/drawingml/2006/main" prst="rect">
            <a:avLst/>
          </a:prstGeom>
        </p:spPr>
      </p:pic>
      <p:sp>
        <p:nvSpPr>
          <p:cNvPr id="10" name="농지">
            <a:extLst xmlns:a="http://schemas.openxmlformats.org/drawingml/2006/main">
              <a:ext uri="{FF2B5EF4-FFF2-40B4-BE49-F238E27FC236}">
                <a16:creationId xmlns:a16="http://schemas.microsoft.com/office/drawing/2014/main" id="{8572F1C1-C183-4B9C-862C-3C0FD1EA50E6}"/>
              </a:ext>
            </a:extLst>
          </p:cNvPr>
          <p:cNvSpPr>
            <a:spLocks xmlns:a="http://schemas.openxmlformats.org/drawingml/2006/main" noGrp="1"/>
          </p:cNvSpPr>
          <p:nvPr/>
        </p:nvSpPr>
        <p:spPr>
          <a:xfrm xmlns:a="http://schemas.openxmlformats.org/drawingml/2006/main">
            <a:off x="318135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농지</a:t>
            </a:r>
          </a:p>
        </p:txBody>
      </p:sp>
      <p:pic>
        <p:nvPicPr>
          <p:cNvPr id="11" name="">
            <a:extLst xmlns:a="http://schemas.openxmlformats.org/drawingml/2006/main">
              <a:ext uri="{FF2B5EF4-FFF2-40B4-BE49-F238E27FC236}">
                <a16:creationId xmlns:a16="http://schemas.microsoft.com/office/drawing/2014/main" id="{0D268013-7002-4FB5-B317-876689C1381A}"/>
              </a:ext>
            </a:extLst>
          </p:cNvPr>
          <p:cNvPicPr>
            <a:picLocks xmlns:a="http://schemas.openxmlformats.org/drawingml/2006/main" noChangeAspect="1"/>
          </p:cNvPicPr>
          <p:nvPr/>
        </p:nvPicPr>
        <p:blipFill>
          <a:blip xmlns:r="http://schemas.openxmlformats.org/officeDocument/2006/relationships" xmlns:a="http://schemas.openxmlformats.org/drawingml/2006/main" r:embed="R58550341c18444ab"/>
          <a:stretch xmlns:a="http://schemas.openxmlformats.org/drawingml/2006/main"/>
        </p:blipFill>
        <p:spPr>
          <a:xfrm xmlns:a="http://schemas.openxmlformats.org/drawingml/2006/main">
            <a:off x="4695825" y="3714750"/>
            <a:ext cx="371475" cy="371475"/>
          </a:xfrm>
          <a:prstGeom xmlns:a="http://schemas.openxmlformats.org/drawingml/2006/main" prst="rect">
            <a:avLst/>
          </a:prstGeom>
        </p:spPr>
      </p:pic>
      <p:sp>
        <p:nvSpPr>
          <p:cNvPr id="12" name="대지">
            <a:extLst xmlns:a="http://schemas.openxmlformats.org/drawingml/2006/main">
              <a:ext uri="{FF2B5EF4-FFF2-40B4-BE49-F238E27FC236}">
                <a16:creationId xmlns:a16="http://schemas.microsoft.com/office/drawing/2014/main" id="{10CA2D0F-8C9E-4F8B-A4AF-C9E3F0C55D0F}"/>
              </a:ext>
            </a:extLst>
          </p:cNvPr>
          <p:cNvSpPr>
            <a:spLocks xmlns:a="http://schemas.openxmlformats.org/drawingml/2006/main" noGrp="1"/>
          </p:cNvSpPr>
          <p:nvPr/>
        </p:nvSpPr>
        <p:spPr>
          <a:xfrm xmlns:a="http://schemas.openxmlformats.org/drawingml/2006/main">
            <a:off x="5248275"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대지</a:t>
            </a:r>
          </a:p>
        </p:txBody>
      </p:sp>
      <p:pic>
        <p:nvPicPr>
          <p:cNvPr id="13" name="">
            <a:extLst xmlns:a="http://schemas.openxmlformats.org/drawingml/2006/main">
              <a:ext uri="{FF2B5EF4-FFF2-40B4-BE49-F238E27FC236}">
                <a16:creationId xmlns:a16="http://schemas.microsoft.com/office/drawing/2014/main" id="{F5B700DF-BD78-4DA5-8AD3-BCE4FD88252D}"/>
              </a:ext>
            </a:extLst>
          </p:cNvPr>
          <p:cNvPicPr>
            <a:picLocks xmlns:a="http://schemas.openxmlformats.org/drawingml/2006/main" noChangeAspect="1"/>
          </p:cNvPicPr>
          <p:nvPr/>
        </p:nvPicPr>
        <p:blipFill>
          <a:blip xmlns:r="http://schemas.openxmlformats.org/officeDocument/2006/relationships" xmlns:a="http://schemas.openxmlformats.org/drawingml/2006/main" r:embed="Re677723e66e24c4d"/>
          <a:stretch xmlns:a="http://schemas.openxmlformats.org/drawingml/2006/main"/>
        </p:blipFill>
        <p:spPr>
          <a:xfrm xmlns:a="http://schemas.openxmlformats.org/drawingml/2006/main">
            <a:off x="6762750" y="3714750"/>
            <a:ext cx="371475" cy="371475"/>
          </a:xfrm>
          <a:prstGeom xmlns:a="http://schemas.openxmlformats.org/drawingml/2006/main" prst="rect">
            <a:avLst/>
          </a:prstGeom>
        </p:spPr>
      </p:pic>
      <p:sp>
        <p:nvSpPr>
          <p:cNvPr id="14" name="건물">
            <a:extLst xmlns:a="http://schemas.openxmlformats.org/drawingml/2006/main">
              <a:ext uri="{FF2B5EF4-FFF2-40B4-BE49-F238E27FC236}">
                <a16:creationId xmlns:a16="http://schemas.microsoft.com/office/drawing/2014/main" id="{E67B843C-2A9E-414B-95F9-57E6D769F7DC}"/>
              </a:ext>
            </a:extLst>
          </p:cNvPr>
          <p:cNvSpPr>
            <a:spLocks xmlns:a="http://schemas.openxmlformats.org/drawingml/2006/main" noGrp="1"/>
          </p:cNvSpPr>
          <p:nvPr/>
        </p:nvSpPr>
        <p:spPr>
          <a:xfrm xmlns:a="http://schemas.openxmlformats.org/drawingml/2006/main">
            <a:off x="7315200" y="3724275"/>
            <a:ext cx="12668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00">
                <a:solidFill>
                  <a:srgbClr val="183E35"/>
                </a:solidFill>
                <a:latin typeface="Pretendard"/>
                <a:ea typeface="Pretendard"/>
                <a:cs typeface="Pretendard"/>
              </a:defRPr>
            </a:defPPr>
          </a:lstStyle>
          <a:p xmlns:a="http://schemas.openxmlformats.org/drawingml/2006/main">
            <a:pPr algn="l">
              <a:defRPr sz="1800">
                <a:solidFill>
                  <a:srgbClr val="183E35"/>
                </a:solidFill>
                <a:latin typeface="Pretendard"/>
                <a:ea typeface="Pretendard"/>
                <a:cs typeface="Pretendard"/>
              </a:defRPr>
            </a:pPr>
            <a:r>
              <a:rPr sz="1800">
                <a:solidFill>
                  <a:srgbClr val="183E35"/>
                </a:solidFill>
                <a:latin typeface="Pretendard"/>
                <a:ea typeface="Pretendard"/>
                <a:cs typeface="Pretendard"/>
              </a:rPr>
              <a:t>건물</a:t>
            </a:r>
          </a:p>
        </p:txBody>
      </p:sp>
    </p:spTree>
    <p:extLst>
      <p:ext uri="{BB962C8B-B14F-4D97-AF65-F5344CB8AC3E}">
        <p14:creationId xmlns:p14="http://schemas.microsoft.com/office/powerpoint/2010/main" val="922733218"/>
      </p:ext>
    </p:extLst>
  </p:cSld>
</p:sld>
</file>

<file path=ppt/slides/slide2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3" name="연 구독매출 추정">
            <a:extLst xmlns:a="http://schemas.openxmlformats.org/drawingml/2006/main">
              <a:ext uri="{FF2B5EF4-FFF2-40B4-BE49-F238E27FC236}">
                <a16:creationId xmlns:a16="http://schemas.microsoft.com/office/drawing/2014/main" id="{8657203C-DB0B-4479-A9BC-FA03A6917260}"/>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구독매출 추정</a:t>
            </a:r>
          </a:p>
        </p:txBody>
      </p:sp>
      <p:sp>
        <p:nvSpPr>
          <p:cNvPr id="2" name="TAM · SAM · SOM">
            <a:extLst xmlns:a="http://schemas.openxmlformats.org/drawingml/2006/main">
              <a:ext uri="{FF2B5EF4-FFF2-40B4-BE49-F238E27FC236}">
                <a16:creationId xmlns:a16="http://schemas.microsoft.com/office/drawing/2014/main" id="{80687E8F-C3BD-493F-A6AD-BC1EC73AAA03}"/>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TAM · SAM · SOM</a:t>
            </a:r>
          </a:p>
        </p:txBody>
      </p:sp>
      <p:sp>
        <p:nvSpPr>
          <p:cNvPr id="3" name="21">
            <a:extLst xmlns:a="http://schemas.openxmlformats.org/drawingml/2006/main">
              <a:ext uri="{FF2B5EF4-FFF2-40B4-BE49-F238E27FC236}">
                <a16:creationId xmlns:a16="http://schemas.microsoft.com/office/drawing/2014/main" id="{03655FD4-9457-4D96-A10B-9D4BAB155086}"/>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21</a:t>
            </a:r>
          </a:p>
        </p:txBody>
      </p:sp>
      <p:sp>
        <p:nvSpPr>
          <p:cNvPr id="4" name="">
            <a:extLst xmlns:a="http://schemas.openxmlformats.org/drawingml/2006/main">
              <a:ext uri="{FF2B5EF4-FFF2-40B4-BE49-F238E27FC236}">
                <a16:creationId xmlns:a16="http://schemas.microsoft.com/office/drawing/2014/main" id="{1D5E7E28-707B-474E-AA0E-2058258DB4AF}"/>
              </a:ext>
            </a:extLst>
          </p:cNvPr>
          <p:cNvSpPr>
            <a:spLocks xmlns:a="http://schemas.openxmlformats.org/drawingml/2006/main" noGrp="1"/>
          </p:cNvSpPr>
          <p:nvPr/>
        </p:nvSpPr>
        <p:spPr>
          <a:xfrm xmlns:a="http://schemas.openxmlformats.org/drawingml/2006/main">
            <a:off x="561975" y="1266825"/>
            <a:ext cx="3276600" cy="3276600"/>
          </a:xfrm>
          <a:prstGeom xmlns:a="http://schemas.openxmlformats.org/drawingml/2006/main" prst="ellipse">
            <a:avLst/>
          </a:prstGeom>
          <a:solidFill xmlns:a="http://schemas.openxmlformats.org/drawingml/2006/main">
            <a:srgbClr val="F5F2E9"/>
          </a:solidFill>
          <a:ln xmlns:a="http://schemas.openxmlformats.org/drawingml/2006/main" w="19050">
            <a:solidFill>
              <a:srgbClr val="183E35"/>
            </a:solidFill>
          </a:ln>
        </p:spPr>
      </p:sp>
      <p:sp>
        <p:nvSpPr>
          <p:cNvPr id="5" name="">
            <a:extLst xmlns:a="http://schemas.openxmlformats.org/drawingml/2006/main">
              <a:ext uri="{FF2B5EF4-FFF2-40B4-BE49-F238E27FC236}">
                <a16:creationId xmlns:a16="http://schemas.microsoft.com/office/drawing/2014/main" id="{B1DDD90F-CFB5-4313-AD6D-ECE525952609}"/>
              </a:ext>
            </a:extLst>
          </p:cNvPr>
          <p:cNvSpPr>
            <a:spLocks xmlns:a="http://schemas.openxmlformats.org/drawingml/2006/main" noGrp="1"/>
          </p:cNvSpPr>
          <p:nvPr/>
        </p:nvSpPr>
        <p:spPr>
          <a:xfrm xmlns:a="http://schemas.openxmlformats.org/drawingml/2006/main">
            <a:off x="1104900" y="2352675"/>
            <a:ext cx="2190750" cy="2190750"/>
          </a:xfrm>
          <a:prstGeom xmlns:a="http://schemas.openxmlformats.org/drawingml/2006/main" prst="ellipse">
            <a:avLst/>
          </a:prstGeom>
          <a:solidFill xmlns:a="http://schemas.openxmlformats.org/drawingml/2006/main">
            <a:srgbClr val="F5F2E9"/>
          </a:solidFill>
          <a:ln xmlns:a="http://schemas.openxmlformats.org/drawingml/2006/main" w="19050">
            <a:solidFill>
              <a:srgbClr val="567D89"/>
            </a:solidFill>
          </a:ln>
        </p:spPr>
      </p:sp>
      <p:sp>
        <p:nvSpPr>
          <p:cNvPr id="6" name="">
            <a:extLst xmlns:a="http://schemas.openxmlformats.org/drawingml/2006/main">
              <a:ext uri="{FF2B5EF4-FFF2-40B4-BE49-F238E27FC236}">
                <a16:creationId xmlns:a16="http://schemas.microsoft.com/office/drawing/2014/main" id="{1AF5A0D5-1EFA-4495-8061-1D8DD2ACA9BA}"/>
              </a:ext>
            </a:extLst>
          </p:cNvPr>
          <p:cNvSpPr>
            <a:spLocks xmlns:a="http://schemas.openxmlformats.org/drawingml/2006/main" noGrp="1"/>
          </p:cNvSpPr>
          <p:nvPr/>
        </p:nvSpPr>
        <p:spPr>
          <a:xfrm xmlns:a="http://schemas.openxmlformats.org/drawingml/2006/main">
            <a:off x="1552575" y="3248025"/>
            <a:ext cx="1295400" cy="1295400"/>
          </a:xfrm>
          <a:prstGeom xmlns:a="http://schemas.openxmlformats.org/drawingml/2006/main" prst="ellipse">
            <a:avLst/>
          </a:prstGeom>
          <a:solidFill xmlns:a="http://schemas.openxmlformats.org/drawingml/2006/main">
            <a:srgbClr val="F5F2E9"/>
          </a:solidFill>
          <a:ln xmlns:a="http://schemas.openxmlformats.org/drawingml/2006/main" w="19050">
            <a:solidFill>
              <a:srgbClr val="A85437"/>
            </a:solidFill>
          </a:ln>
        </p:spPr>
      </p:sp>
      <p:sp>
        <p:nvSpPr>
          <p:cNvPr id="7" name="TAM">
            <a:extLst xmlns:a="http://schemas.openxmlformats.org/drawingml/2006/main">
              <a:ext uri="{FF2B5EF4-FFF2-40B4-BE49-F238E27FC236}">
                <a16:creationId xmlns:a16="http://schemas.microsoft.com/office/drawing/2014/main" id="{A100DFB6-71AD-469E-A142-DBE66C13AEEF}"/>
              </a:ext>
            </a:extLst>
          </p:cNvPr>
          <p:cNvSpPr>
            <a:spLocks xmlns:a="http://schemas.openxmlformats.org/drawingml/2006/main" noGrp="1"/>
          </p:cNvSpPr>
          <p:nvPr/>
        </p:nvSpPr>
        <p:spPr>
          <a:xfrm xmlns:a="http://schemas.openxmlformats.org/drawingml/2006/main">
            <a:off x="1400175" y="1438275"/>
            <a:ext cx="1600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0">
                <a:solidFill>
                  <a:srgbClr val="183E35"/>
                </a:solidFill>
                <a:latin typeface="Pretendard"/>
                <a:ea typeface="Pretendard"/>
                <a:cs typeface="Pretendard"/>
              </a:defRPr>
            </a:defPPr>
          </a:lstStyle>
          <a:p xmlns:a="http://schemas.openxmlformats.org/drawingml/2006/main">
            <a:pPr algn="ctr">
              <a:defRPr sz="2100" b="0">
                <a:solidFill>
                  <a:srgbClr val="183E35"/>
                </a:solidFill>
                <a:latin typeface="Pretendard"/>
                <a:ea typeface="Pretendard"/>
                <a:cs typeface="Pretendard"/>
              </a:defRPr>
            </a:pPr>
            <a:r>
              <a:rPr sz="2100" b="0">
                <a:solidFill>
                  <a:srgbClr val="183E35"/>
                </a:solidFill>
                <a:latin typeface="Pretendard"/>
                <a:ea typeface="Pretendard"/>
                <a:cs typeface="Pretendard"/>
              </a:rPr>
              <a:t>TAM</a:t>
            </a:r>
          </a:p>
        </p:txBody>
      </p:sp>
      <p:sp>
        <p:nvSpPr>
          <p:cNvPr id="8" name="등록 종중">
            <a:extLst xmlns:a="http://schemas.openxmlformats.org/drawingml/2006/main">
              <a:ext uri="{FF2B5EF4-FFF2-40B4-BE49-F238E27FC236}">
                <a16:creationId xmlns:a16="http://schemas.microsoft.com/office/drawing/2014/main" id="{A8F39027-CAF5-4F1F-AF0C-F36A9DD7D2EA}"/>
              </a:ext>
            </a:extLst>
          </p:cNvPr>
          <p:cNvSpPr>
            <a:spLocks xmlns:a="http://schemas.openxmlformats.org/drawingml/2006/main" noGrp="1"/>
          </p:cNvSpPr>
          <p:nvPr/>
        </p:nvSpPr>
        <p:spPr>
          <a:xfrm xmlns:a="http://schemas.openxmlformats.org/drawingml/2006/main">
            <a:off x="1028700" y="1914525"/>
            <a:ext cx="23526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75">
                <a:solidFill>
                  <a:srgbClr val="183E35"/>
                </a:solidFill>
                <a:latin typeface="Pretendard"/>
                <a:ea typeface="Pretendard"/>
                <a:cs typeface="Pretendard"/>
              </a:defRPr>
            </a:defPPr>
          </a:lstStyle>
          <a:p xmlns:a="http://schemas.openxmlformats.org/drawingml/2006/main">
            <a:pPr algn="ctr">
              <a:defRPr sz="1575">
                <a:solidFill>
                  <a:srgbClr val="183E35"/>
                </a:solidFill>
                <a:latin typeface="Pretendard"/>
                <a:ea typeface="Pretendard"/>
                <a:cs typeface="Pretendard"/>
              </a:defRPr>
            </a:pPr>
            <a:r>
              <a:rPr sz="1575">
                <a:solidFill>
                  <a:srgbClr val="183E35"/>
                </a:solidFill>
                <a:latin typeface="Pretendard"/>
                <a:ea typeface="Pretendard"/>
                <a:cs typeface="Pretendard"/>
              </a:rPr>
              <a:t>등록 종중</a:t>
            </a:r>
          </a:p>
        </p:txBody>
      </p:sp>
      <p:sp>
        <p:nvSpPr>
          <p:cNvPr id="9" name="SAM">
            <a:extLst xmlns:a="http://schemas.openxmlformats.org/drawingml/2006/main">
              <a:ext uri="{FF2B5EF4-FFF2-40B4-BE49-F238E27FC236}">
                <a16:creationId xmlns:a16="http://schemas.microsoft.com/office/drawing/2014/main" id="{D6893EEC-287E-47DE-98A2-2599278090BE}"/>
              </a:ext>
            </a:extLst>
          </p:cNvPr>
          <p:cNvSpPr>
            <a:spLocks xmlns:a="http://schemas.openxmlformats.org/drawingml/2006/main" noGrp="1"/>
          </p:cNvSpPr>
          <p:nvPr/>
        </p:nvSpPr>
        <p:spPr>
          <a:xfrm xmlns:a="http://schemas.openxmlformats.org/drawingml/2006/main">
            <a:off x="1400175" y="2543175"/>
            <a:ext cx="16002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025" b="0">
                <a:solidFill>
                  <a:srgbClr val="567D89"/>
                </a:solidFill>
                <a:latin typeface="Pretendard"/>
                <a:ea typeface="Pretendard"/>
                <a:cs typeface="Pretendard"/>
              </a:defRPr>
            </a:defPPr>
          </a:lstStyle>
          <a:p xmlns:a="http://schemas.openxmlformats.org/drawingml/2006/main">
            <a:pPr algn="ctr">
              <a:defRPr sz="2025" b="0">
                <a:solidFill>
                  <a:srgbClr val="567D89"/>
                </a:solidFill>
                <a:latin typeface="Pretendard"/>
                <a:ea typeface="Pretendard"/>
                <a:cs typeface="Pretendard"/>
              </a:defRPr>
            </a:pPr>
            <a:r>
              <a:rPr sz="2025" b="0">
                <a:solidFill>
                  <a:srgbClr val="567D89"/>
                </a:solidFill>
                <a:latin typeface="Pretendard"/>
                <a:ea typeface="Pretendard"/>
                <a:cs typeface="Pretendard"/>
              </a:rPr>
              <a:t>SAM</a:t>
            </a:r>
          </a:p>
        </p:txBody>
      </p:sp>
      <p:sp>
        <p:nvSpPr>
          <p:cNvPr id="10" name="전담 관리 20% 제외">
            <a:extLst xmlns:a="http://schemas.openxmlformats.org/drawingml/2006/main">
              <a:ext uri="{FF2B5EF4-FFF2-40B4-BE49-F238E27FC236}">
                <a16:creationId xmlns:a16="http://schemas.microsoft.com/office/drawing/2014/main" id="{014024CE-75AA-4CC7-8899-D0B3387B26F2}"/>
              </a:ext>
            </a:extLst>
          </p:cNvPr>
          <p:cNvSpPr>
            <a:spLocks xmlns:a="http://schemas.openxmlformats.org/drawingml/2006/main" noGrp="1"/>
          </p:cNvSpPr>
          <p:nvPr/>
        </p:nvSpPr>
        <p:spPr>
          <a:xfrm xmlns:a="http://schemas.openxmlformats.org/drawingml/2006/main">
            <a:off x="1200150" y="2981325"/>
            <a:ext cx="202882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567D89"/>
                </a:solidFill>
                <a:latin typeface="Pretendard"/>
                <a:ea typeface="Pretendard"/>
                <a:cs typeface="Pretendard"/>
              </a:defRPr>
            </a:defPPr>
          </a:lstStyle>
          <a:p xmlns:a="http://schemas.openxmlformats.org/drawingml/2006/main">
            <a:pPr algn="ctr">
              <a:defRPr sz="1275">
                <a:solidFill>
                  <a:srgbClr val="567D89"/>
                </a:solidFill>
                <a:latin typeface="Pretendard"/>
                <a:ea typeface="Pretendard"/>
                <a:cs typeface="Pretendard"/>
              </a:defRPr>
            </a:pPr>
            <a:r>
              <a:rPr sz="1275">
                <a:solidFill>
                  <a:srgbClr val="567D89"/>
                </a:solidFill>
                <a:latin typeface="Pretendard"/>
                <a:ea typeface="Pretendard"/>
                <a:cs typeface="Pretendard"/>
              </a:rPr>
              <a:t>전담 관리 20% 제외</a:t>
            </a:r>
          </a:p>
        </p:txBody>
      </p:sp>
      <p:sp>
        <p:nvSpPr>
          <p:cNvPr id="11" name="SOM">
            <a:extLst xmlns:a="http://schemas.openxmlformats.org/drawingml/2006/main">
              <a:ext uri="{FF2B5EF4-FFF2-40B4-BE49-F238E27FC236}">
                <a16:creationId xmlns:a16="http://schemas.microsoft.com/office/drawing/2014/main" id="{50032CBD-41D0-4952-A2F8-11393DD147AC}"/>
              </a:ext>
            </a:extLst>
          </p:cNvPr>
          <p:cNvSpPr>
            <a:spLocks xmlns:a="http://schemas.openxmlformats.org/drawingml/2006/main" noGrp="1"/>
          </p:cNvSpPr>
          <p:nvPr/>
        </p:nvSpPr>
        <p:spPr>
          <a:xfrm xmlns:a="http://schemas.openxmlformats.org/drawingml/2006/main">
            <a:off x="1724025" y="3457575"/>
            <a:ext cx="9715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b="0">
                <a:solidFill>
                  <a:srgbClr val="A85437"/>
                </a:solidFill>
                <a:latin typeface="Pretendard"/>
                <a:ea typeface="Pretendard"/>
                <a:cs typeface="Pretendard"/>
              </a:defRPr>
            </a:defPPr>
          </a:lstStyle>
          <a:p xmlns:a="http://schemas.openxmlformats.org/drawingml/2006/main">
            <a:pPr algn="ctr">
              <a:defRPr sz="1875" b="0">
                <a:solidFill>
                  <a:srgbClr val="A85437"/>
                </a:solidFill>
                <a:latin typeface="Pretendard"/>
                <a:ea typeface="Pretendard"/>
                <a:cs typeface="Pretendard"/>
              </a:defRPr>
            </a:pPr>
            <a:r>
              <a:rPr sz="1875" b="0">
                <a:solidFill>
                  <a:srgbClr val="A85437"/>
                </a:solidFill>
                <a:latin typeface="Pretendard"/>
                <a:ea typeface="Pretendard"/>
                <a:cs typeface="Pretendard"/>
              </a:rPr>
              <a:t>SOM</a:t>
            </a:r>
          </a:p>
        </p:txBody>
      </p:sp>
      <p:sp>
        <p:nvSpPr>
          <p:cNvPr id="12" name="3년 내 1%">
            <a:extLst xmlns:a="http://schemas.openxmlformats.org/drawingml/2006/main">
              <a:ext uri="{FF2B5EF4-FFF2-40B4-BE49-F238E27FC236}">
                <a16:creationId xmlns:a16="http://schemas.microsoft.com/office/drawing/2014/main" id="{113FDFCA-3E6E-46C5-911B-CEA8A19BA3DC}"/>
              </a:ext>
            </a:extLst>
          </p:cNvPr>
          <p:cNvSpPr>
            <a:spLocks xmlns:a="http://schemas.openxmlformats.org/drawingml/2006/main" noGrp="1"/>
          </p:cNvSpPr>
          <p:nvPr/>
        </p:nvSpPr>
        <p:spPr>
          <a:xfrm xmlns:a="http://schemas.openxmlformats.org/drawingml/2006/main">
            <a:off x="1609725" y="3962400"/>
            <a:ext cx="11906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275">
                <a:solidFill>
                  <a:srgbClr val="A85437"/>
                </a:solidFill>
                <a:latin typeface="Pretendard"/>
                <a:ea typeface="Pretendard"/>
                <a:cs typeface="Pretendard"/>
              </a:defRPr>
            </a:defPPr>
          </a:lstStyle>
          <a:p xmlns:a="http://schemas.openxmlformats.org/drawingml/2006/main">
            <a:pPr algn="ctr">
              <a:defRPr sz="1275">
                <a:solidFill>
                  <a:srgbClr val="A85437"/>
                </a:solidFill>
                <a:latin typeface="Pretendard"/>
                <a:ea typeface="Pretendard"/>
                <a:cs typeface="Pretendard"/>
              </a:defRPr>
            </a:pPr>
            <a:r>
              <a:rPr sz="1275">
                <a:solidFill>
                  <a:srgbClr val="A85437"/>
                </a:solidFill>
                <a:latin typeface="Pretendard"/>
                <a:ea typeface="Pretendard"/>
                <a:cs typeface="Pretendard"/>
              </a:rPr>
              <a:t>3년 내 1%</a:t>
            </a:r>
          </a:p>
        </p:txBody>
      </p:sp>
      <p:sp>
        <p:nvSpPr>
          <p:cNvPr id="13" name="연 50만원 가정">
            <a:extLst xmlns:a="http://schemas.openxmlformats.org/drawingml/2006/main">
              <a:ext uri="{FF2B5EF4-FFF2-40B4-BE49-F238E27FC236}">
                <a16:creationId xmlns:a16="http://schemas.microsoft.com/office/drawing/2014/main" id="{75B16F33-D744-40B5-BC78-6E881145A549}"/>
              </a:ext>
            </a:extLst>
          </p:cNvPr>
          <p:cNvSpPr>
            <a:spLocks xmlns:a="http://schemas.openxmlformats.org/drawingml/2006/main" noGrp="1"/>
          </p:cNvSpPr>
          <p:nvPr/>
        </p:nvSpPr>
        <p:spPr>
          <a:xfrm xmlns:a="http://schemas.openxmlformats.org/drawingml/2006/main">
            <a:off x="6286500" y="895350"/>
            <a:ext cx="24574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350">
                <a:solidFill>
                  <a:srgbClr val="687568"/>
                </a:solidFill>
                <a:latin typeface="Pretendard"/>
                <a:ea typeface="Pretendard"/>
                <a:cs typeface="Pretendard"/>
              </a:defRPr>
            </a:defPPr>
          </a:lstStyle>
          <a:p xmlns:a="http://schemas.openxmlformats.org/drawingml/2006/main">
            <a:pPr algn="r">
              <a:defRPr sz="1350">
                <a:solidFill>
                  <a:srgbClr val="687568"/>
                </a:solidFill>
                <a:latin typeface="Pretendard"/>
                <a:ea typeface="Pretendard"/>
                <a:cs typeface="Pretendard"/>
              </a:defRPr>
            </a:pPr>
            <a:r>
              <a:rPr sz="1350">
                <a:solidFill>
                  <a:srgbClr val="687568"/>
                </a:solidFill>
                <a:latin typeface="Pretendard"/>
                <a:ea typeface="Pretendard"/>
                <a:cs typeface="Pretendard"/>
              </a:rPr>
              <a:t>연 50만원 가정</a:t>
            </a:r>
          </a:p>
        </p:txBody>
      </p:sp>
      <p:sp>
        <p:nvSpPr>
          <p:cNvPr id="14" name="1,185.36">
            <a:extLst xmlns:a="http://schemas.openxmlformats.org/drawingml/2006/main">
              <a:ext uri="{FF2B5EF4-FFF2-40B4-BE49-F238E27FC236}">
                <a16:creationId xmlns:a16="http://schemas.microsoft.com/office/drawing/2014/main" id="{4A50551D-4248-49FD-AA08-FD42E27668E8}"/>
              </a:ext>
            </a:extLst>
          </p:cNvPr>
          <p:cNvSpPr>
            <a:spLocks xmlns:a="http://schemas.openxmlformats.org/drawingml/2006/main" noGrp="1"/>
          </p:cNvSpPr>
          <p:nvPr/>
        </p:nvSpPr>
        <p:spPr>
          <a:xfrm xmlns:a="http://schemas.openxmlformats.org/drawingml/2006/main">
            <a:off x="4648200" y="13811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183E35"/>
                </a:solidFill>
                <a:latin typeface="Pretendard"/>
                <a:ea typeface="Pretendard"/>
                <a:cs typeface="Pretendard"/>
              </a:defRPr>
            </a:defPPr>
          </a:lstStyle>
          <a:p xmlns:a="http://schemas.openxmlformats.org/drawingml/2006/main">
            <a:pPr algn="l">
              <a:defRPr sz="4275" b="1">
                <a:solidFill>
                  <a:srgbClr val="183E35"/>
                </a:solidFill>
                <a:latin typeface="Pretendard"/>
                <a:ea typeface="Pretendard"/>
                <a:cs typeface="Pretendard"/>
              </a:defRPr>
            </a:pPr>
            <a:r>
              <a:rPr sz="4275" b="1">
                <a:solidFill>
                  <a:srgbClr val="183E35"/>
                </a:solidFill>
                <a:latin typeface="Pretendard"/>
                <a:ea typeface="Pretendard"/>
                <a:cs typeface="Pretendard"/>
              </a:rPr>
              <a:t>1,185.36</a:t>
            </a:r>
          </a:p>
        </p:txBody>
      </p:sp>
      <p:sp>
        <p:nvSpPr>
          <p:cNvPr id="15" name="억원 / 년">
            <a:extLst xmlns:a="http://schemas.openxmlformats.org/drawingml/2006/main">
              <a:ext uri="{FF2B5EF4-FFF2-40B4-BE49-F238E27FC236}">
                <a16:creationId xmlns:a16="http://schemas.microsoft.com/office/drawing/2014/main" id="{861D4F0E-8E7C-493B-9290-98CA640CA014}"/>
              </a:ext>
            </a:extLst>
          </p:cNvPr>
          <p:cNvSpPr>
            <a:spLocks xmlns:a="http://schemas.openxmlformats.org/drawingml/2006/main" noGrp="1"/>
          </p:cNvSpPr>
          <p:nvPr/>
        </p:nvSpPr>
        <p:spPr>
          <a:xfrm xmlns:a="http://schemas.openxmlformats.org/drawingml/2006/main">
            <a:off x="7553325" y="16859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183E35"/>
                </a:solidFill>
                <a:latin typeface="Pretendard"/>
                <a:ea typeface="Pretendard"/>
                <a:cs typeface="Pretendard"/>
              </a:defRPr>
            </a:defPPr>
          </a:lstStyle>
          <a:p xmlns:a="http://schemas.openxmlformats.org/drawingml/2006/main">
            <a:pPr algn="l">
              <a:defRPr sz="1500">
                <a:solidFill>
                  <a:srgbClr val="183E35"/>
                </a:solidFill>
                <a:latin typeface="Pretendard"/>
                <a:ea typeface="Pretendard"/>
                <a:cs typeface="Pretendard"/>
              </a:defRPr>
            </a:pPr>
            <a:r>
              <a:rPr sz="1500">
                <a:solidFill>
                  <a:srgbClr val="183E35"/>
                </a:solidFill>
                <a:latin typeface="Pretendard"/>
                <a:ea typeface="Pretendard"/>
                <a:cs typeface="Pretendard"/>
              </a:rPr>
              <a:t>억원 / 년</a:t>
            </a:r>
          </a:p>
        </p:txBody>
      </p:sp>
      <p:sp>
        <p:nvSpPr>
          <p:cNvPr id="16" name="237,071개">
            <a:extLst xmlns:a="http://schemas.openxmlformats.org/drawingml/2006/main">
              <a:ext uri="{FF2B5EF4-FFF2-40B4-BE49-F238E27FC236}">
                <a16:creationId xmlns:a16="http://schemas.microsoft.com/office/drawing/2014/main" id="{6223C795-DC5C-495E-A8A1-05F17040BA8F}"/>
              </a:ext>
            </a:extLst>
          </p:cNvPr>
          <p:cNvSpPr>
            <a:spLocks xmlns:a="http://schemas.openxmlformats.org/drawingml/2006/main" noGrp="1"/>
          </p:cNvSpPr>
          <p:nvPr/>
        </p:nvSpPr>
        <p:spPr>
          <a:xfrm xmlns:a="http://schemas.openxmlformats.org/drawingml/2006/main">
            <a:off x="4695825" y="21336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237,071개</a:t>
            </a:r>
          </a:p>
        </p:txBody>
      </p:sp>
      <p:sp>
        <p:nvSpPr>
          <p:cNvPr id="17" name="948.29">
            <a:extLst xmlns:a="http://schemas.openxmlformats.org/drawingml/2006/main">
              <a:ext uri="{FF2B5EF4-FFF2-40B4-BE49-F238E27FC236}">
                <a16:creationId xmlns:a16="http://schemas.microsoft.com/office/drawing/2014/main" id="{9BAB8A28-7D5A-4563-A5ED-928764ECB119}"/>
              </a:ext>
            </a:extLst>
          </p:cNvPr>
          <p:cNvSpPr>
            <a:spLocks xmlns:a="http://schemas.openxmlformats.org/drawingml/2006/main" noGrp="1"/>
          </p:cNvSpPr>
          <p:nvPr/>
        </p:nvSpPr>
        <p:spPr>
          <a:xfrm xmlns:a="http://schemas.openxmlformats.org/drawingml/2006/main">
            <a:off x="4648200" y="254317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567D89"/>
                </a:solidFill>
                <a:latin typeface="Pretendard"/>
                <a:ea typeface="Pretendard"/>
                <a:cs typeface="Pretendard"/>
              </a:defRPr>
            </a:defPPr>
          </a:lstStyle>
          <a:p xmlns:a="http://schemas.openxmlformats.org/drawingml/2006/main">
            <a:pPr algn="l">
              <a:defRPr sz="4275" b="1">
                <a:solidFill>
                  <a:srgbClr val="567D89"/>
                </a:solidFill>
                <a:latin typeface="Pretendard"/>
                <a:ea typeface="Pretendard"/>
                <a:cs typeface="Pretendard"/>
              </a:defRPr>
            </a:pPr>
            <a:r>
              <a:rPr sz="4275" b="1">
                <a:solidFill>
                  <a:srgbClr val="567D89"/>
                </a:solidFill>
                <a:latin typeface="Pretendard"/>
                <a:ea typeface="Pretendard"/>
                <a:cs typeface="Pretendard"/>
              </a:rPr>
              <a:t>948.29</a:t>
            </a:r>
          </a:p>
        </p:txBody>
      </p:sp>
      <p:sp>
        <p:nvSpPr>
          <p:cNvPr id="18" name="억원 / 년">
            <a:extLst xmlns:a="http://schemas.openxmlformats.org/drawingml/2006/main">
              <a:ext uri="{FF2B5EF4-FFF2-40B4-BE49-F238E27FC236}">
                <a16:creationId xmlns:a16="http://schemas.microsoft.com/office/drawing/2014/main" id="{ADA5852D-4DD7-4DED-B46F-9B442052E2E3}"/>
              </a:ext>
            </a:extLst>
          </p:cNvPr>
          <p:cNvSpPr>
            <a:spLocks xmlns:a="http://schemas.openxmlformats.org/drawingml/2006/main" noGrp="1"/>
          </p:cNvSpPr>
          <p:nvPr/>
        </p:nvSpPr>
        <p:spPr>
          <a:xfrm xmlns:a="http://schemas.openxmlformats.org/drawingml/2006/main">
            <a:off x="7553325" y="284797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567D89"/>
                </a:solidFill>
                <a:latin typeface="Pretendard"/>
                <a:ea typeface="Pretendard"/>
                <a:cs typeface="Pretendard"/>
              </a:defRPr>
            </a:defPPr>
          </a:lstStyle>
          <a:p xmlns:a="http://schemas.openxmlformats.org/drawingml/2006/main">
            <a:pPr algn="l">
              <a:defRPr sz="1500">
                <a:solidFill>
                  <a:srgbClr val="567D89"/>
                </a:solidFill>
                <a:latin typeface="Pretendard"/>
                <a:ea typeface="Pretendard"/>
                <a:cs typeface="Pretendard"/>
              </a:defRPr>
            </a:pPr>
            <a:r>
              <a:rPr sz="1500">
                <a:solidFill>
                  <a:srgbClr val="567D89"/>
                </a:solidFill>
                <a:latin typeface="Pretendard"/>
                <a:ea typeface="Pretendard"/>
                <a:cs typeface="Pretendard"/>
              </a:rPr>
              <a:t>억원 / 년</a:t>
            </a:r>
          </a:p>
        </p:txBody>
      </p:sp>
      <p:sp>
        <p:nvSpPr>
          <p:cNvPr id="19" name="189,657개">
            <a:extLst xmlns:a="http://schemas.openxmlformats.org/drawingml/2006/main">
              <a:ext uri="{FF2B5EF4-FFF2-40B4-BE49-F238E27FC236}">
                <a16:creationId xmlns:a16="http://schemas.microsoft.com/office/drawing/2014/main" id="{21D2DF56-E3FC-486C-87B8-5A6E0B80AC8E}"/>
              </a:ext>
            </a:extLst>
          </p:cNvPr>
          <p:cNvSpPr>
            <a:spLocks xmlns:a="http://schemas.openxmlformats.org/drawingml/2006/main" noGrp="1"/>
          </p:cNvSpPr>
          <p:nvPr/>
        </p:nvSpPr>
        <p:spPr>
          <a:xfrm xmlns:a="http://schemas.openxmlformats.org/drawingml/2006/main">
            <a:off x="4695825" y="329565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189,657개</a:t>
            </a:r>
          </a:p>
        </p:txBody>
      </p:sp>
      <p:sp>
        <p:nvSpPr>
          <p:cNvPr id="20" name="9.49">
            <a:extLst xmlns:a="http://schemas.openxmlformats.org/drawingml/2006/main">
              <a:ext uri="{FF2B5EF4-FFF2-40B4-BE49-F238E27FC236}">
                <a16:creationId xmlns:a16="http://schemas.microsoft.com/office/drawing/2014/main" id="{C7212610-4423-42ED-96E6-204B9BE35A07}"/>
              </a:ext>
            </a:extLst>
          </p:cNvPr>
          <p:cNvSpPr>
            <a:spLocks xmlns:a="http://schemas.openxmlformats.org/drawingml/2006/main" noGrp="1"/>
          </p:cNvSpPr>
          <p:nvPr/>
        </p:nvSpPr>
        <p:spPr>
          <a:xfrm xmlns:a="http://schemas.openxmlformats.org/drawingml/2006/main">
            <a:off x="4648200" y="3705225"/>
            <a:ext cx="29718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4275" b="1">
                <a:solidFill>
                  <a:srgbClr val="A85437"/>
                </a:solidFill>
                <a:latin typeface="Pretendard"/>
                <a:ea typeface="Pretendard"/>
                <a:cs typeface="Pretendard"/>
              </a:defRPr>
            </a:defPPr>
          </a:lstStyle>
          <a:p xmlns:a="http://schemas.openxmlformats.org/drawingml/2006/main">
            <a:pPr algn="l">
              <a:defRPr sz="4275" b="1">
                <a:solidFill>
                  <a:srgbClr val="A85437"/>
                </a:solidFill>
                <a:latin typeface="Pretendard"/>
                <a:ea typeface="Pretendard"/>
                <a:cs typeface="Pretendard"/>
              </a:defRPr>
            </a:pPr>
            <a:r>
              <a:rPr sz="4275" b="1">
                <a:solidFill>
                  <a:srgbClr val="A85437"/>
                </a:solidFill>
                <a:latin typeface="Pretendard"/>
                <a:ea typeface="Pretendard"/>
                <a:cs typeface="Pretendard"/>
              </a:rPr>
              <a:t>9.49</a:t>
            </a:r>
          </a:p>
        </p:txBody>
      </p:sp>
      <p:sp>
        <p:nvSpPr>
          <p:cNvPr id="21" name="억원 / 년">
            <a:extLst xmlns:a="http://schemas.openxmlformats.org/drawingml/2006/main">
              <a:ext uri="{FF2B5EF4-FFF2-40B4-BE49-F238E27FC236}">
                <a16:creationId xmlns:a16="http://schemas.microsoft.com/office/drawing/2014/main" id="{1C631117-7C76-4C0C-B0E4-F9F822EC84EC}"/>
              </a:ext>
            </a:extLst>
          </p:cNvPr>
          <p:cNvSpPr>
            <a:spLocks xmlns:a="http://schemas.openxmlformats.org/drawingml/2006/main" noGrp="1"/>
          </p:cNvSpPr>
          <p:nvPr/>
        </p:nvSpPr>
        <p:spPr>
          <a:xfrm xmlns:a="http://schemas.openxmlformats.org/drawingml/2006/main">
            <a:off x="7553325" y="4010025"/>
            <a:ext cx="12668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A85437"/>
                </a:solidFill>
                <a:latin typeface="Pretendard"/>
                <a:ea typeface="Pretendard"/>
                <a:cs typeface="Pretendard"/>
              </a:defRPr>
            </a:defPPr>
          </a:lstStyle>
          <a:p xmlns:a="http://schemas.openxmlformats.org/drawingml/2006/main">
            <a:pPr algn="l">
              <a:defRPr sz="1500">
                <a:solidFill>
                  <a:srgbClr val="A85437"/>
                </a:solidFill>
                <a:latin typeface="Pretendard"/>
                <a:ea typeface="Pretendard"/>
                <a:cs typeface="Pretendard"/>
              </a:defRPr>
            </a:pPr>
            <a:r>
              <a:rPr sz="1500">
                <a:solidFill>
                  <a:srgbClr val="A85437"/>
                </a:solidFill>
                <a:latin typeface="Pretendard"/>
                <a:ea typeface="Pretendard"/>
                <a:cs typeface="Pretendard"/>
              </a:rPr>
              <a:t>억원 / 년</a:t>
            </a:r>
          </a:p>
        </p:txBody>
      </p:sp>
      <p:sp>
        <p:nvSpPr>
          <p:cNvPr id="22" name="1,897개">
            <a:extLst xmlns:a="http://schemas.openxmlformats.org/drawingml/2006/main">
              <a:ext uri="{FF2B5EF4-FFF2-40B4-BE49-F238E27FC236}">
                <a16:creationId xmlns:a16="http://schemas.microsoft.com/office/drawing/2014/main" id="{2AD5DF10-BA97-42C6-8506-E642BFEBE354}"/>
              </a:ext>
            </a:extLst>
          </p:cNvPr>
          <p:cNvSpPr>
            <a:spLocks xmlns:a="http://schemas.openxmlformats.org/drawingml/2006/main" noGrp="1"/>
          </p:cNvSpPr>
          <p:nvPr/>
        </p:nvSpPr>
        <p:spPr>
          <a:xfrm xmlns:a="http://schemas.openxmlformats.org/drawingml/2006/main">
            <a:off x="4695825" y="4457700"/>
            <a:ext cx="3895725"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500">
                <a:solidFill>
                  <a:srgbClr val="687568"/>
                </a:solidFill>
                <a:latin typeface="Pretendard"/>
                <a:ea typeface="Pretendard"/>
                <a:cs typeface="Pretendard"/>
              </a:defRPr>
            </a:defPPr>
          </a:lstStyle>
          <a:p xmlns:a="http://schemas.openxmlformats.org/drawingml/2006/main">
            <a:pPr algn="l">
              <a:defRPr sz="1500">
                <a:solidFill>
                  <a:srgbClr val="687568"/>
                </a:solidFill>
                <a:latin typeface="Pretendard"/>
                <a:ea typeface="Pretendard"/>
                <a:cs typeface="Pretendard"/>
              </a:defRPr>
            </a:pPr>
            <a:r>
              <a:rPr sz="1500">
                <a:solidFill>
                  <a:srgbClr val="687568"/>
                </a:solidFill>
                <a:latin typeface="Pretendard"/>
                <a:ea typeface="Pretendard"/>
                <a:cs typeface="Pretendard"/>
              </a:rPr>
              <a:t>1,897개</a:t>
            </a:r>
          </a:p>
        </p:txBody>
      </p:sp>
    </p:spTree>
    <p:extLst>
      <p:ext uri="{BB962C8B-B14F-4D97-AF65-F5344CB8AC3E}">
        <p14:creationId xmlns:p14="http://schemas.microsoft.com/office/powerpoint/2010/main" val="889816489"/>
      </p:ext>
    </p:extLst>
  </p:cSld>
</p:sld>
</file>

<file path=ppt/slides/slide2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5" name="연 50만원 기준">
            <a:extLst xmlns:a="http://schemas.openxmlformats.org/drawingml/2006/main">
              <a:ext uri="{FF2B5EF4-FFF2-40B4-BE49-F238E27FC236}">
                <a16:creationId xmlns:a16="http://schemas.microsoft.com/office/drawing/2014/main" id="{12E36CE2-17F0-4FBE-A9E6-BA8DBCA98A30}"/>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연 50만원 기준</a:t>
            </a:r>
          </a:p>
        </p:txBody>
      </p:sp>
      <p:sp>
        <p:nvSpPr>
          <p:cNvPr id="2" name="3년 내 확보율별 매출 추정">
            <a:extLst xmlns:a="http://schemas.openxmlformats.org/drawingml/2006/main">
              <a:ext uri="{FF2B5EF4-FFF2-40B4-BE49-F238E27FC236}">
                <a16:creationId xmlns:a16="http://schemas.microsoft.com/office/drawing/2014/main" id="{AB847975-2B81-40B9-B9D9-BCB75892A3D7}"/>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3년 내 확보율별 매출 추정</a:t>
            </a:r>
          </a:p>
        </p:txBody>
      </p:sp>
      <p:sp>
        <p:nvSpPr>
          <p:cNvPr id="3" name="22">
            <a:extLst xmlns:a="http://schemas.openxmlformats.org/drawingml/2006/main">
              <a:ext uri="{FF2B5EF4-FFF2-40B4-BE49-F238E27FC236}">
                <a16:creationId xmlns:a16="http://schemas.microsoft.com/office/drawing/2014/main" id="{69F2CA64-5052-4C0B-A542-1DBD55F9ED06}"/>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22</a:t>
            </a:r>
          </a:p>
        </p:txBody>
      </p:sp>
      <p:graphicFrame>
        <p:nvGraphicFramePr>
          <p:cNvPr id="4" name="Chart">
            <a:extLst xmlns:a="http://schemas.openxmlformats.org/drawingml/2006/main">
              <a:ext uri="{FF2B5EF4-FFF2-40B4-BE49-F238E27FC236}">
                <a16:creationId xmlns:a16="http://schemas.microsoft.com/office/drawing/2014/main" id="{F2E9E03E-6F7E-4A70-A638-DEA2693AAF82}"/>
              </a:ext>
            </a:extLst>
          </p:cNvPr>
          <p:cNvGraphicFramePr/>
          <p:nvPr/>
        </p:nvGraphicFramePr>
        <p:xfrm>
          <a:off xmlns:a="http://schemas.openxmlformats.org/drawingml/2006/main" x="619125" y="1504950"/>
          <a:ext xmlns:a="http://schemas.openxmlformats.org/drawingml/2006/main" cx="7886700" cy="2857500"/>
        </p:xfrm>
        <a:graphic xmlns:a="http://schemas.openxmlformats.org/drawingml/2006/main">
          <a:graphicData uri="http://schemas.openxmlformats.org/drawingml/2006/chart">
            <c:chart xmlns:r="http://schemas.openxmlformats.org/officeDocument/2006/relationships" xmlns:c="http://schemas.openxmlformats.org/drawingml/2006/chart" r:id="R5357e6de9be2425e"/>
          </a:graphicData>
        </a:graphic>
      </p:graphicFrame>
    </p:spTree>
    <p:extLst>
      <p:ext uri="{BB962C8B-B14F-4D97-AF65-F5344CB8AC3E}">
        <p14:creationId xmlns:p14="http://schemas.microsoft.com/office/powerpoint/2010/main" val="657960265"/>
      </p:ext>
    </p:extLst>
  </p:cSld>
</p:sld>
</file>

<file path=ppt/slides/slide2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3" name="">
            <a:extLst xmlns:a="http://schemas.openxmlformats.org/drawingml/2006/main">
              <a:ext uri="{FF2B5EF4-FFF2-40B4-BE49-F238E27FC236}">
                <a16:creationId xmlns:a16="http://schemas.microsoft.com/office/drawing/2014/main" id="{EA7E4A11-3DB3-4D8F-BA51-9AEDF2A63814}"/>
              </a:ext>
            </a:extLst>
          </p:cNvPr>
          <p:cNvCxnSpPr>
            <a:stCxn xmlns:a="http://schemas.openxmlformats.org/drawingml/2006/main" id="3" idx="2"/>
            <a:endCxn xmlns:a="http://schemas.openxmlformats.org/drawingml/2006/main" id="8" idx="6"/>
          </p:cNvCxnSpPr>
          <p:nvPr/>
        </p:nvCxnSpPr>
        <p:spPr>
          <a:xfrm xmlns:a="http://schemas.openxmlformats.org/drawingml/2006/main" flipH="1" flipV="1">
            <a:off x="2533650" y="2495550"/>
            <a:ext cx="1333500" cy="504825"/>
          </a:xfrm>
          <a:prstGeom xmlns:a="http://schemas.openxmlformats.org/drawingml/2006/main" prst="straightConnector1">
            <a:avLst/>
          </a:prstGeom>
          <a:ln xmlns:a="http://schemas.openxmlformats.org/drawingml/2006/main" w="19050">
            <a:solidFill>
              <a:srgbClr val="D2DCD6"/>
            </a:solidFill>
          </a:ln>
        </p:spPr>
      </p:cxnSp>
      <p:cxnSp>
        <p:nvCxnSpPr>
          <p:cNvPr id="12" name="">
            <a:extLst xmlns:a="http://schemas.openxmlformats.org/drawingml/2006/main">
              <a:ext uri="{FF2B5EF4-FFF2-40B4-BE49-F238E27FC236}">
                <a16:creationId xmlns:a16="http://schemas.microsoft.com/office/drawing/2014/main" id="{2384617C-AD34-465B-B6FE-8DA88660D664}"/>
              </a:ext>
            </a:extLst>
          </p:cNvPr>
          <p:cNvCxnSpPr>
            <a:stCxn xmlns:a="http://schemas.openxmlformats.org/drawingml/2006/main" id="3" idx="3"/>
            <a:endCxn xmlns:a="http://schemas.openxmlformats.org/drawingml/2006/main" id="7" idx="7"/>
          </p:cNvCxnSpPr>
          <p:nvPr/>
        </p:nvCxnSpPr>
        <p:spPr>
          <a:xfrm xmlns:a="http://schemas.openxmlformats.org/drawingml/2006/main" flipH="1">
            <a:off x="3247464" y="3498779"/>
            <a:ext cx="826132" cy="226057"/>
          </a:xfrm>
          <a:prstGeom xmlns:a="http://schemas.openxmlformats.org/drawingml/2006/main" prst="straightConnector1">
            <a:avLst/>
          </a:prstGeom>
          <a:ln xmlns:a="http://schemas.openxmlformats.org/drawingml/2006/main" w="19050">
            <a:solidFill>
              <a:srgbClr val="D2DCD6"/>
            </a:solidFill>
          </a:ln>
        </p:spPr>
      </p:cxnSp>
      <p:cxnSp>
        <p:nvCxnSpPr>
          <p:cNvPr id="11" name="">
            <a:extLst xmlns:a="http://schemas.openxmlformats.org/drawingml/2006/main">
              <a:ext uri="{FF2B5EF4-FFF2-40B4-BE49-F238E27FC236}">
                <a16:creationId xmlns:a16="http://schemas.microsoft.com/office/drawing/2014/main" id="{3EA0E033-6935-4B45-9F6B-9B1285E317E1}"/>
              </a:ext>
            </a:extLst>
          </p:cNvPr>
          <p:cNvCxnSpPr>
            <a:stCxn xmlns:a="http://schemas.openxmlformats.org/drawingml/2006/main" id="3" idx="5"/>
            <a:endCxn xmlns:a="http://schemas.openxmlformats.org/drawingml/2006/main" id="6" idx="1"/>
          </p:cNvCxnSpPr>
          <p:nvPr/>
        </p:nvCxnSpPr>
        <p:spPr>
          <a:xfrm xmlns:a="http://schemas.openxmlformats.org/drawingml/2006/main">
            <a:off x="5070404" y="3498779"/>
            <a:ext cx="826132" cy="226057"/>
          </a:xfrm>
          <a:prstGeom xmlns:a="http://schemas.openxmlformats.org/drawingml/2006/main" prst="straightConnector1">
            <a:avLst/>
          </a:prstGeom>
          <a:ln xmlns:a="http://schemas.openxmlformats.org/drawingml/2006/main" w="19050">
            <a:solidFill>
              <a:srgbClr val="D2DCD6"/>
            </a:solidFill>
          </a:ln>
        </p:spPr>
      </p:cxnSp>
      <p:cxnSp>
        <p:nvCxnSpPr>
          <p:cNvPr id="10" name="">
            <a:extLst xmlns:a="http://schemas.openxmlformats.org/drawingml/2006/main">
              <a:ext uri="{FF2B5EF4-FFF2-40B4-BE49-F238E27FC236}">
                <a16:creationId xmlns:a16="http://schemas.microsoft.com/office/drawing/2014/main" id="{07236E31-8E73-4998-8A80-361008397054}"/>
              </a:ext>
            </a:extLst>
          </p:cNvPr>
          <p:cNvCxnSpPr>
            <a:stCxn xmlns:a="http://schemas.openxmlformats.org/drawingml/2006/main" id="3" idx="6"/>
            <a:endCxn xmlns:a="http://schemas.openxmlformats.org/drawingml/2006/main" id="5" idx="2"/>
          </p:cNvCxnSpPr>
          <p:nvPr/>
        </p:nvCxnSpPr>
        <p:spPr>
          <a:xfrm xmlns:a="http://schemas.openxmlformats.org/drawingml/2006/main" flipV="1">
            <a:off x="5276850" y="2495550"/>
            <a:ext cx="1333500" cy="504825"/>
          </a:xfrm>
          <a:prstGeom xmlns:a="http://schemas.openxmlformats.org/drawingml/2006/main" prst="straightConnector1">
            <a:avLst/>
          </a:prstGeom>
          <a:ln xmlns:a="http://schemas.openxmlformats.org/drawingml/2006/main" w="19050">
            <a:solidFill>
              <a:srgbClr val="D2DCD6"/>
            </a:solidFill>
          </a:ln>
        </p:spPr>
      </p:cxnSp>
      <p:cxnSp>
        <p:nvCxnSpPr>
          <p:cNvPr id="9" name="">
            <a:extLst xmlns:a="http://schemas.openxmlformats.org/drawingml/2006/main">
              <a:ext uri="{FF2B5EF4-FFF2-40B4-BE49-F238E27FC236}">
                <a16:creationId xmlns:a16="http://schemas.microsoft.com/office/drawing/2014/main" id="{51A1A248-95E0-44C8-91C0-E072A45D5934}"/>
              </a:ext>
            </a:extLst>
          </p:cNvPr>
          <p:cNvCxnSpPr>
            <a:stCxn xmlns:a="http://schemas.openxmlformats.org/drawingml/2006/main" id="3" idx="0"/>
            <a:endCxn xmlns:a="http://schemas.openxmlformats.org/drawingml/2006/main" id="4" idx="4"/>
          </p:cNvCxnSpPr>
          <p:nvPr/>
        </p:nvCxnSpPr>
        <p:spPr>
          <a:xfrm xmlns:a="http://schemas.openxmlformats.org/drawingml/2006/main" flipV="1">
            <a:off x="4572000" y="2019300"/>
            <a:ext cx="0" cy="276225"/>
          </a:xfrm>
          <a:prstGeom xmlns:a="http://schemas.openxmlformats.org/drawingml/2006/main" prst="straightConnector1">
            <a:avLst/>
          </a:prstGeom>
          <a:ln xmlns:a="http://schemas.openxmlformats.org/drawingml/2006/main" w="19050">
            <a:solidFill>
              <a:srgbClr val="D2DCD6"/>
            </a:solidFill>
          </a:ln>
        </p:spPr>
      </p:cxnSp>
      <p:sp>
        <p:nvSpPr>
          <p:cNvPr id="26" name="Codex 활용">
            <a:extLst xmlns:a="http://schemas.openxmlformats.org/drawingml/2006/main">
              <a:ext uri="{FF2B5EF4-FFF2-40B4-BE49-F238E27FC236}">
                <a16:creationId xmlns:a16="http://schemas.microsoft.com/office/drawing/2014/main" id="{F303B260-5B4E-4EEF-8112-50EC364DBFC6}"/>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Codex 활용</a:t>
            </a:r>
          </a:p>
        </p:txBody>
      </p:sp>
      <p:sp>
        <p:nvSpPr>
          <p:cNvPr id="2" name="23">
            <a:extLst xmlns:a="http://schemas.openxmlformats.org/drawingml/2006/main">
              <a:ext uri="{FF2B5EF4-FFF2-40B4-BE49-F238E27FC236}">
                <a16:creationId xmlns:a16="http://schemas.microsoft.com/office/drawing/2014/main" id="{F013CA2E-8622-480C-98E6-4A975368B605}"/>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23</a:t>
            </a:r>
          </a:p>
        </p:txBody>
      </p:sp>
      <p:sp>
        <p:nvSpPr>
          <p:cNvPr id="3" name="">
            <a:extLst xmlns:a="http://schemas.openxmlformats.org/drawingml/2006/main">
              <a:ext uri="{FF2B5EF4-FFF2-40B4-BE49-F238E27FC236}">
                <a16:creationId xmlns:a16="http://schemas.microsoft.com/office/drawing/2014/main" id="{6CA8FEFA-9E5B-496C-833F-19184F17B3E0}"/>
              </a:ext>
            </a:extLst>
          </p:cNvPr>
          <p:cNvSpPr>
            <a:spLocks xmlns:a="http://schemas.openxmlformats.org/drawingml/2006/main" noGrp="1"/>
          </p:cNvSpPr>
          <p:nvPr/>
        </p:nvSpPr>
        <p:spPr>
          <a:xfrm xmlns:a="http://schemas.openxmlformats.org/drawingml/2006/main">
            <a:off x="3867150" y="2295525"/>
            <a:ext cx="1409700" cy="1409700"/>
          </a:xfrm>
          <a:prstGeom xmlns:a="http://schemas.openxmlformats.org/drawingml/2006/main" prst="ellipse">
            <a:avLst/>
          </a:prstGeom>
          <a:solidFill xmlns:a="http://schemas.openxmlformats.org/drawingml/2006/main">
            <a:srgbClr val="183E35"/>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4FEC5E1D-3B1D-4E57-9964-8BD199AF090E}"/>
              </a:ext>
            </a:extLst>
          </p:cNvPr>
          <p:cNvSpPr>
            <a:spLocks xmlns:a="http://schemas.openxmlformats.org/drawingml/2006/main" noGrp="1"/>
          </p:cNvSpPr>
          <p:nvPr/>
        </p:nvSpPr>
        <p:spPr>
          <a:xfrm xmlns:a="http://schemas.openxmlformats.org/drawingml/2006/main">
            <a:off x="4171950" y="1219200"/>
            <a:ext cx="800100" cy="8001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5" name="">
            <a:extLst xmlns:a="http://schemas.openxmlformats.org/drawingml/2006/main">
              <a:ext uri="{FF2B5EF4-FFF2-40B4-BE49-F238E27FC236}">
                <a16:creationId xmlns:a16="http://schemas.microsoft.com/office/drawing/2014/main" id="{9046225F-9ECB-40E6-9286-5C9478B7F1F7}"/>
              </a:ext>
            </a:extLst>
          </p:cNvPr>
          <p:cNvSpPr>
            <a:spLocks xmlns:a="http://schemas.openxmlformats.org/drawingml/2006/main" noGrp="1"/>
          </p:cNvSpPr>
          <p:nvPr/>
        </p:nvSpPr>
        <p:spPr>
          <a:xfrm xmlns:a="http://schemas.openxmlformats.org/drawingml/2006/main">
            <a:off x="6610350" y="2038350"/>
            <a:ext cx="914400" cy="9144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670B7727-F7BA-47A8-A082-C4051456E359}"/>
              </a:ext>
            </a:extLst>
          </p:cNvPr>
          <p:cNvSpPr>
            <a:spLocks xmlns:a="http://schemas.openxmlformats.org/drawingml/2006/main" noGrp="1"/>
          </p:cNvSpPr>
          <p:nvPr/>
        </p:nvSpPr>
        <p:spPr>
          <a:xfrm xmlns:a="http://schemas.openxmlformats.org/drawingml/2006/main">
            <a:off x="5762625" y="3590925"/>
            <a:ext cx="914400" cy="9144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A6E84A20-0C97-4A5F-A90C-559DF83D824C}"/>
              </a:ext>
            </a:extLst>
          </p:cNvPr>
          <p:cNvSpPr>
            <a:spLocks xmlns:a="http://schemas.openxmlformats.org/drawingml/2006/main" noGrp="1"/>
          </p:cNvSpPr>
          <p:nvPr/>
        </p:nvSpPr>
        <p:spPr>
          <a:xfrm xmlns:a="http://schemas.openxmlformats.org/drawingml/2006/main">
            <a:off x="2466975" y="3590925"/>
            <a:ext cx="914400" cy="914400"/>
          </a:xfrm>
          <a:prstGeom xmlns:a="http://schemas.openxmlformats.org/drawingml/2006/main" prst="ellipse">
            <a:avLst/>
          </a:prstGeom>
          <a:solidFill xmlns:a="http://schemas.openxmlformats.org/drawingml/2006/main">
            <a:srgbClr val="DCE7E2"/>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CDF75F18-9FD3-4CDA-A8C8-570FE5023E16}"/>
              </a:ext>
            </a:extLst>
          </p:cNvPr>
          <p:cNvSpPr>
            <a:spLocks xmlns:a="http://schemas.openxmlformats.org/drawingml/2006/main" noGrp="1"/>
          </p:cNvSpPr>
          <p:nvPr/>
        </p:nvSpPr>
        <p:spPr>
          <a:xfrm xmlns:a="http://schemas.openxmlformats.org/drawingml/2006/main">
            <a:off x="1619250" y="2038350"/>
            <a:ext cx="914400" cy="9144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12B84223-0C26-4140-8A51-B9A93DD43BB1}"/>
              </a:ext>
            </a:extLst>
          </p:cNvPr>
          <p:cNvPicPr>
            <a:picLocks xmlns:a="http://schemas.openxmlformats.org/drawingml/2006/main" noChangeAspect="1"/>
          </p:cNvPicPr>
          <p:nvPr/>
        </p:nvPicPr>
        <p:blipFill>
          <a:blip xmlns:r="http://schemas.openxmlformats.org/officeDocument/2006/relationships" xmlns:a="http://schemas.openxmlformats.org/drawingml/2006/main" r:embed="R86b952810c3d4d39"/>
          <a:stretch xmlns:a="http://schemas.openxmlformats.org/drawingml/2006/main"/>
        </p:blipFill>
        <p:spPr>
          <a:xfrm xmlns:a="http://schemas.openxmlformats.org/drawingml/2006/main">
            <a:off x="4343400" y="2505075"/>
            <a:ext cx="457200" cy="457200"/>
          </a:xfrm>
          <a:prstGeom xmlns:a="http://schemas.openxmlformats.org/drawingml/2006/main" prst="rect">
            <a:avLst/>
          </a:prstGeom>
        </p:spPr>
      </p:pic>
      <p:sp>
        <p:nvSpPr>
          <p:cNvPr id="15" name="Codex">
            <a:extLst xmlns:a="http://schemas.openxmlformats.org/drawingml/2006/main">
              <a:ext uri="{FF2B5EF4-FFF2-40B4-BE49-F238E27FC236}">
                <a16:creationId xmlns:a16="http://schemas.microsoft.com/office/drawing/2014/main" id="{FE794C98-6652-457C-9025-FE9DCDB435BD}"/>
              </a:ext>
            </a:extLst>
          </p:cNvPr>
          <p:cNvSpPr>
            <a:spLocks xmlns:a="http://schemas.openxmlformats.org/drawingml/2006/main" noGrp="1"/>
          </p:cNvSpPr>
          <p:nvPr/>
        </p:nvSpPr>
        <p:spPr>
          <a:xfrm xmlns:a="http://schemas.openxmlformats.org/drawingml/2006/main">
            <a:off x="3981450" y="3143250"/>
            <a:ext cx="11811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325" b="1">
                <a:solidFill>
                  <a:srgbClr val="F5F2E9"/>
                </a:solidFill>
                <a:latin typeface="Pretendard"/>
                <a:ea typeface="Pretendard"/>
                <a:cs typeface="Pretendard"/>
              </a:defRPr>
            </a:defPPr>
          </a:lstStyle>
          <a:p xmlns:a="http://schemas.openxmlformats.org/drawingml/2006/main">
            <a:pPr algn="ctr">
              <a:defRPr sz="2325" b="1">
                <a:solidFill>
                  <a:srgbClr val="F5F2E9"/>
                </a:solidFill>
                <a:latin typeface="Pretendard"/>
                <a:ea typeface="Pretendard"/>
                <a:cs typeface="Pretendard"/>
              </a:defRPr>
            </a:pPr>
            <a:r>
              <a:rPr sz="2325" b="1">
                <a:solidFill>
                  <a:srgbClr val="F5F2E9"/>
                </a:solidFill>
                <a:latin typeface="Pretendard"/>
                <a:ea typeface="Pretendard"/>
                <a:cs typeface="Pretendard"/>
              </a:rPr>
              <a:t>Codex</a:t>
            </a:r>
          </a:p>
        </p:txBody>
      </p:sp>
      <p:pic>
        <p:nvPicPr>
          <p:cNvPr id="16" name="">
            <a:extLst xmlns:a="http://schemas.openxmlformats.org/drawingml/2006/main">
              <a:ext uri="{FF2B5EF4-FFF2-40B4-BE49-F238E27FC236}">
                <a16:creationId xmlns:a16="http://schemas.microsoft.com/office/drawing/2014/main" id="{251E78AE-B2D2-4CD8-B658-B82FA8EDE588}"/>
              </a:ext>
            </a:extLst>
          </p:cNvPr>
          <p:cNvPicPr>
            <a:picLocks xmlns:a="http://schemas.openxmlformats.org/drawingml/2006/main" noChangeAspect="1"/>
          </p:cNvPicPr>
          <p:nvPr/>
        </p:nvPicPr>
        <p:blipFill>
          <a:blip xmlns:r="http://schemas.openxmlformats.org/officeDocument/2006/relationships" xmlns:a="http://schemas.openxmlformats.org/drawingml/2006/main" r:embed="R2fea31e0ae7743ac"/>
          <a:stretch xmlns:a="http://schemas.openxmlformats.org/drawingml/2006/main"/>
        </p:blipFill>
        <p:spPr>
          <a:xfrm xmlns:a="http://schemas.openxmlformats.org/drawingml/2006/main">
            <a:off x="4348163" y="1395413"/>
            <a:ext cx="447675" cy="447675"/>
          </a:xfrm>
          <a:prstGeom xmlns:a="http://schemas.openxmlformats.org/drawingml/2006/main" prst="rect">
            <a:avLst/>
          </a:prstGeom>
        </p:spPr>
      </p:pic>
      <p:sp>
        <p:nvSpPr>
          <p:cNvPr id="17" name="PRD · 페르소나">
            <a:extLst xmlns:a="http://schemas.openxmlformats.org/drawingml/2006/main">
              <a:ext uri="{FF2B5EF4-FFF2-40B4-BE49-F238E27FC236}">
                <a16:creationId xmlns:a16="http://schemas.microsoft.com/office/drawing/2014/main" id="{1AB077A4-E681-40DE-90A2-FC38090521B2}"/>
              </a:ext>
            </a:extLst>
          </p:cNvPr>
          <p:cNvSpPr>
            <a:spLocks xmlns:a="http://schemas.openxmlformats.org/drawingml/2006/main" noGrp="1"/>
          </p:cNvSpPr>
          <p:nvPr/>
        </p:nvSpPr>
        <p:spPr>
          <a:xfrm xmlns:a="http://schemas.openxmlformats.org/drawingml/2006/main">
            <a:off x="5153025" y="1428750"/>
            <a:ext cx="335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3E35"/>
                </a:solidFill>
                <a:latin typeface="Pretendard"/>
                <a:ea typeface="Pretendard"/>
                <a:cs typeface="Pretendard"/>
              </a:defRPr>
            </a:defPPr>
          </a:lstStyle>
          <a:p xmlns:a="http://schemas.openxmlformats.org/drawingml/2006/main">
            <a:pPr algn="l">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PRD · 페르소나</a:t>
            </a:r>
          </a:p>
        </p:txBody>
      </p:sp>
      <p:pic>
        <p:nvPicPr>
          <p:cNvPr id="18" name="">
            <a:extLst xmlns:a="http://schemas.openxmlformats.org/drawingml/2006/main">
              <a:ext uri="{FF2B5EF4-FFF2-40B4-BE49-F238E27FC236}">
                <a16:creationId xmlns:a16="http://schemas.microsoft.com/office/drawing/2014/main" id="{DD72636D-ACB2-4F69-A6A4-DE0F1DE8F6CD}"/>
              </a:ext>
            </a:extLst>
          </p:cNvPr>
          <p:cNvPicPr>
            <a:picLocks xmlns:a="http://schemas.openxmlformats.org/drawingml/2006/main" noChangeAspect="1"/>
          </p:cNvPicPr>
          <p:nvPr/>
        </p:nvPicPr>
        <p:blipFill>
          <a:blip xmlns:r="http://schemas.openxmlformats.org/officeDocument/2006/relationships" xmlns:a="http://schemas.openxmlformats.org/drawingml/2006/main" r:embed="Racb9fa53f88e45a7"/>
          <a:stretch xmlns:a="http://schemas.openxmlformats.org/drawingml/2006/main"/>
        </p:blipFill>
        <p:spPr>
          <a:xfrm xmlns:a="http://schemas.openxmlformats.org/drawingml/2006/main">
            <a:off x="6843713" y="2271713"/>
            <a:ext cx="447675" cy="447675"/>
          </a:xfrm>
          <a:prstGeom xmlns:a="http://schemas.openxmlformats.org/drawingml/2006/main" prst="rect">
            <a:avLst/>
          </a:prstGeom>
        </p:spPr>
      </p:pic>
      <p:sp>
        <p:nvSpPr>
          <p:cNvPr id="19" name="UI · 코드 · 배포">
            <a:extLst xmlns:a="http://schemas.openxmlformats.org/drawingml/2006/main">
              <a:ext uri="{FF2B5EF4-FFF2-40B4-BE49-F238E27FC236}">
                <a16:creationId xmlns:a16="http://schemas.microsoft.com/office/drawing/2014/main" id="{6824EF41-C23B-4176-B7F8-A3773C6108F5}"/>
              </a:ext>
            </a:extLst>
          </p:cNvPr>
          <p:cNvSpPr>
            <a:spLocks xmlns:a="http://schemas.openxmlformats.org/drawingml/2006/main" noGrp="1"/>
          </p:cNvSpPr>
          <p:nvPr/>
        </p:nvSpPr>
        <p:spPr>
          <a:xfrm xmlns:a="http://schemas.openxmlformats.org/drawingml/2006/main">
            <a:off x="5991225" y="3086100"/>
            <a:ext cx="22002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UI · 코드 · 배포</a:t>
            </a:r>
          </a:p>
        </p:txBody>
      </p:sp>
      <p:pic>
        <p:nvPicPr>
          <p:cNvPr id="20" name="">
            <a:extLst xmlns:a="http://schemas.openxmlformats.org/drawingml/2006/main">
              <a:ext uri="{FF2B5EF4-FFF2-40B4-BE49-F238E27FC236}">
                <a16:creationId xmlns:a16="http://schemas.microsoft.com/office/drawing/2014/main" id="{9E79E756-1095-4A7D-995A-C6FA7A503077}"/>
              </a:ext>
            </a:extLst>
          </p:cNvPr>
          <p:cNvPicPr>
            <a:picLocks xmlns:a="http://schemas.openxmlformats.org/drawingml/2006/main" noChangeAspect="1"/>
          </p:cNvPicPr>
          <p:nvPr/>
        </p:nvPicPr>
        <p:blipFill>
          <a:blip xmlns:r="http://schemas.openxmlformats.org/officeDocument/2006/relationships" xmlns:a="http://schemas.openxmlformats.org/drawingml/2006/main" r:embed="R85ba3a1e12c84902"/>
          <a:stretch xmlns:a="http://schemas.openxmlformats.org/drawingml/2006/main"/>
        </p:blipFill>
        <p:spPr>
          <a:xfrm xmlns:a="http://schemas.openxmlformats.org/drawingml/2006/main">
            <a:off x="5995988" y="3824288"/>
            <a:ext cx="447675" cy="447675"/>
          </a:xfrm>
          <a:prstGeom xmlns:a="http://schemas.openxmlformats.org/drawingml/2006/main" prst="rect">
            <a:avLst/>
          </a:prstGeom>
        </p:spPr>
      </p:pic>
      <p:sp>
        <p:nvSpPr>
          <p:cNvPr id="21" name="테스트 · UI 검수">
            <a:extLst xmlns:a="http://schemas.openxmlformats.org/drawingml/2006/main">
              <a:ext uri="{FF2B5EF4-FFF2-40B4-BE49-F238E27FC236}">
                <a16:creationId xmlns:a16="http://schemas.microsoft.com/office/drawing/2014/main" id="{A63FA80F-1753-4AA8-AD50-43E587D60EBD}"/>
              </a:ext>
            </a:extLst>
          </p:cNvPr>
          <p:cNvSpPr>
            <a:spLocks xmlns:a="http://schemas.openxmlformats.org/drawingml/2006/main" noGrp="1"/>
          </p:cNvSpPr>
          <p:nvPr/>
        </p:nvSpPr>
        <p:spPr>
          <a:xfrm xmlns:a="http://schemas.openxmlformats.org/drawingml/2006/main">
            <a:off x="5114925" y="4629150"/>
            <a:ext cx="22288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테스트 · UI 검수</a:t>
            </a:r>
          </a:p>
        </p:txBody>
      </p:sp>
      <p:pic>
        <p:nvPicPr>
          <p:cNvPr id="22" name="">
            <a:extLst xmlns:a="http://schemas.openxmlformats.org/drawingml/2006/main">
              <a:ext uri="{FF2B5EF4-FFF2-40B4-BE49-F238E27FC236}">
                <a16:creationId xmlns:a16="http://schemas.microsoft.com/office/drawing/2014/main" id="{15F16A59-66F0-4405-8E66-F0178C690125}"/>
              </a:ext>
            </a:extLst>
          </p:cNvPr>
          <p:cNvPicPr>
            <a:picLocks xmlns:a="http://schemas.openxmlformats.org/drawingml/2006/main" noChangeAspect="1"/>
          </p:cNvPicPr>
          <p:nvPr/>
        </p:nvPicPr>
        <p:blipFill>
          <a:blip xmlns:r="http://schemas.openxmlformats.org/officeDocument/2006/relationships" xmlns:a="http://schemas.openxmlformats.org/drawingml/2006/main" r:embed="Rcbec87927a304501"/>
          <a:stretch xmlns:a="http://schemas.openxmlformats.org/drawingml/2006/main"/>
        </p:blipFill>
        <p:spPr>
          <a:xfrm xmlns:a="http://schemas.openxmlformats.org/drawingml/2006/main">
            <a:off x="2700338" y="3824288"/>
            <a:ext cx="447675" cy="447675"/>
          </a:xfrm>
          <a:prstGeom xmlns:a="http://schemas.openxmlformats.org/drawingml/2006/main" prst="rect">
            <a:avLst/>
          </a:prstGeom>
        </p:spPr>
      </p:pic>
      <p:sp>
        <p:nvSpPr>
          <p:cNvPr id="23" name="법령 · 판례 · 필지">
            <a:extLst xmlns:a="http://schemas.openxmlformats.org/drawingml/2006/main">
              <a:ext uri="{FF2B5EF4-FFF2-40B4-BE49-F238E27FC236}">
                <a16:creationId xmlns:a16="http://schemas.microsoft.com/office/drawing/2014/main" id="{616F8DBE-D14C-4E98-BE37-6E07B0E86D0B}"/>
              </a:ext>
            </a:extLst>
          </p:cNvPr>
          <p:cNvSpPr>
            <a:spLocks xmlns:a="http://schemas.openxmlformats.org/drawingml/2006/main" noGrp="1"/>
          </p:cNvSpPr>
          <p:nvPr/>
        </p:nvSpPr>
        <p:spPr>
          <a:xfrm xmlns:a="http://schemas.openxmlformats.org/drawingml/2006/main">
            <a:off x="1714500" y="4629150"/>
            <a:ext cx="2438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법령 · 판례 · 필지</a:t>
            </a:r>
          </a:p>
        </p:txBody>
      </p:sp>
      <p:pic>
        <p:nvPicPr>
          <p:cNvPr id="24" name="">
            <a:extLst xmlns:a="http://schemas.openxmlformats.org/drawingml/2006/main">
              <a:ext uri="{FF2B5EF4-FFF2-40B4-BE49-F238E27FC236}">
                <a16:creationId xmlns:a16="http://schemas.microsoft.com/office/drawing/2014/main" id="{3550A825-9D4D-4324-B622-9739B0EBE72E}"/>
              </a:ext>
            </a:extLst>
          </p:cNvPr>
          <p:cNvPicPr>
            <a:picLocks xmlns:a="http://schemas.openxmlformats.org/drawingml/2006/main" noChangeAspect="1"/>
          </p:cNvPicPr>
          <p:nvPr/>
        </p:nvPicPr>
        <p:blipFill>
          <a:blip xmlns:r="http://schemas.openxmlformats.org/officeDocument/2006/relationships" xmlns:a="http://schemas.openxmlformats.org/drawingml/2006/main" r:embed="R06fd72664ef14426"/>
          <a:stretch xmlns:a="http://schemas.openxmlformats.org/drawingml/2006/main"/>
        </p:blipFill>
        <p:spPr>
          <a:xfrm xmlns:a="http://schemas.openxmlformats.org/drawingml/2006/main">
            <a:off x="1852613" y="2271713"/>
            <a:ext cx="447675" cy="447675"/>
          </a:xfrm>
          <a:prstGeom xmlns:a="http://schemas.openxmlformats.org/drawingml/2006/main" prst="rect">
            <a:avLst/>
          </a:prstGeom>
        </p:spPr>
      </p:pic>
      <p:sp>
        <p:nvSpPr>
          <p:cNvPr id="25" name="통화 전사">
            <a:extLst xmlns:a="http://schemas.openxmlformats.org/drawingml/2006/main">
              <a:ext uri="{FF2B5EF4-FFF2-40B4-BE49-F238E27FC236}">
                <a16:creationId xmlns:a16="http://schemas.microsoft.com/office/drawing/2014/main" id="{8321FE4D-ED79-4CE5-9DFE-814050E66369}"/>
              </a:ext>
            </a:extLst>
          </p:cNvPr>
          <p:cNvSpPr>
            <a:spLocks xmlns:a="http://schemas.openxmlformats.org/drawingml/2006/main" noGrp="1"/>
          </p:cNvSpPr>
          <p:nvPr/>
        </p:nvSpPr>
        <p:spPr>
          <a:xfrm xmlns:a="http://schemas.openxmlformats.org/drawingml/2006/main">
            <a:off x="942975" y="3086100"/>
            <a:ext cx="22669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650" b="1">
                <a:solidFill>
                  <a:srgbClr val="183E35"/>
                </a:solidFill>
                <a:latin typeface="Pretendard"/>
                <a:ea typeface="Pretendard"/>
                <a:cs typeface="Pretendard"/>
              </a:defRPr>
            </a:defPPr>
          </a:lstStyle>
          <a:p xmlns:a="http://schemas.openxmlformats.org/drawingml/2006/main">
            <a:pPr algn="ctr">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통화 전사</a:t>
            </a:r>
          </a:p>
        </p:txBody>
      </p:sp>
    </p:spTree>
    <p:extLst>
      <p:ext uri="{BB962C8B-B14F-4D97-AF65-F5344CB8AC3E}">
        <p14:creationId xmlns:p14="http://schemas.microsoft.com/office/powerpoint/2010/main" val="1756062196"/>
      </p:ext>
    </p:extLst>
  </p:cSld>
</p:sld>
</file>

<file path=ppt/slides/slide2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8" name="서비스 구조">
            <a:extLst xmlns:a="http://schemas.openxmlformats.org/drawingml/2006/main">
              <a:ext uri="{FF2B5EF4-FFF2-40B4-BE49-F238E27FC236}">
                <a16:creationId xmlns:a16="http://schemas.microsoft.com/office/drawing/2014/main" id="{C72CA0E7-EFFF-41EB-A5B5-64D435613881}"/>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서비스 구조</a:t>
            </a:r>
          </a:p>
        </p:txBody>
      </p:sp>
      <p:sp>
        <p:nvSpPr>
          <p:cNvPr id="2" name="CLJS 모듈러 모놀리스">
            <a:extLst xmlns:a="http://schemas.openxmlformats.org/drawingml/2006/main">
              <a:ext uri="{FF2B5EF4-FFF2-40B4-BE49-F238E27FC236}">
                <a16:creationId xmlns:a16="http://schemas.microsoft.com/office/drawing/2014/main" id="{20251565-341F-4A86-A565-1E269495CD78}"/>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CLJS 모듈러 모놀리스</a:t>
            </a:r>
          </a:p>
        </p:txBody>
      </p:sp>
      <p:sp>
        <p:nvSpPr>
          <p:cNvPr id="3" name="24">
            <a:extLst xmlns:a="http://schemas.openxmlformats.org/drawingml/2006/main">
              <a:ext uri="{FF2B5EF4-FFF2-40B4-BE49-F238E27FC236}">
                <a16:creationId xmlns:a16="http://schemas.microsoft.com/office/drawing/2014/main" id="{5974FD4C-4DFE-4C15-9602-9195FDFA05F8}"/>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24</a:t>
            </a:r>
          </a:p>
        </p:txBody>
      </p:sp>
      <p:sp>
        <p:nvSpPr>
          <p:cNvPr id="4" name="">
            <a:extLst xmlns:a="http://schemas.openxmlformats.org/drawingml/2006/main">
              <a:ext uri="{FF2B5EF4-FFF2-40B4-BE49-F238E27FC236}">
                <a16:creationId xmlns:a16="http://schemas.microsoft.com/office/drawing/2014/main" id="{CE07D5AB-AC4B-4291-A504-3002680D04E8}"/>
              </a:ext>
            </a:extLst>
          </p:cNvPr>
          <p:cNvSpPr>
            <a:spLocks xmlns:a="http://schemas.openxmlformats.org/drawingml/2006/main" noGrp="1"/>
          </p:cNvSpPr>
          <p:nvPr/>
        </p:nvSpPr>
        <p:spPr>
          <a:xfrm xmlns:a="http://schemas.openxmlformats.org/drawingml/2006/main">
            <a:off x="495300" y="1466850"/>
            <a:ext cx="8115300" cy="3152775"/>
          </a:xfrm>
          <a:prstGeom xmlns:a="http://schemas.openxmlformats.org/drawingml/2006/main" prst="roundRect">
            <a:avLst>
              <a:gd name="adj" fmla="val 2417"/>
            </a:avLst>
          </a:prstGeom>
          <a:noFill xmlns:a="http://schemas.openxmlformats.org/drawingml/2006/main"/>
          <a:ln xmlns:a="http://schemas.openxmlformats.org/drawingml/2006/main" w="19050">
            <a:solidFill>
              <a:srgbClr val="D2DCD6"/>
            </a:solidFill>
          </a:ln>
        </p:spPr>
      </p:sp>
      <p:sp>
        <p:nvSpPr>
          <p:cNvPr id="5" name="Sites">
            <a:extLst xmlns:a="http://schemas.openxmlformats.org/drawingml/2006/main">
              <a:ext uri="{FF2B5EF4-FFF2-40B4-BE49-F238E27FC236}">
                <a16:creationId xmlns:a16="http://schemas.microsoft.com/office/drawing/2014/main" id="{457BA4FA-5310-4511-A60F-2AC1706A8731}"/>
              </a:ext>
            </a:extLst>
          </p:cNvPr>
          <p:cNvSpPr>
            <a:spLocks xmlns:a="http://schemas.openxmlformats.org/drawingml/2006/main" noGrp="1"/>
          </p:cNvSpPr>
          <p:nvPr/>
        </p:nvSpPr>
        <p:spPr>
          <a:xfrm xmlns:a="http://schemas.openxmlformats.org/drawingml/2006/main">
            <a:off x="695325" y="1581150"/>
            <a:ext cx="7477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100" b="1">
                <a:solidFill>
                  <a:srgbClr val="183E35"/>
                </a:solidFill>
                <a:latin typeface="Pretendard"/>
                <a:ea typeface="Pretendard"/>
                <a:cs typeface="Pretendard"/>
              </a:defRPr>
            </a:defPPr>
          </a:lstStyle>
          <a:p xmlns:a="http://schemas.openxmlformats.org/drawingml/2006/main">
            <a:pPr algn="l">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Sites</a:t>
            </a:r>
          </a:p>
        </p:txBody>
      </p:sp>
      <p:sp>
        <p:nvSpPr>
          <p:cNvPr id="6" name="">
            <a:extLst xmlns:a="http://schemas.openxmlformats.org/drawingml/2006/main">
              <a:ext uri="{FF2B5EF4-FFF2-40B4-BE49-F238E27FC236}">
                <a16:creationId xmlns:a16="http://schemas.microsoft.com/office/drawing/2014/main" id="{B39EEEB2-1DE8-4FCB-95A6-A8A489418666}"/>
              </a:ext>
            </a:extLst>
          </p:cNvPr>
          <p:cNvSpPr>
            <a:spLocks xmlns:a="http://schemas.openxmlformats.org/drawingml/2006/main" noGrp="1"/>
          </p:cNvSpPr>
          <p:nvPr/>
        </p:nvSpPr>
        <p:spPr>
          <a:xfrm xmlns:a="http://schemas.openxmlformats.org/drawingml/2006/main">
            <a:off x="1143000" y="2486025"/>
            <a:ext cx="1266825" cy="1266825"/>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7" name="">
            <a:extLst xmlns:a="http://schemas.openxmlformats.org/drawingml/2006/main">
              <a:ext uri="{FF2B5EF4-FFF2-40B4-BE49-F238E27FC236}">
                <a16:creationId xmlns:a16="http://schemas.microsoft.com/office/drawing/2014/main" id="{9BB7650F-FB03-4DD1-BE1E-53FD56320478}"/>
              </a:ext>
            </a:extLst>
          </p:cNvPr>
          <p:cNvPicPr>
            <a:picLocks xmlns:a="http://schemas.openxmlformats.org/drawingml/2006/main" noChangeAspect="1"/>
          </p:cNvPicPr>
          <p:nvPr/>
        </p:nvPicPr>
        <p:blipFill>
          <a:blip xmlns:r="http://schemas.openxmlformats.org/officeDocument/2006/relationships" xmlns:a="http://schemas.openxmlformats.org/drawingml/2006/main" r:embed="R14f199afc58640ad"/>
          <a:stretch xmlns:a="http://schemas.openxmlformats.org/drawingml/2006/main"/>
        </p:blipFill>
        <p:spPr>
          <a:xfrm xmlns:a="http://schemas.openxmlformats.org/drawingml/2006/main">
            <a:off x="1466850" y="2771775"/>
            <a:ext cx="628650" cy="628650"/>
          </a:xfrm>
          <a:prstGeom xmlns:a="http://schemas.openxmlformats.org/drawingml/2006/main" prst="rect">
            <a:avLst/>
          </a:prstGeom>
        </p:spPr>
      </p:pic>
      <p:sp>
        <p:nvSpPr>
          <p:cNvPr id="8" name="웹 화면">
            <a:extLst xmlns:a="http://schemas.openxmlformats.org/drawingml/2006/main">
              <a:ext uri="{FF2B5EF4-FFF2-40B4-BE49-F238E27FC236}">
                <a16:creationId xmlns:a16="http://schemas.microsoft.com/office/drawing/2014/main" id="{3EEF1987-2C75-4E48-B532-E94F71BF713B}"/>
              </a:ext>
            </a:extLst>
          </p:cNvPr>
          <p:cNvSpPr>
            <a:spLocks xmlns:a="http://schemas.openxmlformats.org/drawingml/2006/main" noGrp="1"/>
          </p:cNvSpPr>
          <p:nvPr/>
        </p:nvSpPr>
        <p:spPr>
          <a:xfrm xmlns:a="http://schemas.openxmlformats.org/drawingml/2006/main">
            <a:off x="952500" y="4010025"/>
            <a:ext cx="1676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950" b="1">
                <a:solidFill>
                  <a:srgbClr val="183E35"/>
                </a:solidFill>
                <a:latin typeface="Pretendard"/>
                <a:ea typeface="Pretendard"/>
                <a:cs typeface="Pretendard"/>
              </a:defRPr>
            </a:defPPr>
          </a:lstStyle>
          <a:p xmlns:a="http://schemas.openxmlformats.org/drawingml/2006/main">
            <a:pPr algn="ctr">
              <a:defRPr sz="1950" b="1">
                <a:solidFill>
                  <a:srgbClr val="183E35"/>
                </a:solidFill>
                <a:latin typeface="Pretendard"/>
                <a:ea typeface="Pretendard"/>
                <a:cs typeface="Pretendard"/>
              </a:defRPr>
            </a:pPr>
            <a:r>
              <a:rPr sz="1950" b="1">
                <a:solidFill>
                  <a:srgbClr val="183E35"/>
                </a:solidFill>
                <a:latin typeface="Pretendard"/>
                <a:ea typeface="Pretendard"/>
                <a:cs typeface="Pretendard"/>
              </a:rPr>
              <a:t>웹 화면</a:t>
            </a:r>
          </a:p>
        </p:txBody>
      </p:sp>
      <p:sp>
        <p:nvSpPr>
          <p:cNvPr id="9" name="">
            <a:extLst xmlns:a="http://schemas.openxmlformats.org/drawingml/2006/main">
              <a:ext uri="{FF2B5EF4-FFF2-40B4-BE49-F238E27FC236}">
                <a16:creationId xmlns:a16="http://schemas.microsoft.com/office/drawing/2014/main" id="{0A59AC07-D652-4ABF-89AB-AC7CFC6F2F42}"/>
              </a:ext>
            </a:extLst>
          </p:cNvPr>
          <p:cNvSpPr>
            <a:spLocks xmlns:a="http://schemas.openxmlformats.org/drawingml/2006/main" noGrp="1"/>
          </p:cNvSpPr>
          <p:nvPr/>
        </p:nvSpPr>
        <p:spPr>
          <a:xfrm xmlns:a="http://schemas.openxmlformats.org/drawingml/2006/main">
            <a:off x="2686050" y="3048000"/>
            <a:ext cx="4476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FC5F8D07-E0F2-4D1E-A7EC-73D2E7A79BF8}"/>
              </a:ext>
            </a:extLst>
          </p:cNvPr>
          <p:cNvSpPr>
            <a:spLocks xmlns:a="http://schemas.openxmlformats.org/drawingml/2006/main" noGrp="1"/>
          </p:cNvSpPr>
          <p:nvPr/>
        </p:nvSpPr>
        <p:spPr>
          <a:xfrm xmlns:a="http://schemas.openxmlformats.org/drawingml/2006/main">
            <a:off x="3533775" y="2276475"/>
            <a:ext cx="4438650" cy="1905000"/>
          </a:xfrm>
          <a:prstGeom xmlns:a="http://schemas.openxmlformats.org/drawingml/2006/main" prst="rect">
            <a:avLst/>
          </a:prstGeom>
          <a:solidFill xmlns:a="http://schemas.openxmlformats.org/drawingml/2006/main">
            <a:srgbClr val="DCE7E2"/>
          </a:solidFill>
          <a:ln xmlns:a="http://schemas.openxmlformats.org/drawingml/2006/main" w="0">
            <a:noFill/>
          </a:ln>
        </p:spPr>
      </p:sp>
      <p:sp>
        <p:nvSpPr>
          <p:cNvPr id="11" name="업무 모듈">
            <a:extLst xmlns:a="http://schemas.openxmlformats.org/drawingml/2006/main">
              <a:ext uri="{FF2B5EF4-FFF2-40B4-BE49-F238E27FC236}">
                <a16:creationId xmlns:a16="http://schemas.microsoft.com/office/drawing/2014/main" id="{A1E29BF7-3A17-4C54-9176-8ADF0157DB6C}"/>
              </a:ext>
            </a:extLst>
          </p:cNvPr>
          <p:cNvSpPr>
            <a:spLocks xmlns:a="http://schemas.openxmlformats.org/drawingml/2006/main" noGrp="1"/>
          </p:cNvSpPr>
          <p:nvPr/>
        </p:nvSpPr>
        <p:spPr>
          <a:xfrm xmlns:a="http://schemas.openxmlformats.org/drawingml/2006/main">
            <a:off x="3743325" y="2419350"/>
            <a:ext cx="40386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875" b="1">
                <a:solidFill>
                  <a:srgbClr val="183E35"/>
                </a:solidFill>
                <a:latin typeface="Pretendard"/>
                <a:ea typeface="Pretendard"/>
                <a:cs typeface="Pretendard"/>
              </a:defRPr>
            </a:defPPr>
          </a:lstStyle>
          <a:p xmlns:a="http://schemas.openxmlformats.org/drawingml/2006/main">
            <a:pPr algn="l">
              <a:defRPr sz="1875" b="1">
                <a:solidFill>
                  <a:srgbClr val="183E35"/>
                </a:solidFill>
                <a:latin typeface="Pretendard"/>
                <a:ea typeface="Pretendard"/>
                <a:cs typeface="Pretendard"/>
              </a:defRPr>
            </a:pPr>
            <a:r>
              <a:rPr sz="1875" b="1">
                <a:solidFill>
                  <a:srgbClr val="183E35"/>
                </a:solidFill>
                <a:latin typeface="Pretendard"/>
                <a:ea typeface="Pretendard"/>
                <a:cs typeface="Pretendard"/>
              </a:rPr>
              <a:t>업무 모듈</a:t>
            </a:r>
          </a:p>
        </p:txBody>
      </p:sp>
      <p:sp>
        <p:nvSpPr>
          <p:cNvPr id="12" name="조직">
            <a:extLst xmlns:a="http://schemas.openxmlformats.org/drawingml/2006/main">
              <a:ext uri="{FF2B5EF4-FFF2-40B4-BE49-F238E27FC236}">
                <a16:creationId xmlns:a16="http://schemas.microsoft.com/office/drawing/2014/main" id="{5BA27BB6-27E2-4C37-8AE2-0BABA1306BCB}"/>
              </a:ext>
            </a:extLst>
          </p:cNvPr>
          <p:cNvSpPr>
            <a:spLocks xmlns:a="http://schemas.openxmlformats.org/drawingml/2006/main" noGrp="1"/>
          </p:cNvSpPr>
          <p:nvPr/>
        </p:nvSpPr>
        <p:spPr>
          <a:xfrm xmlns:a="http://schemas.openxmlformats.org/drawingml/2006/main">
            <a:off x="3752850" y="30480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조직</a:t>
            </a:r>
          </a:p>
        </p:txBody>
      </p:sp>
      <p:sp>
        <p:nvSpPr>
          <p:cNvPr id="13" name="재산">
            <a:extLst xmlns:a="http://schemas.openxmlformats.org/drawingml/2006/main">
              <a:ext uri="{FF2B5EF4-FFF2-40B4-BE49-F238E27FC236}">
                <a16:creationId xmlns:a16="http://schemas.microsoft.com/office/drawing/2014/main" id="{E25F766C-3634-44AE-92E5-10EDB431C2CA}"/>
              </a:ext>
            </a:extLst>
          </p:cNvPr>
          <p:cNvSpPr>
            <a:spLocks xmlns:a="http://schemas.openxmlformats.org/drawingml/2006/main" noGrp="1"/>
          </p:cNvSpPr>
          <p:nvPr/>
        </p:nvSpPr>
        <p:spPr>
          <a:xfrm xmlns:a="http://schemas.openxmlformats.org/drawingml/2006/main">
            <a:off x="5124450" y="30480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재산</a:t>
            </a:r>
          </a:p>
        </p:txBody>
      </p:sp>
      <p:sp>
        <p:nvSpPr>
          <p:cNvPr id="14" name="회계">
            <a:extLst xmlns:a="http://schemas.openxmlformats.org/drawingml/2006/main">
              <a:ext uri="{FF2B5EF4-FFF2-40B4-BE49-F238E27FC236}">
                <a16:creationId xmlns:a16="http://schemas.microsoft.com/office/drawing/2014/main" id="{C08B9763-B356-41C5-8F03-62ADB936AC25}"/>
              </a:ext>
            </a:extLst>
          </p:cNvPr>
          <p:cNvSpPr>
            <a:spLocks xmlns:a="http://schemas.openxmlformats.org/drawingml/2006/main" noGrp="1"/>
          </p:cNvSpPr>
          <p:nvPr/>
        </p:nvSpPr>
        <p:spPr>
          <a:xfrm xmlns:a="http://schemas.openxmlformats.org/drawingml/2006/main">
            <a:off x="6496050" y="30480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회계</a:t>
            </a:r>
          </a:p>
        </p:txBody>
      </p:sp>
      <p:sp>
        <p:nvSpPr>
          <p:cNvPr id="15" name="회의">
            <a:extLst xmlns:a="http://schemas.openxmlformats.org/drawingml/2006/main">
              <a:ext uri="{FF2B5EF4-FFF2-40B4-BE49-F238E27FC236}">
                <a16:creationId xmlns:a16="http://schemas.microsoft.com/office/drawing/2014/main" id="{D32C53A2-CB80-49B9-AC43-C94015974498}"/>
              </a:ext>
            </a:extLst>
          </p:cNvPr>
          <p:cNvSpPr>
            <a:spLocks xmlns:a="http://schemas.openxmlformats.org/drawingml/2006/main" noGrp="1"/>
          </p:cNvSpPr>
          <p:nvPr/>
        </p:nvSpPr>
        <p:spPr>
          <a:xfrm xmlns:a="http://schemas.openxmlformats.org/drawingml/2006/main">
            <a:off x="3752850" y="36576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회의</a:t>
            </a:r>
          </a:p>
        </p:txBody>
      </p:sp>
      <p:sp>
        <p:nvSpPr>
          <p:cNvPr id="16" name="문서">
            <a:extLst xmlns:a="http://schemas.openxmlformats.org/drawingml/2006/main">
              <a:ext uri="{FF2B5EF4-FFF2-40B4-BE49-F238E27FC236}">
                <a16:creationId xmlns:a16="http://schemas.microsoft.com/office/drawing/2014/main" id="{B036F562-61D1-43F8-8B21-BF4649AABE75}"/>
              </a:ext>
            </a:extLst>
          </p:cNvPr>
          <p:cNvSpPr>
            <a:spLocks xmlns:a="http://schemas.openxmlformats.org/drawingml/2006/main" noGrp="1"/>
          </p:cNvSpPr>
          <p:nvPr/>
        </p:nvSpPr>
        <p:spPr>
          <a:xfrm xmlns:a="http://schemas.openxmlformats.org/drawingml/2006/main">
            <a:off x="5124450" y="36576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문서</a:t>
            </a:r>
          </a:p>
        </p:txBody>
      </p:sp>
      <p:sp>
        <p:nvSpPr>
          <p:cNvPr id="17" name="법률">
            <a:extLst xmlns:a="http://schemas.openxmlformats.org/drawingml/2006/main">
              <a:ext uri="{FF2B5EF4-FFF2-40B4-BE49-F238E27FC236}">
                <a16:creationId xmlns:a16="http://schemas.microsoft.com/office/drawing/2014/main" id="{B715DF42-9E78-4E16-9492-8D436AB8C80F}"/>
              </a:ext>
            </a:extLst>
          </p:cNvPr>
          <p:cNvSpPr>
            <a:spLocks xmlns:a="http://schemas.openxmlformats.org/drawingml/2006/main" noGrp="1"/>
          </p:cNvSpPr>
          <p:nvPr/>
        </p:nvSpPr>
        <p:spPr>
          <a:xfrm xmlns:a="http://schemas.openxmlformats.org/drawingml/2006/main">
            <a:off x="6496050" y="3657600"/>
            <a:ext cx="12001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75">
                <a:solidFill>
                  <a:srgbClr val="183E35"/>
                </a:solidFill>
                <a:latin typeface="Pretendard"/>
                <a:ea typeface="Pretendard"/>
                <a:cs typeface="Pretendard"/>
              </a:defRPr>
            </a:defPPr>
          </a:lstStyle>
          <a:p xmlns:a="http://schemas.openxmlformats.org/drawingml/2006/main">
            <a:pPr algn="ctr">
              <a:defRPr sz="1875">
                <a:solidFill>
                  <a:srgbClr val="183E35"/>
                </a:solidFill>
                <a:latin typeface="Pretendard"/>
                <a:ea typeface="Pretendard"/>
                <a:cs typeface="Pretendard"/>
              </a:defRPr>
            </a:pPr>
            <a:r>
              <a:rPr sz="1875">
                <a:solidFill>
                  <a:srgbClr val="183E35"/>
                </a:solidFill>
                <a:latin typeface="Pretendard"/>
                <a:ea typeface="Pretendard"/>
                <a:cs typeface="Pretendard"/>
              </a:rPr>
              <a:t>법률</a:t>
            </a:r>
          </a:p>
        </p:txBody>
      </p:sp>
    </p:spTree>
    <p:extLst>
      <p:ext uri="{BB962C8B-B14F-4D97-AF65-F5344CB8AC3E}">
        <p14:creationId xmlns:p14="http://schemas.microsoft.com/office/powerpoint/2010/main" val="554745564"/>
      </p:ext>
    </p:extLst>
  </p:cSld>
</p:sld>
</file>

<file path=ppt/slides/slide25.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7" name="AI 처리 흐름">
            <a:extLst xmlns:a="http://schemas.openxmlformats.org/drawingml/2006/main">
              <a:ext uri="{FF2B5EF4-FFF2-40B4-BE49-F238E27FC236}">
                <a16:creationId xmlns:a16="http://schemas.microsoft.com/office/drawing/2014/main" id="{4E325DA6-0DA7-40B9-B455-60FC3EEC0D3D}"/>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AI 처리 흐름</a:t>
            </a:r>
          </a:p>
        </p:txBody>
      </p:sp>
      <p:sp>
        <p:nvSpPr>
          <p:cNvPr id="2" name="25">
            <a:extLst xmlns:a="http://schemas.openxmlformats.org/drawingml/2006/main">
              <a:ext uri="{FF2B5EF4-FFF2-40B4-BE49-F238E27FC236}">
                <a16:creationId xmlns:a16="http://schemas.microsoft.com/office/drawing/2014/main" id="{EAB0E829-76B2-4D3E-AF37-F703DE4A3370}"/>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25</a:t>
            </a:r>
          </a:p>
        </p:txBody>
      </p:sp>
      <p:sp>
        <p:nvSpPr>
          <p:cNvPr id="3" name="">
            <a:extLst xmlns:a="http://schemas.openxmlformats.org/drawingml/2006/main">
              <a:ext uri="{FF2B5EF4-FFF2-40B4-BE49-F238E27FC236}">
                <a16:creationId xmlns:a16="http://schemas.microsoft.com/office/drawing/2014/main" id="{62254D33-2C17-4CED-B199-4AE5F9A5EB69}"/>
              </a:ext>
            </a:extLst>
          </p:cNvPr>
          <p:cNvSpPr>
            <a:spLocks xmlns:a="http://schemas.openxmlformats.org/drawingml/2006/main" noGrp="1"/>
          </p:cNvSpPr>
          <p:nvPr/>
        </p:nvSpPr>
        <p:spPr>
          <a:xfrm xmlns:a="http://schemas.openxmlformats.org/drawingml/2006/main">
            <a:off x="1000125" y="175260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7A581FE8-B0F6-4A5D-A60D-FC545F36EB73}"/>
              </a:ext>
            </a:extLst>
          </p:cNvPr>
          <p:cNvPicPr>
            <a:picLocks xmlns:a="http://schemas.openxmlformats.org/drawingml/2006/main" noChangeAspect="1"/>
          </p:cNvPicPr>
          <p:nvPr/>
        </p:nvPicPr>
        <p:blipFill>
          <a:blip xmlns:r="http://schemas.openxmlformats.org/officeDocument/2006/relationships" xmlns:a="http://schemas.openxmlformats.org/drawingml/2006/main" r:embed="R5136d03caa9648f8"/>
          <a:stretch xmlns:a="http://schemas.openxmlformats.org/drawingml/2006/main"/>
        </p:blipFill>
        <p:spPr>
          <a:xfrm xmlns:a="http://schemas.openxmlformats.org/drawingml/2006/main">
            <a:off x="1400175" y="2114550"/>
            <a:ext cx="657225" cy="657225"/>
          </a:xfrm>
          <a:prstGeom xmlns:a="http://schemas.openxmlformats.org/drawingml/2006/main" prst="rect">
            <a:avLst/>
          </a:prstGeom>
        </p:spPr>
      </p:pic>
      <p:sp>
        <p:nvSpPr>
          <p:cNvPr id="5" name="Whisper">
            <a:extLst xmlns:a="http://schemas.openxmlformats.org/drawingml/2006/main">
              <a:ext uri="{FF2B5EF4-FFF2-40B4-BE49-F238E27FC236}">
                <a16:creationId xmlns:a16="http://schemas.microsoft.com/office/drawing/2014/main" id="{56C5119C-F1BE-44A0-9902-5728538CA50F}"/>
              </a:ext>
            </a:extLst>
          </p:cNvPr>
          <p:cNvSpPr>
            <a:spLocks xmlns:a="http://schemas.openxmlformats.org/drawingml/2006/main" noGrp="1"/>
          </p:cNvSpPr>
          <p:nvPr/>
        </p:nvSpPr>
        <p:spPr>
          <a:xfrm xmlns:a="http://schemas.openxmlformats.org/drawingml/2006/main">
            <a:off x="695325" y="3419475"/>
            <a:ext cx="205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183E35"/>
                </a:solidFill>
                <a:latin typeface="Pretendard"/>
                <a:ea typeface="Pretendard"/>
                <a:cs typeface="Pretendard"/>
              </a:defRPr>
            </a:defPPr>
          </a:lstStyle>
          <a:p xmlns:a="http://schemas.openxmlformats.org/drawingml/2006/main">
            <a:pPr algn="ctr">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Whisper</a:t>
            </a:r>
          </a:p>
        </p:txBody>
      </p:sp>
      <p:sp>
        <p:nvSpPr>
          <p:cNvPr id="6" name="전사">
            <a:extLst xmlns:a="http://schemas.openxmlformats.org/drawingml/2006/main">
              <a:ext uri="{FF2B5EF4-FFF2-40B4-BE49-F238E27FC236}">
                <a16:creationId xmlns:a16="http://schemas.microsoft.com/office/drawing/2014/main" id="{E4E29482-797B-40E0-BF78-8AA8E511D4BD}"/>
              </a:ext>
            </a:extLst>
          </p:cNvPr>
          <p:cNvSpPr>
            <a:spLocks xmlns:a="http://schemas.openxmlformats.org/drawingml/2006/main" noGrp="1"/>
          </p:cNvSpPr>
          <p:nvPr/>
        </p:nvSpPr>
        <p:spPr>
          <a:xfrm xmlns:a="http://schemas.openxmlformats.org/drawingml/2006/main">
            <a:off x="447675" y="40671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a:solidFill>
                  <a:srgbClr val="567D89"/>
                </a:solidFill>
                <a:latin typeface="Pretendard"/>
                <a:ea typeface="Pretendard"/>
                <a:cs typeface="Pretendard"/>
              </a:defRPr>
            </a:defPPr>
          </a:lstStyle>
          <a:p xmlns:a="http://schemas.openxmlformats.org/drawingml/2006/main">
            <a:pPr algn="ctr">
              <a:defRPr sz="1725">
                <a:solidFill>
                  <a:srgbClr val="567D89"/>
                </a:solidFill>
                <a:latin typeface="Pretendard"/>
                <a:ea typeface="Pretendard"/>
                <a:cs typeface="Pretendard"/>
              </a:defRPr>
            </a:pPr>
            <a:r>
              <a:rPr sz="1725">
                <a:solidFill>
                  <a:srgbClr val="567D89"/>
                </a:solidFill>
                <a:latin typeface="Pretendard"/>
                <a:ea typeface="Pretendard"/>
                <a:cs typeface="Pretendard"/>
              </a:rPr>
              <a:t>전사</a:t>
            </a:r>
          </a:p>
        </p:txBody>
      </p:sp>
      <p:sp>
        <p:nvSpPr>
          <p:cNvPr id="7" name="">
            <a:extLst xmlns:a="http://schemas.openxmlformats.org/drawingml/2006/main">
              <a:ext uri="{FF2B5EF4-FFF2-40B4-BE49-F238E27FC236}">
                <a16:creationId xmlns:a16="http://schemas.microsoft.com/office/drawing/2014/main" id="{2118C110-1563-4FC5-9F24-125ECBBD119F}"/>
              </a:ext>
            </a:extLst>
          </p:cNvPr>
          <p:cNvSpPr>
            <a:spLocks xmlns:a="http://schemas.openxmlformats.org/drawingml/2006/main" noGrp="1"/>
          </p:cNvSpPr>
          <p:nvPr/>
        </p:nvSpPr>
        <p:spPr>
          <a:xfrm xmlns:a="http://schemas.openxmlformats.org/drawingml/2006/main">
            <a:off x="2790825" y="2409825"/>
            <a:ext cx="476250"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B7705A20-EA11-402E-862A-A29DBC6EC98E}"/>
              </a:ext>
            </a:extLst>
          </p:cNvPr>
          <p:cNvSpPr>
            <a:spLocks xmlns:a="http://schemas.openxmlformats.org/drawingml/2006/main" noGrp="1"/>
          </p:cNvSpPr>
          <p:nvPr/>
        </p:nvSpPr>
        <p:spPr>
          <a:xfrm xmlns:a="http://schemas.openxmlformats.org/drawingml/2006/main">
            <a:off x="3819525" y="1752600"/>
            <a:ext cx="1447800" cy="144780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AF7C0F02-ED6B-48A9-A9C9-6B7EF189475F}"/>
              </a:ext>
            </a:extLst>
          </p:cNvPr>
          <p:cNvPicPr>
            <a:picLocks xmlns:a="http://schemas.openxmlformats.org/drawingml/2006/main" noChangeAspect="1"/>
          </p:cNvPicPr>
          <p:nvPr/>
        </p:nvPicPr>
        <p:blipFill>
          <a:blip xmlns:r="http://schemas.openxmlformats.org/officeDocument/2006/relationships" xmlns:a="http://schemas.openxmlformats.org/drawingml/2006/main" r:embed="R34e9ed5eee0d4021"/>
          <a:stretch xmlns:a="http://schemas.openxmlformats.org/drawingml/2006/main"/>
        </p:blipFill>
        <p:spPr>
          <a:xfrm xmlns:a="http://schemas.openxmlformats.org/drawingml/2006/main">
            <a:off x="4219575" y="2114550"/>
            <a:ext cx="657225" cy="657225"/>
          </a:xfrm>
          <a:prstGeom xmlns:a="http://schemas.openxmlformats.org/drawingml/2006/main" prst="rect">
            <a:avLst/>
          </a:prstGeom>
        </p:spPr>
      </p:pic>
      <p:sp>
        <p:nvSpPr>
          <p:cNvPr id="10" name="System 1">
            <a:extLst xmlns:a="http://schemas.openxmlformats.org/drawingml/2006/main">
              <a:ext uri="{FF2B5EF4-FFF2-40B4-BE49-F238E27FC236}">
                <a16:creationId xmlns:a16="http://schemas.microsoft.com/office/drawing/2014/main" id="{3CEFA5AA-2798-4ACD-814F-F5FD0C560BFB}"/>
              </a:ext>
            </a:extLst>
          </p:cNvPr>
          <p:cNvSpPr>
            <a:spLocks xmlns:a="http://schemas.openxmlformats.org/drawingml/2006/main" noGrp="1"/>
          </p:cNvSpPr>
          <p:nvPr/>
        </p:nvSpPr>
        <p:spPr>
          <a:xfrm xmlns:a="http://schemas.openxmlformats.org/drawingml/2006/main">
            <a:off x="3514725" y="3419475"/>
            <a:ext cx="205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183E35"/>
                </a:solidFill>
                <a:latin typeface="Pretendard"/>
                <a:ea typeface="Pretendard"/>
                <a:cs typeface="Pretendard"/>
              </a:defRPr>
            </a:defPPr>
          </a:lstStyle>
          <a:p xmlns:a="http://schemas.openxmlformats.org/drawingml/2006/main">
            <a:pPr algn="ctr">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System 1</a:t>
            </a:r>
          </a:p>
        </p:txBody>
      </p:sp>
      <p:sp>
        <p:nvSpPr>
          <p:cNvPr id="11" name="모델 선택 · 매칭 추천">
            <a:extLst xmlns:a="http://schemas.openxmlformats.org/drawingml/2006/main">
              <a:ext uri="{FF2B5EF4-FFF2-40B4-BE49-F238E27FC236}">
                <a16:creationId xmlns:a16="http://schemas.microsoft.com/office/drawing/2014/main" id="{9F4CDB93-BA4A-4681-BB2E-A6BD8AAB4573}"/>
              </a:ext>
            </a:extLst>
          </p:cNvPr>
          <p:cNvSpPr>
            <a:spLocks xmlns:a="http://schemas.openxmlformats.org/drawingml/2006/main" noGrp="1"/>
          </p:cNvSpPr>
          <p:nvPr/>
        </p:nvSpPr>
        <p:spPr>
          <a:xfrm xmlns:a="http://schemas.openxmlformats.org/drawingml/2006/main">
            <a:off x="3267075" y="40671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a:solidFill>
                  <a:srgbClr val="567D89"/>
                </a:solidFill>
                <a:latin typeface="Pretendard"/>
                <a:ea typeface="Pretendard"/>
                <a:cs typeface="Pretendard"/>
              </a:defRPr>
            </a:defPPr>
          </a:lstStyle>
          <a:p xmlns:a="http://schemas.openxmlformats.org/drawingml/2006/main">
            <a:pPr algn="ctr">
              <a:defRPr sz="1725">
                <a:solidFill>
                  <a:srgbClr val="567D89"/>
                </a:solidFill>
                <a:latin typeface="Pretendard"/>
                <a:ea typeface="Pretendard"/>
                <a:cs typeface="Pretendard"/>
              </a:defRPr>
            </a:pPr>
            <a:r>
              <a:rPr sz="1725">
                <a:solidFill>
                  <a:srgbClr val="567D89"/>
                </a:solidFill>
                <a:latin typeface="Pretendard"/>
                <a:ea typeface="Pretendard"/>
                <a:cs typeface="Pretendard"/>
              </a:rPr>
              <a:t>모델 선택 · 매칭 추천</a:t>
            </a:r>
          </a:p>
        </p:txBody>
      </p:sp>
      <p:sp>
        <p:nvSpPr>
          <p:cNvPr id="12" name="">
            <a:extLst xmlns:a="http://schemas.openxmlformats.org/drawingml/2006/main">
              <a:ext uri="{FF2B5EF4-FFF2-40B4-BE49-F238E27FC236}">
                <a16:creationId xmlns:a16="http://schemas.microsoft.com/office/drawing/2014/main" id="{D1FEEB11-0370-44E6-8CC3-F61057834FB8}"/>
              </a:ext>
            </a:extLst>
          </p:cNvPr>
          <p:cNvSpPr>
            <a:spLocks xmlns:a="http://schemas.openxmlformats.org/drawingml/2006/main" noGrp="1"/>
          </p:cNvSpPr>
          <p:nvPr/>
        </p:nvSpPr>
        <p:spPr>
          <a:xfrm xmlns:a="http://schemas.openxmlformats.org/drawingml/2006/main">
            <a:off x="5610225" y="2409825"/>
            <a:ext cx="476250"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8A93A3E-65B8-46DA-899C-E620291FAA53}"/>
              </a:ext>
            </a:extLst>
          </p:cNvPr>
          <p:cNvSpPr>
            <a:spLocks xmlns:a="http://schemas.openxmlformats.org/drawingml/2006/main" noGrp="1"/>
          </p:cNvSpPr>
          <p:nvPr/>
        </p:nvSpPr>
        <p:spPr>
          <a:xfrm xmlns:a="http://schemas.openxmlformats.org/drawingml/2006/main">
            <a:off x="6638925" y="175260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216317E6-8339-423B-B1AA-EBE71CE370D3}"/>
              </a:ext>
            </a:extLst>
          </p:cNvPr>
          <p:cNvPicPr>
            <a:picLocks xmlns:a="http://schemas.openxmlformats.org/drawingml/2006/main" noChangeAspect="1"/>
          </p:cNvPicPr>
          <p:nvPr/>
        </p:nvPicPr>
        <p:blipFill>
          <a:blip xmlns:r="http://schemas.openxmlformats.org/officeDocument/2006/relationships" xmlns:a="http://schemas.openxmlformats.org/drawingml/2006/main" r:embed="R658639c951f942bb"/>
          <a:stretch xmlns:a="http://schemas.openxmlformats.org/drawingml/2006/main"/>
        </p:blipFill>
        <p:spPr>
          <a:xfrm xmlns:a="http://schemas.openxmlformats.org/drawingml/2006/main">
            <a:off x="7038975" y="2114550"/>
            <a:ext cx="657225" cy="657225"/>
          </a:xfrm>
          <a:prstGeom xmlns:a="http://schemas.openxmlformats.org/drawingml/2006/main" prst="rect">
            <a:avLst/>
          </a:prstGeom>
        </p:spPr>
      </p:pic>
      <p:sp>
        <p:nvSpPr>
          <p:cNvPr id="15" name="고지능 LLM">
            <a:extLst xmlns:a="http://schemas.openxmlformats.org/drawingml/2006/main">
              <a:ext uri="{FF2B5EF4-FFF2-40B4-BE49-F238E27FC236}">
                <a16:creationId xmlns:a16="http://schemas.microsoft.com/office/drawing/2014/main" id="{AC383F03-ECCE-40EB-A2CB-F4B6D397508E}"/>
              </a:ext>
            </a:extLst>
          </p:cNvPr>
          <p:cNvSpPr>
            <a:spLocks xmlns:a="http://schemas.openxmlformats.org/drawingml/2006/main" noGrp="1"/>
          </p:cNvSpPr>
          <p:nvPr/>
        </p:nvSpPr>
        <p:spPr>
          <a:xfrm xmlns:a="http://schemas.openxmlformats.org/drawingml/2006/main">
            <a:off x="6334125" y="3419475"/>
            <a:ext cx="2057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75" b="1">
                <a:solidFill>
                  <a:srgbClr val="183E35"/>
                </a:solidFill>
                <a:latin typeface="Pretendard"/>
                <a:ea typeface="Pretendard"/>
                <a:cs typeface="Pretendard"/>
              </a:defRPr>
            </a:defPPr>
          </a:lstStyle>
          <a:p xmlns:a="http://schemas.openxmlformats.org/drawingml/2006/main">
            <a:pPr algn="ctr">
              <a:defRPr sz="2175" b="1">
                <a:solidFill>
                  <a:srgbClr val="183E35"/>
                </a:solidFill>
                <a:latin typeface="Pretendard"/>
                <a:ea typeface="Pretendard"/>
                <a:cs typeface="Pretendard"/>
              </a:defRPr>
            </a:pPr>
            <a:r>
              <a:rPr sz="2175" b="1">
                <a:solidFill>
                  <a:srgbClr val="183E35"/>
                </a:solidFill>
                <a:latin typeface="Pretendard"/>
                <a:ea typeface="Pretendard"/>
                <a:cs typeface="Pretendard"/>
              </a:rPr>
              <a:t>고지능 LLM</a:t>
            </a:r>
          </a:p>
        </p:txBody>
      </p:sp>
      <p:sp>
        <p:nvSpPr>
          <p:cNvPr id="16" name="분석">
            <a:extLst xmlns:a="http://schemas.openxmlformats.org/drawingml/2006/main">
              <a:ext uri="{FF2B5EF4-FFF2-40B4-BE49-F238E27FC236}">
                <a16:creationId xmlns:a16="http://schemas.microsoft.com/office/drawing/2014/main" id="{97AEC6D3-5CA0-4601-A96B-BE7DB13DB234}"/>
              </a:ext>
            </a:extLst>
          </p:cNvPr>
          <p:cNvSpPr>
            <a:spLocks xmlns:a="http://schemas.openxmlformats.org/drawingml/2006/main" noGrp="1"/>
          </p:cNvSpPr>
          <p:nvPr/>
        </p:nvSpPr>
        <p:spPr>
          <a:xfrm xmlns:a="http://schemas.openxmlformats.org/drawingml/2006/main">
            <a:off x="6086475" y="4067175"/>
            <a:ext cx="25527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725">
                <a:solidFill>
                  <a:srgbClr val="567D89"/>
                </a:solidFill>
                <a:latin typeface="Pretendard"/>
                <a:ea typeface="Pretendard"/>
                <a:cs typeface="Pretendard"/>
              </a:defRPr>
            </a:defPPr>
          </a:lstStyle>
          <a:p xmlns:a="http://schemas.openxmlformats.org/drawingml/2006/main">
            <a:pPr algn="ctr">
              <a:defRPr sz="1725">
                <a:solidFill>
                  <a:srgbClr val="567D89"/>
                </a:solidFill>
                <a:latin typeface="Pretendard"/>
                <a:ea typeface="Pretendard"/>
                <a:cs typeface="Pretendard"/>
              </a:defRPr>
            </a:pPr>
            <a:r>
              <a:rPr sz="1725">
                <a:solidFill>
                  <a:srgbClr val="567D89"/>
                </a:solidFill>
                <a:latin typeface="Pretendard"/>
                <a:ea typeface="Pretendard"/>
                <a:cs typeface="Pretendard"/>
              </a:rPr>
              <a:t>분석</a:t>
            </a:r>
          </a:p>
        </p:txBody>
      </p:sp>
    </p:spTree>
    <p:extLst>
      <p:ext uri="{BB962C8B-B14F-4D97-AF65-F5344CB8AC3E}">
        <p14:creationId xmlns:p14="http://schemas.microsoft.com/office/powerpoint/2010/main" val="822691569"/>
      </p:ext>
    </p:extLst>
  </p:cSld>
</p:sld>
</file>

<file path=ppt/slides/slide2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2" name="하네스">
            <a:extLst xmlns:a="http://schemas.openxmlformats.org/drawingml/2006/main">
              <a:ext uri="{FF2B5EF4-FFF2-40B4-BE49-F238E27FC236}">
                <a16:creationId xmlns:a16="http://schemas.microsoft.com/office/drawing/2014/main" id="{E5AD7491-5E0B-47B1-9CB6-E55D25095A89}"/>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하네스</a:t>
            </a:r>
          </a:p>
        </p:txBody>
      </p:sp>
      <p:sp>
        <p:nvSpPr>
          <p:cNvPr id="2" name="26">
            <a:extLst xmlns:a="http://schemas.openxmlformats.org/drawingml/2006/main">
              <a:ext uri="{FF2B5EF4-FFF2-40B4-BE49-F238E27FC236}">
                <a16:creationId xmlns:a16="http://schemas.microsoft.com/office/drawing/2014/main" id="{A777018E-80DA-4340-B445-1BD85BE8B680}"/>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26</a:t>
            </a:r>
          </a:p>
        </p:txBody>
      </p:sp>
      <p:sp>
        <p:nvSpPr>
          <p:cNvPr id="3" name="">
            <a:extLst xmlns:a="http://schemas.openxmlformats.org/drawingml/2006/main">
              <a:ext uri="{FF2B5EF4-FFF2-40B4-BE49-F238E27FC236}">
                <a16:creationId xmlns:a16="http://schemas.microsoft.com/office/drawing/2014/main" id="{2FDD687E-89F3-480B-8E1A-A337942E0F7E}"/>
              </a:ext>
            </a:extLst>
          </p:cNvPr>
          <p:cNvSpPr>
            <a:spLocks xmlns:a="http://schemas.openxmlformats.org/drawingml/2006/main" noGrp="1"/>
          </p:cNvSpPr>
          <p:nvPr/>
        </p:nvSpPr>
        <p:spPr>
          <a:xfrm xmlns:a="http://schemas.openxmlformats.org/drawingml/2006/main">
            <a:off x="781050" y="1809750"/>
            <a:ext cx="1314450" cy="13144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4" name="">
            <a:extLst xmlns:a="http://schemas.openxmlformats.org/drawingml/2006/main">
              <a:ext uri="{FF2B5EF4-FFF2-40B4-BE49-F238E27FC236}">
                <a16:creationId xmlns:a16="http://schemas.microsoft.com/office/drawing/2014/main" id="{892B3927-E27B-4054-A3E4-7CD9A5C9C983}"/>
              </a:ext>
            </a:extLst>
          </p:cNvPr>
          <p:cNvPicPr>
            <a:picLocks xmlns:a="http://schemas.openxmlformats.org/drawingml/2006/main" noChangeAspect="1"/>
          </p:cNvPicPr>
          <p:nvPr/>
        </p:nvPicPr>
        <p:blipFill>
          <a:blip xmlns:r="http://schemas.openxmlformats.org/officeDocument/2006/relationships" xmlns:a="http://schemas.openxmlformats.org/drawingml/2006/main" r:embed="R0ecc471fde914b16"/>
          <a:stretch xmlns:a="http://schemas.openxmlformats.org/drawingml/2006/main"/>
        </p:blipFill>
        <p:spPr>
          <a:xfrm xmlns:a="http://schemas.openxmlformats.org/drawingml/2006/main">
            <a:off x="1123950" y="2152650"/>
            <a:ext cx="628650" cy="628650"/>
          </a:xfrm>
          <a:prstGeom xmlns:a="http://schemas.openxmlformats.org/drawingml/2006/main" prst="rect">
            <a:avLst/>
          </a:prstGeom>
        </p:spPr>
      </p:pic>
      <p:sp>
        <p:nvSpPr>
          <p:cNvPr id="5" name="PRD">
            <a:extLst xmlns:a="http://schemas.openxmlformats.org/drawingml/2006/main">
              <a:ext uri="{FF2B5EF4-FFF2-40B4-BE49-F238E27FC236}">
                <a16:creationId xmlns:a16="http://schemas.microsoft.com/office/drawing/2014/main" id="{943E50C4-57BD-414B-B446-EA11240EEDF3}"/>
              </a:ext>
            </a:extLst>
          </p:cNvPr>
          <p:cNvSpPr>
            <a:spLocks xmlns:a="http://schemas.openxmlformats.org/drawingml/2006/main" noGrp="1"/>
          </p:cNvSpPr>
          <p:nvPr/>
        </p:nvSpPr>
        <p:spPr>
          <a:xfrm xmlns:a="http://schemas.openxmlformats.org/drawingml/2006/main">
            <a:off x="514350" y="3400425"/>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PRD</a:t>
            </a:r>
          </a:p>
        </p:txBody>
      </p:sp>
      <p:sp>
        <p:nvSpPr>
          <p:cNvPr id="6" name="요구사항 · 완료 조건">
            <a:extLst xmlns:a="http://schemas.openxmlformats.org/drawingml/2006/main">
              <a:ext uri="{FF2B5EF4-FFF2-40B4-BE49-F238E27FC236}">
                <a16:creationId xmlns:a16="http://schemas.microsoft.com/office/drawing/2014/main" id="{CC0C15B5-F2EA-493E-8909-64DBE175E38E}"/>
              </a:ext>
            </a:extLst>
          </p:cNvPr>
          <p:cNvSpPr>
            <a:spLocks xmlns:a="http://schemas.openxmlformats.org/drawingml/2006/main" noGrp="1"/>
          </p:cNvSpPr>
          <p:nvPr/>
        </p:nvSpPr>
        <p:spPr>
          <a:xfrm xmlns:a="http://schemas.openxmlformats.org/drawingml/2006/main">
            <a:off x="466725" y="405765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요구사항 · 완료 조건</a:t>
            </a:r>
          </a:p>
        </p:txBody>
      </p:sp>
      <p:sp>
        <p:nvSpPr>
          <p:cNvPr id="7" name="">
            <a:extLst xmlns:a="http://schemas.openxmlformats.org/drawingml/2006/main">
              <a:ext uri="{FF2B5EF4-FFF2-40B4-BE49-F238E27FC236}">
                <a16:creationId xmlns:a16="http://schemas.microsoft.com/office/drawing/2014/main" id="{3CBF5B6B-0AAC-4A03-95F4-3B20F79E39BF}"/>
              </a:ext>
            </a:extLst>
          </p:cNvPr>
          <p:cNvSpPr>
            <a:spLocks xmlns:a="http://schemas.openxmlformats.org/drawingml/2006/main" noGrp="1"/>
          </p:cNvSpPr>
          <p:nvPr/>
        </p:nvSpPr>
        <p:spPr>
          <a:xfrm xmlns:a="http://schemas.openxmlformats.org/drawingml/2006/main">
            <a:off x="2295525" y="2419350"/>
            <a:ext cx="2952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6680AF7C-8583-4195-8C8E-73AA27AFF89A}"/>
              </a:ext>
            </a:extLst>
          </p:cNvPr>
          <p:cNvSpPr>
            <a:spLocks xmlns:a="http://schemas.openxmlformats.org/drawingml/2006/main" noGrp="1"/>
          </p:cNvSpPr>
          <p:nvPr/>
        </p:nvSpPr>
        <p:spPr>
          <a:xfrm xmlns:a="http://schemas.openxmlformats.org/drawingml/2006/main">
            <a:off x="2962275" y="1809750"/>
            <a:ext cx="1314450" cy="13144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8055BBC4-479F-4FD0-A0F9-138EB109C402}"/>
              </a:ext>
            </a:extLst>
          </p:cNvPr>
          <p:cNvPicPr>
            <a:picLocks xmlns:a="http://schemas.openxmlformats.org/drawingml/2006/main" noChangeAspect="1"/>
          </p:cNvPicPr>
          <p:nvPr/>
        </p:nvPicPr>
        <p:blipFill>
          <a:blip xmlns:r="http://schemas.openxmlformats.org/officeDocument/2006/relationships" xmlns:a="http://schemas.openxmlformats.org/drawingml/2006/main" r:embed="R13a6afa11bf64021"/>
          <a:stretch xmlns:a="http://schemas.openxmlformats.org/drawingml/2006/main"/>
        </p:blipFill>
        <p:spPr>
          <a:xfrm xmlns:a="http://schemas.openxmlformats.org/drawingml/2006/main">
            <a:off x="3305175" y="2152650"/>
            <a:ext cx="628650" cy="628650"/>
          </a:xfrm>
          <a:prstGeom xmlns:a="http://schemas.openxmlformats.org/drawingml/2006/main" prst="rect">
            <a:avLst/>
          </a:prstGeom>
        </p:spPr>
      </p:pic>
      <p:sp>
        <p:nvSpPr>
          <p:cNvPr id="10" name="유스케이스">
            <a:extLst xmlns:a="http://schemas.openxmlformats.org/drawingml/2006/main">
              <a:ext uri="{FF2B5EF4-FFF2-40B4-BE49-F238E27FC236}">
                <a16:creationId xmlns:a16="http://schemas.microsoft.com/office/drawing/2014/main" id="{3752E866-F81D-4038-9220-E8AA1F5DD381}"/>
              </a:ext>
            </a:extLst>
          </p:cNvPr>
          <p:cNvSpPr>
            <a:spLocks xmlns:a="http://schemas.openxmlformats.org/drawingml/2006/main" noGrp="1"/>
          </p:cNvSpPr>
          <p:nvPr/>
        </p:nvSpPr>
        <p:spPr>
          <a:xfrm xmlns:a="http://schemas.openxmlformats.org/drawingml/2006/main">
            <a:off x="2695575" y="3400425"/>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유스케이스</a:t>
            </a:r>
          </a:p>
        </p:txBody>
      </p:sp>
      <p:sp>
        <p:nvSpPr>
          <p:cNvPr id="11" name="정상 · 예외">
            <a:extLst xmlns:a="http://schemas.openxmlformats.org/drawingml/2006/main">
              <a:ext uri="{FF2B5EF4-FFF2-40B4-BE49-F238E27FC236}">
                <a16:creationId xmlns:a16="http://schemas.microsoft.com/office/drawing/2014/main" id="{53387EF1-2B40-43C1-B7D8-538A8B8B3FC6}"/>
              </a:ext>
            </a:extLst>
          </p:cNvPr>
          <p:cNvSpPr>
            <a:spLocks xmlns:a="http://schemas.openxmlformats.org/drawingml/2006/main" noGrp="1"/>
          </p:cNvSpPr>
          <p:nvPr/>
        </p:nvSpPr>
        <p:spPr>
          <a:xfrm xmlns:a="http://schemas.openxmlformats.org/drawingml/2006/main">
            <a:off x="2647950" y="405765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정상 · 예외</a:t>
            </a:r>
          </a:p>
        </p:txBody>
      </p:sp>
      <p:sp>
        <p:nvSpPr>
          <p:cNvPr id="12" name="">
            <a:extLst xmlns:a="http://schemas.openxmlformats.org/drawingml/2006/main">
              <a:ext uri="{FF2B5EF4-FFF2-40B4-BE49-F238E27FC236}">
                <a16:creationId xmlns:a16="http://schemas.microsoft.com/office/drawing/2014/main" id="{22A74B51-A02C-4EEA-98A1-957F39F582B0}"/>
              </a:ext>
            </a:extLst>
          </p:cNvPr>
          <p:cNvSpPr>
            <a:spLocks xmlns:a="http://schemas.openxmlformats.org/drawingml/2006/main" noGrp="1"/>
          </p:cNvSpPr>
          <p:nvPr/>
        </p:nvSpPr>
        <p:spPr>
          <a:xfrm xmlns:a="http://schemas.openxmlformats.org/drawingml/2006/main">
            <a:off x="4476750" y="2419350"/>
            <a:ext cx="2952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EE3C3C1C-CFE7-42DE-8338-2C88326BF436}"/>
              </a:ext>
            </a:extLst>
          </p:cNvPr>
          <p:cNvSpPr>
            <a:spLocks xmlns:a="http://schemas.openxmlformats.org/drawingml/2006/main" noGrp="1"/>
          </p:cNvSpPr>
          <p:nvPr/>
        </p:nvSpPr>
        <p:spPr>
          <a:xfrm xmlns:a="http://schemas.openxmlformats.org/drawingml/2006/main">
            <a:off x="5143500" y="1809750"/>
            <a:ext cx="1314450" cy="131445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14" name="">
            <a:extLst xmlns:a="http://schemas.openxmlformats.org/drawingml/2006/main">
              <a:ext uri="{FF2B5EF4-FFF2-40B4-BE49-F238E27FC236}">
                <a16:creationId xmlns:a16="http://schemas.microsoft.com/office/drawing/2014/main" id="{A150077F-FA4B-48FD-8C24-DDD850A25F9B}"/>
              </a:ext>
            </a:extLst>
          </p:cNvPr>
          <p:cNvPicPr>
            <a:picLocks xmlns:a="http://schemas.openxmlformats.org/drawingml/2006/main" noChangeAspect="1"/>
          </p:cNvPicPr>
          <p:nvPr/>
        </p:nvPicPr>
        <p:blipFill>
          <a:blip xmlns:r="http://schemas.openxmlformats.org/officeDocument/2006/relationships" xmlns:a="http://schemas.openxmlformats.org/drawingml/2006/main" r:embed="Rdee196d30f7c42a8"/>
          <a:stretch xmlns:a="http://schemas.openxmlformats.org/drawingml/2006/main"/>
        </p:blipFill>
        <p:spPr>
          <a:xfrm xmlns:a="http://schemas.openxmlformats.org/drawingml/2006/main">
            <a:off x="5486400" y="2152650"/>
            <a:ext cx="628650" cy="628650"/>
          </a:xfrm>
          <a:prstGeom xmlns:a="http://schemas.openxmlformats.org/drawingml/2006/main" prst="rect">
            <a:avLst/>
          </a:prstGeom>
        </p:spPr>
      </p:pic>
      <p:sp>
        <p:nvSpPr>
          <p:cNvPr id="15" name="PBT">
            <a:extLst xmlns:a="http://schemas.openxmlformats.org/drawingml/2006/main">
              <a:ext uri="{FF2B5EF4-FFF2-40B4-BE49-F238E27FC236}">
                <a16:creationId xmlns:a16="http://schemas.microsoft.com/office/drawing/2014/main" id="{71E8A7F9-48B5-4B3D-9297-9D5FFBA8D809}"/>
              </a:ext>
            </a:extLst>
          </p:cNvPr>
          <p:cNvSpPr>
            <a:spLocks xmlns:a="http://schemas.openxmlformats.org/drawingml/2006/main" noGrp="1"/>
          </p:cNvSpPr>
          <p:nvPr/>
        </p:nvSpPr>
        <p:spPr>
          <a:xfrm xmlns:a="http://schemas.openxmlformats.org/drawingml/2006/main">
            <a:off x="4876800" y="3400425"/>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PBT</a:t>
            </a:r>
          </a:p>
        </p:txBody>
      </p:sp>
      <p:sp>
        <p:nvSpPr>
          <p:cNvPr id="16" name="속성 기반 테스트">
            <a:extLst xmlns:a="http://schemas.openxmlformats.org/drawingml/2006/main">
              <a:ext uri="{FF2B5EF4-FFF2-40B4-BE49-F238E27FC236}">
                <a16:creationId xmlns:a16="http://schemas.microsoft.com/office/drawing/2014/main" id="{0B0C9C95-B01F-4F8F-A5C7-FD060B1BBFB7}"/>
              </a:ext>
            </a:extLst>
          </p:cNvPr>
          <p:cNvSpPr>
            <a:spLocks xmlns:a="http://schemas.openxmlformats.org/drawingml/2006/main" noGrp="1"/>
          </p:cNvSpPr>
          <p:nvPr/>
        </p:nvSpPr>
        <p:spPr>
          <a:xfrm xmlns:a="http://schemas.openxmlformats.org/drawingml/2006/main">
            <a:off x="4829175" y="405765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속성 기반 테스트</a:t>
            </a:r>
          </a:p>
        </p:txBody>
      </p:sp>
      <p:sp>
        <p:nvSpPr>
          <p:cNvPr id="17" name="">
            <a:extLst xmlns:a="http://schemas.openxmlformats.org/drawingml/2006/main">
              <a:ext uri="{FF2B5EF4-FFF2-40B4-BE49-F238E27FC236}">
                <a16:creationId xmlns:a16="http://schemas.microsoft.com/office/drawing/2014/main" id="{A9CE11BC-21D9-4E73-BDD3-D66EBB332389}"/>
              </a:ext>
            </a:extLst>
          </p:cNvPr>
          <p:cNvSpPr>
            <a:spLocks xmlns:a="http://schemas.openxmlformats.org/drawingml/2006/main" noGrp="1"/>
          </p:cNvSpPr>
          <p:nvPr/>
        </p:nvSpPr>
        <p:spPr>
          <a:xfrm xmlns:a="http://schemas.openxmlformats.org/drawingml/2006/main">
            <a:off x="6657975" y="2419350"/>
            <a:ext cx="295275" cy="133350"/>
          </a:xfrm>
          <a:prstGeom xmlns:a="http://schemas.openxmlformats.org/drawingml/2006/main" prst="rightArrow">
            <a:avLst/>
          </a:prstGeom>
          <a:solidFill xmlns:a="http://schemas.openxmlformats.org/drawingml/2006/main">
            <a:srgbClr val="567D89"/>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1146C40E-2820-479A-ACE0-2E1CFD829E3E}"/>
              </a:ext>
            </a:extLst>
          </p:cNvPr>
          <p:cNvSpPr>
            <a:spLocks xmlns:a="http://schemas.openxmlformats.org/drawingml/2006/main" noGrp="1"/>
          </p:cNvSpPr>
          <p:nvPr/>
        </p:nvSpPr>
        <p:spPr>
          <a:xfrm xmlns:a="http://schemas.openxmlformats.org/drawingml/2006/main">
            <a:off x="7324725" y="1809750"/>
            <a:ext cx="1314450" cy="131445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9" name="">
            <a:extLst xmlns:a="http://schemas.openxmlformats.org/drawingml/2006/main">
              <a:ext uri="{FF2B5EF4-FFF2-40B4-BE49-F238E27FC236}">
                <a16:creationId xmlns:a16="http://schemas.microsoft.com/office/drawing/2014/main" id="{3465653D-968C-40BA-807A-881762DC0D06}"/>
              </a:ext>
            </a:extLst>
          </p:cNvPr>
          <p:cNvPicPr>
            <a:picLocks xmlns:a="http://schemas.openxmlformats.org/drawingml/2006/main" noChangeAspect="1"/>
          </p:cNvPicPr>
          <p:nvPr/>
        </p:nvPicPr>
        <p:blipFill>
          <a:blip xmlns:r="http://schemas.openxmlformats.org/officeDocument/2006/relationships" xmlns:a="http://schemas.openxmlformats.org/drawingml/2006/main" r:embed="R1ede00b6da954791"/>
          <a:stretch xmlns:a="http://schemas.openxmlformats.org/drawingml/2006/main"/>
        </p:blipFill>
        <p:spPr>
          <a:xfrm xmlns:a="http://schemas.openxmlformats.org/drawingml/2006/main">
            <a:off x="7667625" y="2152650"/>
            <a:ext cx="628650" cy="628650"/>
          </a:xfrm>
          <a:prstGeom xmlns:a="http://schemas.openxmlformats.org/drawingml/2006/main" prst="rect">
            <a:avLst/>
          </a:prstGeom>
        </p:spPr>
      </p:pic>
      <p:sp>
        <p:nvSpPr>
          <p:cNvPr id="20" name="UI 검수">
            <a:extLst xmlns:a="http://schemas.openxmlformats.org/drawingml/2006/main">
              <a:ext uri="{FF2B5EF4-FFF2-40B4-BE49-F238E27FC236}">
                <a16:creationId xmlns:a16="http://schemas.microsoft.com/office/drawing/2014/main" id="{0C8C2751-8BA8-4525-933B-72B7626C3B43}"/>
              </a:ext>
            </a:extLst>
          </p:cNvPr>
          <p:cNvSpPr>
            <a:spLocks xmlns:a="http://schemas.openxmlformats.org/drawingml/2006/main" noGrp="1"/>
          </p:cNvSpPr>
          <p:nvPr/>
        </p:nvSpPr>
        <p:spPr>
          <a:xfrm xmlns:a="http://schemas.openxmlformats.org/drawingml/2006/main">
            <a:off x="7058025" y="3400425"/>
            <a:ext cx="1847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100" b="1">
                <a:solidFill>
                  <a:srgbClr val="183E35"/>
                </a:solidFill>
                <a:latin typeface="Pretendard"/>
                <a:ea typeface="Pretendard"/>
                <a:cs typeface="Pretendard"/>
              </a:defRPr>
            </a:defPPr>
          </a:lstStyle>
          <a:p xmlns:a="http://schemas.openxmlformats.org/drawingml/2006/main">
            <a:pPr algn="ctr">
              <a:defRPr sz="2100" b="1">
                <a:solidFill>
                  <a:srgbClr val="183E35"/>
                </a:solidFill>
                <a:latin typeface="Pretendard"/>
                <a:ea typeface="Pretendard"/>
                <a:cs typeface="Pretendard"/>
              </a:defRPr>
            </a:pPr>
            <a:r>
              <a:rPr sz="2100" b="1">
                <a:solidFill>
                  <a:srgbClr val="183E35"/>
                </a:solidFill>
                <a:latin typeface="Pretendard"/>
                <a:ea typeface="Pretendard"/>
                <a:cs typeface="Pretendard"/>
              </a:rPr>
              <a:t>UI 검수</a:t>
            </a:r>
          </a:p>
        </p:txBody>
      </p:sp>
      <p:sp>
        <p:nvSpPr>
          <p:cNvPr id="21" name="화면 · 반응형">
            <a:extLst xmlns:a="http://schemas.openxmlformats.org/drawingml/2006/main">
              <a:ext uri="{FF2B5EF4-FFF2-40B4-BE49-F238E27FC236}">
                <a16:creationId xmlns:a16="http://schemas.microsoft.com/office/drawing/2014/main" id="{F82D863A-D3D3-4A1A-A1DF-FBFAD14DC303}"/>
              </a:ext>
            </a:extLst>
          </p:cNvPr>
          <p:cNvSpPr>
            <a:spLocks xmlns:a="http://schemas.openxmlformats.org/drawingml/2006/main" noGrp="1"/>
          </p:cNvSpPr>
          <p:nvPr/>
        </p:nvSpPr>
        <p:spPr>
          <a:xfrm xmlns:a="http://schemas.openxmlformats.org/drawingml/2006/main">
            <a:off x="7010400" y="4057650"/>
            <a:ext cx="19526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500">
                <a:solidFill>
                  <a:srgbClr val="567D89"/>
                </a:solidFill>
                <a:latin typeface="Pretendard"/>
                <a:ea typeface="Pretendard"/>
                <a:cs typeface="Pretendard"/>
              </a:defRPr>
            </a:defPPr>
          </a:lstStyle>
          <a:p xmlns:a="http://schemas.openxmlformats.org/drawingml/2006/main">
            <a:pPr algn="ctr">
              <a:defRPr sz="1500">
                <a:solidFill>
                  <a:srgbClr val="567D89"/>
                </a:solidFill>
                <a:latin typeface="Pretendard"/>
                <a:ea typeface="Pretendard"/>
                <a:cs typeface="Pretendard"/>
              </a:defRPr>
            </a:pPr>
            <a:r>
              <a:rPr sz="1500">
                <a:solidFill>
                  <a:srgbClr val="567D89"/>
                </a:solidFill>
                <a:latin typeface="Pretendard"/>
                <a:ea typeface="Pretendard"/>
                <a:cs typeface="Pretendard"/>
              </a:rPr>
              <a:t>화면 · 반응형</a:t>
            </a:r>
          </a:p>
        </p:txBody>
      </p:sp>
    </p:spTree>
    <p:extLst>
      <p:ext uri="{BB962C8B-B14F-4D97-AF65-F5344CB8AC3E}">
        <p14:creationId xmlns:p14="http://schemas.microsoft.com/office/powerpoint/2010/main" val="756988793"/>
      </p:ext>
    </p:extLst>
  </p:cSld>
</p:sld>
</file>

<file path=ppt/slides/slide27.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35" name="27">
            <a:extLst xmlns:a="http://schemas.openxmlformats.org/drawingml/2006/main">
              <a:ext uri="{FF2B5EF4-FFF2-40B4-BE49-F238E27FC236}">
                <a16:creationId xmlns:a16="http://schemas.microsoft.com/office/drawing/2014/main" id="{5B54E745-8576-4774-973B-50355EA7E694}"/>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27</a:t>
            </a:r>
          </a:p>
        </p:txBody>
      </p:sp>
      <p:sp>
        <p:nvSpPr>
          <p:cNvPr id="2" name="페르소나 리뷰">
            <a:extLst xmlns:a="http://schemas.openxmlformats.org/drawingml/2006/main">
              <a:ext uri="{FF2B5EF4-FFF2-40B4-BE49-F238E27FC236}">
                <a16:creationId xmlns:a16="http://schemas.microsoft.com/office/drawing/2014/main" id="{730AD9F1-BFC8-4513-A763-02298C261A77}"/>
              </a:ext>
            </a:extLst>
          </p:cNvPr>
          <p:cNvSpPr>
            <a:spLocks xmlns:a="http://schemas.openxmlformats.org/drawingml/2006/main" noGrp="1"/>
          </p:cNvSpPr>
          <p:nvPr/>
        </p:nvSpPr>
        <p:spPr>
          <a:xfrm xmlns:a="http://schemas.openxmlformats.org/drawingml/2006/main">
            <a:off x="476250" y="428625"/>
            <a:ext cx="6191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페르소나 리뷰</a:t>
            </a:r>
          </a:p>
        </p:txBody>
      </p:sp>
      <p:sp>
        <p:nvSpPr>
          <p:cNvPr id="3" name="평균">
            <a:extLst xmlns:a="http://schemas.openxmlformats.org/drawingml/2006/main">
              <a:ext uri="{FF2B5EF4-FFF2-40B4-BE49-F238E27FC236}">
                <a16:creationId xmlns:a16="http://schemas.microsoft.com/office/drawing/2014/main" id="{FDE94D71-F4B4-44A3-AEA7-B0B400B84EF0}"/>
              </a:ext>
            </a:extLst>
          </p:cNvPr>
          <p:cNvSpPr>
            <a:spLocks xmlns:a="http://schemas.openxmlformats.org/drawingml/2006/main" noGrp="1"/>
          </p:cNvSpPr>
          <p:nvPr/>
        </p:nvSpPr>
        <p:spPr>
          <a:xfrm xmlns:a="http://schemas.openxmlformats.org/drawingml/2006/main">
            <a:off x="6981825" y="619125"/>
            <a:ext cx="4857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275">
                <a:solidFill>
                  <a:srgbClr val="687568"/>
                </a:solidFill>
                <a:latin typeface="Pretendard"/>
                <a:ea typeface="Pretendard"/>
                <a:cs typeface="Pretendard"/>
              </a:defRPr>
            </a:defPPr>
          </a:lstStyle>
          <a:p xmlns:a="http://schemas.openxmlformats.org/drawingml/2006/main">
            <a:pPr algn="l">
              <a:defRPr sz="1275">
                <a:solidFill>
                  <a:srgbClr val="687568"/>
                </a:solidFill>
                <a:latin typeface="Pretendard"/>
                <a:ea typeface="Pretendard"/>
                <a:cs typeface="Pretendard"/>
              </a:defRPr>
            </a:pPr>
            <a:r>
              <a:rPr sz="1275">
                <a:solidFill>
                  <a:srgbClr val="687568"/>
                </a:solidFill>
                <a:latin typeface="Pretendard"/>
                <a:ea typeface="Pretendard"/>
                <a:cs typeface="Pretendard"/>
              </a:rPr>
              <a:t>평균</a:t>
            </a:r>
          </a:p>
        </p:txBody>
      </p:sp>
      <p:sp>
        <p:nvSpPr>
          <p:cNvPr id="4" name="★ 4.5">
            <a:extLst xmlns:a="http://schemas.openxmlformats.org/drawingml/2006/main">
              <a:ext uri="{FF2B5EF4-FFF2-40B4-BE49-F238E27FC236}">
                <a16:creationId xmlns:a16="http://schemas.microsoft.com/office/drawing/2014/main" id="{BC7ECD2A-E0EC-4C8F-BE32-158E815F1ACF}"/>
              </a:ext>
            </a:extLst>
          </p:cNvPr>
          <p:cNvSpPr>
            <a:spLocks xmlns:a="http://schemas.openxmlformats.org/drawingml/2006/main" noGrp="1"/>
          </p:cNvSpPr>
          <p:nvPr/>
        </p:nvSpPr>
        <p:spPr>
          <a:xfrm xmlns:a="http://schemas.openxmlformats.org/drawingml/2006/main">
            <a:off x="7524750" y="428625"/>
            <a:ext cx="1209675"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2625" b="1">
                <a:solidFill>
                  <a:srgbClr val="567D89"/>
                </a:solidFill>
                <a:latin typeface="Pretendard"/>
                <a:ea typeface="Pretendard"/>
                <a:cs typeface="Pretendard"/>
              </a:defRPr>
            </a:defPPr>
          </a:lstStyle>
          <a:p xmlns:a="http://schemas.openxmlformats.org/drawingml/2006/main">
            <a:pPr algn="r">
              <a:defRPr sz="2625" b="1">
                <a:solidFill>
                  <a:srgbClr val="567D89"/>
                </a:solidFill>
                <a:latin typeface="Pretendard"/>
                <a:ea typeface="Pretendard"/>
                <a:cs typeface="Pretendard"/>
              </a:defRPr>
            </a:pPr>
            <a:r>
              <a:rPr sz="2625" b="1">
                <a:solidFill>
                  <a:srgbClr val="567D89"/>
                </a:solidFill>
                <a:latin typeface="Pretendard"/>
                <a:ea typeface="Pretendard"/>
                <a:cs typeface="Pretendard"/>
              </a:rPr>
              <a:t>★ 4.5</a:t>
            </a:r>
          </a:p>
        </p:txBody>
      </p:sp>
      <p:sp>
        <p:nvSpPr>
          <p:cNvPr id="5" name="">
            <a:extLst xmlns:a="http://schemas.openxmlformats.org/drawingml/2006/main">
              <a:ext uri="{FF2B5EF4-FFF2-40B4-BE49-F238E27FC236}">
                <a16:creationId xmlns:a16="http://schemas.microsoft.com/office/drawing/2014/main" id="{7C5E4A68-FB0C-4946-822F-1A2173EE2718}"/>
              </a:ext>
            </a:extLst>
          </p:cNvPr>
          <p:cNvSpPr>
            <a:spLocks xmlns:a="http://schemas.openxmlformats.org/drawingml/2006/main" noGrp="1"/>
          </p:cNvSpPr>
          <p:nvPr/>
        </p:nvSpPr>
        <p:spPr>
          <a:xfrm xmlns:a="http://schemas.openxmlformats.org/drawingml/2006/main">
            <a:off x="495300" y="1200150"/>
            <a:ext cx="3981450" cy="1114425"/>
          </a:xfrm>
          <a:prstGeom xmlns:a="http://schemas.openxmlformats.org/drawingml/2006/main" prst="roundRect">
            <a:avLst>
              <a:gd name="adj" fmla="val 6838"/>
            </a:avLst>
          </a:prstGeom>
          <a:solidFill xmlns:a="http://schemas.openxmlformats.org/drawingml/2006/main">
            <a:srgbClr val="FFFFFF"/>
          </a:solidFill>
          <a:ln xmlns:a="http://schemas.openxmlformats.org/drawingml/2006/main" w="6668">
            <a:solidFill>
              <a:srgbClr val="D2DCD6"/>
            </a:solidFill>
          </a:ln>
        </p:spPr>
      </p:sp>
      <p:sp>
        <p:nvSpPr>
          <p:cNvPr id="6" name="이정호">
            <a:extLst xmlns:a="http://schemas.openxmlformats.org/drawingml/2006/main">
              <a:ext uri="{FF2B5EF4-FFF2-40B4-BE49-F238E27FC236}">
                <a16:creationId xmlns:a16="http://schemas.microsoft.com/office/drawing/2014/main" id="{936C5F80-999C-479F-AB04-AA5F04F4385D}"/>
              </a:ext>
            </a:extLst>
          </p:cNvPr>
          <p:cNvSpPr>
            <a:spLocks xmlns:a="http://schemas.openxmlformats.org/drawingml/2006/main" noGrp="1"/>
          </p:cNvSpPr>
          <p:nvPr/>
        </p:nvSpPr>
        <p:spPr>
          <a:xfrm xmlns:a="http://schemas.openxmlformats.org/drawingml/2006/main">
            <a:off x="657225" y="1314450"/>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3E35"/>
                </a:solidFill>
                <a:latin typeface="Pretendard"/>
                <a:ea typeface="Pretendard"/>
                <a:cs typeface="Pretendard"/>
              </a:defRPr>
            </a:defPPr>
          </a:lstStyle>
          <a:p xmlns:a="http://schemas.openxmlformats.org/drawingml/2006/main">
            <a:pPr algn="l">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이정호</a:t>
            </a:r>
          </a:p>
        </p:txBody>
      </p:sp>
      <p:sp>
        <p:nvSpPr>
          <p:cNvPr id="7" name="59세 · 총무">
            <a:extLst xmlns:a="http://schemas.openxmlformats.org/drawingml/2006/main">
              <a:ext uri="{FF2B5EF4-FFF2-40B4-BE49-F238E27FC236}">
                <a16:creationId xmlns:a16="http://schemas.microsoft.com/office/drawing/2014/main" id="{93A0A3B3-2A77-4AFD-922C-45CE13EDB006}"/>
              </a:ext>
            </a:extLst>
          </p:cNvPr>
          <p:cNvSpPr>
            <a:spLocks xmlns:a="http://schemas.openxmlformats.org/drawingml/2006/main" noGrp="1"/>
          </p:cNvSpPr>
          <p:nvPr/>
        </p:nvSpPr>
        <p:spPr>
          <a:xfrm xmlns:a="http://schemas.openxmlformats.org/drawingml/2006/main">
            <a:off x="1514475" y="1362075"/>
            <a:ext cx="19145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59세 · 총무</a:t>
            </a:r>
          </a:p>
        </p:txBody>
      </p:sp>
      <p:sp>
        <p:nvSpPr>
          <p:cNvPr id="8" name="★ 5.0">
            <a:extLst xmlns:a="http://schemas.openxmlformats.org/drawingml/2006/main">
              <a:ext uri="{FF2B5EF4-FFF2-40B4-BE49-F238E27FC236}">
                <a16:creationId xmlns:a16="http://schemas.microsoft.com/office/drawing/2014/main" id="{44577483-40DA-41F7-A1A0-BF5EBF4BD555}"/>
              </a:ext>
            </a:extLst>
          </p:cNvPr>
          <p:cNvSpPr>
            <a:spLocks xmlns:a="http://schemas.openxmlformats.org/drawingml/2006/main" noGrp="1"/>
          </p:cNvSpPr>
          <p:nvPr/>
        </p:nvSpPr>
        <p:spPr>
          <a:xfrm xmlns:a="http://schemas.openxmlformats.org/drawingml/2006/main">
            <a:off x="3429000" y="1295400"/>
            <a:ext cx="895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75" b="1">
                <a:solidFill>
                  <a:srgbClr val="567D89"/>
                </a:solidFill>
                <a:latin typeface="Pretendard"/>
                <a:ea typeface="Pretendard"/>
                <a:cs typeface="Pretendard"/>
              </a:defRPr>
            </a:defPPr>
          </a:lstStyle>
          <a:p xmlns:a="http://schemas.openxmlformats.org/drawingml/2006/main">
            <a:pPr algn="r">
              <a:defRPr sz="1875" b="1">
                <a:solidFill>
                  <a:srgbClr val="567D89"/>
                </a:solidFill>
                <a:latin typeface="Pretendard"/>
                <a:ea typeface="Pretendard"/>
                <a:cs typeface="Pretendard"/>
              </a:defRPr>
            </a:pPr>
            <a:r>
              <a:rPr sz="1875" b="1">
                <a:solidFill>
                  <a:srgbClr val="567D89"/>
                </a:solidFill>
                <a:latin typeface="Pretendard"/>
                <a:ea typeface="Pretendard"/>
                <a:cs typeface="Pretendard"/>
              </a:rPr>
              <a:t>★ 5.0</a:t>
            </a:r>
          </a:p>
        </p:txBody>
      </p:sp>
      <p:sp>
        <p:nvSpPr>
          <p:cNvPr id="9" name="“명부랑 전화 안내, 회의록이 한곳에서 이어지니 가게 문 닫고 같은 내용을 다시 옮겨 적을 일이 줄겠어요.”">
            <a:extLst xmlns:a="http://schemas.openxmlformats.org/drawingml/2006/main">
              <a:ext uri="{FF2B5EF4-FFF2-40B4-BE49-F238E27FC236}">
                <a16:creationId xmlns:a16="http://schemas.microsoft.com/office/drawing/2014/main" id="{53ED7A27-DF00-4517-B244-AC55027CD0C1}"/>
              </a:ext>
            </a:extLst>
          </p:cNvPr>
          <p:cNvSpPr>
            <a:spLocks xmlns:a="http://schemas.openxmlformats.org/drawingml/2006/main" noGrp="1"/>
          </p:cNvSpPr>
          <p:nvPr/>
        </p:nvSpPr>
        <p:spPr>
          <a:xfrm xmlns:a="http://schemas.openxmlformats.org/drawingml/2006/main">
            <a:off x="657225" y="1638300"/>
            <a:ext cx="365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83E35"/>
                </a:solidFill>
                <a:latin typeface="Pretendard"/>
                <a:ea typeface="Pretendard"/>
                <a:cs typeface="Pretendard"/>
              </a:defRPr>
            </a:defPPr>
          </a:lstStyle>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“명부랑 전화 안내, 회의록이 한곳에서 이어지니 가게</a:t>
            </a:r>
          </a:p>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문 닫고 같은 내용을 다시 옮겨 적을 일이 줄겠어요.”</a:t>
            </a:r>
          </a:p>
        </p:txBody>
      </p:sp>
      <p:sp>
        <p:nvSpPr>
          <p:cNvPr id="10" name="">
            <a:extLst xmlns:a="http://schemas.openxmlformats.org/drawingml/2006/main">
              <a:ext uri="{FF2B5EF4-FFF2-40B4-BE49-F238E27FC236}">
                <a16:creationId xmlns:a16="http://schemas.microsoft.com/office/drawing/2014/main" id="{C7E1EBFE-4A1E-4CC5-AFD5-C4F985292192}"/>
              </a:ext>
            </a:extLst>
          </p:cNvPr>
          <p:cNvSpPr>
            <a:spLocks xmlns:a="http://schemas.openxmlformats.org/drawingml/2006/main" noGrp="1"/>
          </p:cNvSpPr>
          <p:nvPr/>
        </p:nvSpPr>
        <p:spPr>
          <a:xfrm xmlns:a="http://schemas.openxmlformats.org/drawingml/2006/main">
            <a:off x="4667250" y="1200150"/>
            <a:ext cx="3981450" cy="1114425"/>
          </a:xfrm>
          <a:prstGeom xmlns:a="http://schemas.openxmlformats.org/drawingml/2006/main" prst="roundRect">
            <a:avLst>
              <a:gd name="adj" fmla="val 6838"/>
            </a:avLst>
          </a:prstGeom>
          <a:solidFill xmlns:a="http://schemas.openxmlformats.org/drawingml/2006/main">
            <a:srgbClr val="FFFFFF"/>
          </a:solidFill>
          <a:ln xmlns:a="http://schemas.openxmlformats.org/drawingml/2006/main" w="6668">
            <a:solidFill>
              <a:srgbClr val="D2DCD6"/>
            </a:solidFill>
          </a:ln>
        </p:spPr>
      </p:sp>
      <p:sp>
        <p:nvSpPr>
          <p:cNvPr id="11" name="이영수">
            <a:extLst xmlns:a="http://schemas.openxmlformats.org/drawingml/2006/main">
              <a:ext uri="{FF2B5EF4-FFF2-40B4-BE49-F238E27FC236}">
                <a16:creationId xmlns:a16="http://schemas.microsoft.com/office/drawing/2014/main" id="{F68751AA-3F0E-42B3-97B0-3FD2B670B812}"/>
              </a:ext>
            </a:extLst>
          </p:cNvPr>
          <p:cNvSpPr>
            <a:spLocks xmlns:a="http://schemas.openxmlformats.org/drawingml/2006/main" noGrp="1"/>
          </p:cNvSpPr>
          <p:nvPr/>
        </p:nvSpPr>
        <p:spPr>
          <a:xfrm xmlns:a="http://schemas.openxmlformats.org/drawingml/2006/main">
            <a:off x="4829175" y="1314450"/>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3E35"/>
                </a:solidFill>
                <a:latin typeface="Pretendard"/>
                <a:ea typeface="Pretendard"/>
                <a:cs typeface="Pretendard"/>
              </a:defRPr>
            </a:defPPr>
          </a:lstStyle>
          <a:p xmlns:a="http://schemas.openxmlformats.org/drawingml/2006/main">
            <a:pPr algn="l">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이영수</a:t>
            </a:r>
          </a:p>
        </p:txBody>
      </p:sp>
      <p:sp>
        <p:nvSpPr>
          <p:cNvPr id="12" name="74세 · 회장">
            <a:extLst xmlns:a="http://schemas.openxmlformats.org/drawingml/2006/main">
              <a:ext uri="{FF2B5EF4-FFF2-40B4-BE49-F238E27FC236}">
                <a16:creationId xmlns:a16="http://schemas.microsoft.com/office/drawing/2014/main" id="{1233E1B5-29F0-4342-909F-B71D3FE82E47}"/>
              </a:ext>
            </a:extLst>
          </p:cNvPr>
          <p:cNvSpPr>
            <a:spLocks xmlns:a="http://schemas.openxmlformats.org/drawingml/2006/main" noGrp="1"/>
          </p:cNvSpPr>
          <p:nvPr/>
        </p:nvSpPr>
        <p:spPr>
          <a:xfrm xmlns:a="http://schemas.openxmlformats.org/drawingml/2006/main">
            <a:off x="5686425" y="1362075"/>
            <a:ext cx="19145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74세 · 회장</a:t>
            </a:r>
          </a:p>
        </p:txBody>
      </p:sp>
      <p:sp>
        <p:nvSpPr>
          <p:cNvPr id="13" name="★ 4.5">
            <a:extLst xmlns:a="http://schemas.openxmlformats.org/drawingml/2006/main">
              <a:ext uri="{FF2B5EF4-FFF2-40B4-BE49-F238E27FC236}">
                <a16:creationId xmlns:a16="http://schemas.microsoft.com/office/drawing/2014/main" id="{FB9DEFBC-3ED4-4660-A973-FC4779443E09}"/>
              </a:ext>
            </a:extLst>
          </p:cNvPr>
          <p:cNvSpPr>
            <a:spLocks xmlns:a="http://schemas.openxmlformats.org/drawingml/2006/main" noGrp="1"/>
          </p:cNvSpPr>
          <p:nvPr/>
        </p:nvSpPr>
        <p:spPr>
          <a:xfrm xmlns:a="http://schemas.openxmlformats.org/drawingml/2006/main">
            <a:off x="7600950" y="1295400"/>
            <a:ext cx="895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75" b="1">
                <a:solidFill>
                  <a:srgbClr val="567D89"/>
                </a:solidFill>
                <a:latin typeface="Pretendard"/>
                <a:ea typeface="Pretendard"/>
                <a:cs typeface="Pretendard"/>
              </a:defRPr>
            </a:defPPr>
          </a:lstStyle>
          <a:p xmlns:a="http://schemas.openxmlformats.org/drawingml/2006/main">
            <a:pPr algn="r">
              <a:defRPr sz="1875" b="1">
                <a:solidFill>
                  <a:srgbClr val="567D89"/>
                </a:solidFill>
                <a:latin typeface="Pretendard"/>
                <a:ea typeface="Pretendard"/>
                <a:cs typeface="Pretendard"/>
              </a:defRPr>
            </a:pPr>
            <a:r>
              <a:rPr sz="1875" b="1">
                <a:solidFill>
                  <a:srgbClr val="567D89"/>
                </a:solidFill>
                <a:latin typeface="Pretendard"/>
                <a:ea typeface="Pretendard"/>
                <a:cs typeface="Pretendard"/>
              </a:rPr>
              <a:t>★ 4.5</a:t>
            </a:r>
          </a:p>
        </p:txBody>
      </p:sp>
      <p:sp>
        <p:nvSpPr>
          <p:cNvPr id="14" name="“어떤 근거로 결정했는지 다음 회장에게도 보여줄 수 있어 든든한데, 처음 익힐 때는 도움이 좀 필요하겠어요.”">
            <a:extLst xmlns:a="http://schemas.openxmlformats.org/drawingml/2006/main">
              <a:ext uri="{FF2B5EF4-FFF2-40B4-BE49-F238E27FC236}">
                <a16:creationId xmlns:a16="http://schemas.microsoft.com/office/drawing/2014/main" id="{60A7A92C-DE12-402B-81FD-26B597B89BB8}"/>
              </a:ext>
            </a:extLst>
          </p:cNvPr>
          <p:cNvSpPr>
            <a:spLocks xmlns:a="http://schemas.openxmlformats.org/drawingml/2006/main" noGrp="1"/>
          </p:cNvSpPr>
          <p:nvPr/>
        </p:nvSpPr>
        <p:spPr>
          <a:xfrm xmlns:a="http://schemas.openxmlformats.org/drawingml/2006/main">
            <a:off x="4829175" y="1638300"/>
            <a:ext cx="365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83E35"/>
                </a:solidFill>
                <a:latin typeface="Pretendard"/>
                <a:ea typeface="Pretendard"/>
                <a:cs typeface="Pretendard"/>
              </a:defRPr>
            </a:defPPr>
          </a:lstStyle>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“어떤 근거로 결정했는지 다음 회장에게도 보여줄 수</a:t>
            </a:r>
          </a:p>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있어 든든한데, 처음 익힐 때는 도움이 좀</a:t>
            </a:r>
          </a:p>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필요하겠어요.”</a:t>
            </a:r>
          </a:p>
        </p:txBody>
      </p:sp>
      <p:sp>
        <p:nvSpPr>
          <p:cNvPr id="15" name="">
            <a:extLst xmlns:a="http://schemas.openxmlformats.org/drawingml/2006/main">
              <a:ext uri="{FF2B5EF4-FFF2-40B4-BE49-F238E27FC236}">
                <a16:creationId xmlns:a16="http://schemas.microsoft.com/office/drawing/2014/main" id="{1C87DD23-C805-4FFE-945E-E70D558F8410}"/>
              </a:ext>
            </a:extLst>
          </p:cNvPr>
          <p:cNvSpPr>
            <a:spLocks xmlns:a="http://schemas.openxmlformats.org/drawingml/2006/main" noGrp="1"/>
          </p:cNvSpPr>
          <p:nvPr/>
        </p:nvSpPr>
        <p:spPr>
          <a:xfrm xmlns:a="http://schemas.openxmlformats.org/drawingml/2006/main">
            <a:off x="495300" y="2409825"/>
            <a:ext cx="3981450" cy="1114425"/>
          </a:xfrm>
          <a:prstGeom xmlns:a="http://schemas.openxmlformats.org/drawingml/2006/main" prst="roundRect">
            <a:avLst>
              <a:gd name="adj" fmla="val 6838"/>
            </a:avLst>
          </a:prstGeom>
          <a:solidFill xmlns:a="http://schemas.openxmlformats.org/drawingml/2006/main">
            <a:srgbClr val="FFFFFF"/>
          </a:solidFill>
          <a:ln xmlns:a="http://schemas.openxmlformats.org/drawingml/2006/main" w="6668">
            <a:solidFill>
              <a:srgbClr val="D2DCD6"/>
            </a:solidFill>
          </a:ln>
        </p:spPr>
      </p:sp>
      <p:sp>
        <p:nvSpPr>
          <p:cNvPr id="16" name="이서연">
            <a:extLst xmlns:a="http://schemas.openxmlformats.org/drawingml/2006/main">
              <a:ext uri="{FF2B5EF4-FFF2-40B4-BE49-F238E27FC236}">
                <a16:creationId xmlns:a16="http://schemas.microsoft.com/office/drawing/2014/main" id="{97A80E7F-F076-4E67-A998-3838DE3184E4}"/>
              </a:ext>
            </a:extLst>
          </p:cNvPr>
          <p:cNvSpPr>
            <a:spLocks xmlns:a="http://schemas.openxmlformats.org/drawingml/2006/main" noGrp="1"/>
          </p:cNvSpPr>
          <p:nvPr/>
        </p:nvSpPr>
        <p:spPr>
          <a:xfrm xmlns:a="http://schemas.openxmlformats.org/drawingml/2006/main">
            <a:off x="657225" y="252412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3E35"/>
                </a:solidFill>
                <a:latin typeface="Pretendard"/>
                <a:ea typeface="Pretendard"/>
                <a:cs typeface="Pretendard"/>
              </a:defRPr>
            </a:defPPr>
          </a:lstStyle>
          <a:p xmlns:a="http://schemas.openxmlformats.org/drawingml/2006/main">
            <a:pPr algn="l">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이서연</a:t>
            </a:r>
          </a:p>
        </p:txBody>
      </p:sp>
      <p:sp>
        <p:nvSpPr>
          <p:cNvPr id="17" name="42세 · 종원">
            <a:extLst xmlns:a="http://schemas.openxmlformats.org/drawingml/2006/main">
              <a:ext uri="{FF2B5EF4-FFF2-40B4-BE49-F238E27FC236}">
                <a16:creationId xmlns:a16="http://schemas.microsoft.com/office/drawing/2014/main" id="{D0373E70-0A35-416C-9332-3AA80BB7EDFF}"/>
              </a:ext>
            </a:extLst>
          </p:cNvPr>
          <p:cNvSpPr>
            <a:spLocks xmlns:a="http://schemas.openxmlformats.org/drawingml/2006/main" noGrp="1"/>
          </p:cNvSpPr>
          <p:nvPr/>
        </p:nvSpPr>
        <p:spPr>
          <a:xfrm xmlns:a="http://schemas.openxmlformats.org/drawingml/2006/main">
            <a:off x="1514475" y="2571750"/>
            <a:ext cx="19145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42세 · 종원</a:t>
            </a:r>
          </a:p>
        </p:txBody>
      </p:sp>
      <p:sp>
        <p:nvSpPr>
          <p:cNvPr id="18" name="★ 4.5">
            <a:extLst xmlns:a="http://schemas.openxmlformats.org/drawingml/2006/main">
              <a:ext uri="{FF2B5EF4-FFF2-40B4-BE49-F238E27FC236}">
                <a16:creationId xmlns:a16="http://schemas.microsoft.com/office/drawing/2014/main" id="{D3861F35-5290-4B3E-A93A-9BB939369DA7}"/>
              </a:ext>
            </a:extLst>
          </p:cNvPr>
          <p:cNvSpPr>
            <a:spLocks xmlns:a="http://schemas.openxmlformats.org/drawingml/2006/main" noGrp="1"/>
          </p:cNvSpPr>
          <p:nvPr/>
        </p:nvSpPr>
        <p:spPr>
          <a:xfrm xmlns:a="http://schemas.openxmlformats.org/drawingml/2006/main">
            <a:off x="3429000" y="2505075"/>
            <a:ext cx="895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75" b="1">
                <a:solidFill>
                  <a:srgbClr val="567D89"/>
                </a:solidFill>
                <a:latin typeface="Pretendard"/>
                <a:ea typeface="Pretendard"/>
                <a:cs typeface="Pretendard"/>
              </a:defRPr>
            </a:defPPr>
          </a:lstStyle>
          <a:p xmlns:a="http://schemas.openxmlformats.org/drawingml/2006/main">
            <a:pPr algn="r">
              <a:defRPr sz="1875" b="1">
                <a:solidFill>
                  <a:srgbClr val="567D89"/>
                </a:solidFill>
                <a:latin typeface="Pretendard"/>
                <a:ea typeface="Pretendard"/>
                <a:cs typeface="Pretendard"/>
              </a:defRPr>
            </a:pPr>
            <a:r>
              <a:rPr sz="1875" b="1">
                <a:solidFill>
                  <a:srgbClr val="567D89"/>
                </a:solidFill>
                <a:latin typeface="Pretendard"/>
                <a:ea typeface="Pretendard"/>
                <a:cs typeface="Pretendard"/>
              </a:rPr>
              <a:t>★ 4.5</a:t>
            </a:r>
          </a:p>
        </p:txBody>
      </p:sp>
      <p:sp>
        <p:nvSpPr>
          <p:cNvPr id="19" name="“휴대폰으로 자료를 보고 참석 여부와 의견을 따로 남길 수 있으니, 회의에 못 가도 제 뜻은 전할 수 있겠어요.”">
            <a:extLst xmlns:a="http://schemas.openxmlformats.org/drawingml/2006/main">
              <a:ext uri="{FF2B5EF4-FFF2-40B4-BE49-F238E27FC236}">
                <a16:creationId xmlns:a16="http://schemas.microsoft.com/office/drawing/2014/main" id="{F233F6BC-58B1-4E59-BD62-C18208E1529B}"/>
              </a:ext>
            </a:extLst>
          </p:cNvPr>
          <p:cNvSpPr>
            <a:spLocks xmlns:a="http://schemas.openxmlformats.org/drawingml/2006/main" noGrp="1"/>
          </p:cNvSpPr>
          <p:nvPr/>
        </p:nvSpPr>
        <p:spPr>
          <a:xfrm xmlns:a="http://schemas.openxmlformats.org/drawingml/2006/main">
            <a:off x="657225" y="2847975"/>
            <a:ext cx="365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83E35"/>
                </a:solidFill>
                <a:latin typeface="Pretendard"/>
                <a:ea typeface="Pretendard"/>
                <a:cs typeface="Pretendard"/>
              </a:defRPr>
            </a:defPPr>
          </a:lstStyle>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“휴대폰으로 자료를 보고 참석 여부와 의견을 따로</a:t>
            </a:r>
          </a:p>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남길 수 있으니, 회의에 못 가도 제 뜻은 전할 수</a:t>
            </a:r>
          </a:p>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있겠어요.”</a:t>
            </a:r>
          </a:p>
        </p:txBody>
      </p:sp>
      <p:sp>
        <p:nvSpPr>
          <p:cNvPr id="20" name="">
            <a:extLst xmlns:a="http://schemas.openxmlformats.org/drawingml/2006/main">
              <a:ext uri="{FF2B5EF4-FFF2-40B4-BE49-F238E27FC236}">
                <a16:creationId xmlns:a16="http://schemas.microsoft.com/office/drawing/2014/main" id="{61BBA004-53B9-4B85-986B-B815961062C1}"/>
              </a:ext>
            </a:extLst>
          </p:cNvPr>
          <p:cNvSpPr>
            <a:spLocks xmlns:a="http://schemas.openxmlformats.org/drawingml/2006/main" noGrp="1"/>
          </p:cNvSpPr>
          <p:nvPr/>
        </p:nvSpPr>
        <p:spPr>
          <a:xfrm xmlns:a="http://schemas.openxmlformats.org/drawingml/2006/main">
            <a:off x="4667250" y="2409825"/>
            <a:ext cx="3981450" cy="1114425"/>
          </a:xfrm>
          <a:prstGeom xmlns:a="http://schemas.openxmlformats.org/drawingml/2006/main" prst="roundRect">
            <a:avLst>
              <a:gd name="adj" fmla="val 6838"/>
            </a:avLst>
          </a:prstGeom>
          <a:solidFill xmlns:a="http://schemas.openxmlformats.org/drawingml/2006/main">
            <a:srgbClr val="FFFFFF"/>
          </a:solidFill>
          <a:ln xmlns:a="http://schemas.openxmlformats.org/drawingml/2006/main" w="6668">
            <a:solidFill>
              <a:srgbClr val="D2DCD6"/>
            </a:solidFill>
          </a:ln>
        </p:spPr>
      </p:sp>
      <p:sp>
        <p:nvSpPr>
          <p:cNvPr id="21" name="이순자">
            <a:extLst xmlns:a="http://schemas.openxmlformats.org/drawingml/2006/main">
              <a:ext uri="{FF2B5EF4-FFF2-40B4-BE49-F238E27FC236}">
                <a16:creationId xmlns:a16="http://schemas.microsoft.com/office/drawing/2014/main" id="{F7988C9F-E73B-4AF6-BFB6-1222EDF359FD}"/>
              </a:ext>
            </a:extLst>
          </p:cNvPr>
          <p:cNvSpPr>
            <a:spLocks xmlns:a="http://schemas.openxmlformats.org/drawingml/2006/main" noGrp="1"/>
          </p:cNvSpPr>
          <p:nvPr/>
        </p:nvSpPr>
        <p:spPr>
          <a:xfrm xmlns:a="http://schemas.openxmlformats.org/drawingml/2006/main">
            <a:off x="4829175" y="2524125"/>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3E35"/>
                </a:solidFill>
                <a:latin typeface="Pretendard"/>
                <a:ea typeface="Pretendard"/>
                <a:cs typeface="Pretendard"/>
              </a:defRPr>
            </a:defPPr>
          </a:lstStyle>
          <a:p xmlns:a="http://schemas.openxmlformats.org/drawingml/2006/main">
            <a:pPr algn="l">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이순자</a:t>
            </a:r>
          </a:p>
        </p:txBody>
      </p:sp>
      <p:sp>
        <p:nvSpPr>
          <p:cNvPr id="22" name="81세 · 종원">
            <a:extLst xmlns:a="http://schemas.openxmlformats.org/drawingml/2006/main">
              <a:ext uri="{FF2B5EF4-FFF2-40B4-BE49-F238E27FC236}">
                <a16:creationId xmlns:a16="http://schemas.microsoft.com/office/drawing/2014/main" id="{F4EDE2D4-A832-4571-865A-4B2782977522}"/>
              </a:ext>
            </a:extLst>
          </p:cNvPr>
          <p:cNvSpPr>
            <a:spLocks xmlns:a="http://schemas.openxmlformats.org/drawingml/2006/main" noGrp="1"/>
          </p:cNvSpPr>
          <p:nvPr/>
        </p:nvSpPr>
        <p:spPr>
          <a:xfrm xmlns:a="http://schemas.openxmlformats.org/drawingml/2006/main">
            <a:off x="5686425" y="2571750"/>
            <a:ext cx="19145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81세 · 종원</a:t>
            </a:r>
          </a:p>
        </p:txBody>
      </p:sp>
      <p:sp>
        <p:nvSpPr>
          <p:cNvPr id="23" name="★ 4.0">
            <a:extLst xmlns:a="http://schemas.openxmlformats.org/drawingml/2006/main">
              <a:ext uri="{FF2B5EF4-FFF2-40B4-BE49-F238E27FC236}">
                <a16:creationId xmlns:a16="http://schemas.microsoft.com/office/drawing/2014/main" id="{2EC4F8B2-730A-4E43-A273-1810939D58B9}"/>
              </a:ext>
            </a:extLst>
          </p:cNvPr>
          <p:cNvSpPr>
            <a:spLocks xmlns:a="http://schemas.openxmlformats.org/drawingml/2006/main" noGrp="1"/>
          </p:cNvSpPr>
          <p:nvPr/>
        </p:nvSpPr>
        <p:spPr>
          <a:xfrm xmlns:a="http://schemas.openxmlformats.org/drawingml/2006/main">
            <a:off x="7600950" y="2505075"/>
            <a:ext cx="895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75" b="1">
                <a:solidFill>
                  <a:srgbClr val="567D89"/>
                </a:solidFill>
                <a:latin typeface="Pretendard"/>
                <a:ea typeface="Pretendard"/>
                <a:cs typeface="Pretendard"/>
              </a:defRPr>
            </a:defPPr>
          </a:lstStyle>
          <a:p xmlns:a="http://schemas.openxmlformats.org/drawingml/2006/main">
            <a:pPr algn="r">
              <a:defRPr sz="1875" b="1">
                <a:solidFill>
                  <a:srgbClr val="567D89"/>
                </a:solidFill>
                <a:latin typeface="Pretendard"/>
                <a:ea typeface="Pretendard"/>
                <a:cs typeface="Pretendard"/>
              </a:defRPr>
            </a:pPr>
            <a:r>
              <a:rPr sz="1875" b="1">
                <a:solidFill>
                  <a:srgbClr val="567D89"/>
                </a:solidFill>
                <a:latin typeface="Pretendard"/>
                <a:ea typeface="Pretendard"/>
                <a:cs typeface="Pretendard"/>
              </a:rPr>
              <a:t>★ 4.0</a:t>
            </a:r>
          </a:p>
        </p:txBody>
      </p:sp>
      <p:sp>
        <p:nvSpPr>
          <p:cNvPr id="24" name="“가입 안 해도 총무가 제 말을 기록해주는 건 좋은데, 중요한 안건은 계속 전화로 설명해줬으면 해요.”">
            <a:extLst xmlns:a="http://schemas.openxmlformats.org/drawingml/2006/main">
              <a:ext uri="{FF2B5EF4-FFF2-40B4-BE49-F238E27FC236}">
                <a16:creationId xmlns:a16="http://schemas.microsoft.com/office/drawing/2014/main" id="{318E5C3D-C8DC-4688-8665-A8FE466E13DE}"/>
              </a:ext>
            </a:extLst>
          </p:cNvPr>
          <p:cNvSpPr>
            <a:spLocks xmlns:a="http://schemas.openxmlformats.org/drawingml/2006/main" noGrp="1"/>
          </p:cNvSpPr>
          <p:nvPr/>
        </p:nvSpPr>
        <p:spPr>
          <a:xfrm xmlns:a="http://schemas.openxmlformats.org/drawingml/2006/main">
            <a:off x="4829175" y="2847975"/>
            <a:ext cx="365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83E35"/>
                </a:solidFill>
                <a:latin typeface="Pretendard"/>
                <a:ea typeface="Pretendard"/>
                <a:cs typeface="Pretendard"/>
              </a:defRPr>
            </a:defPPr>
          </a:lstStyle>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“가입 안 해도 총무가 제 말을 기록해주는 건 좋은데,</a:t>
            </a:r>
          </a:p>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중요한 안건은 계속 전화로 설명해줬으면 해요.”</a:t>
            </a:r>
          </a:p>
        </p:txBody>
      </p:sp>
      <p:sp>
        <p:nvSpPr>
          <p:cNvPr id="25" name="">
            <a:extLst xmlns:a="http://schemas.openxmlformats.org/drawingml/2006/main">
              <a:ext uri="{FF2B5EF4-FFF2-40B4-BE49-F238E27FC236}">
                <a16:creationId xmlns:a16="http://schemas.microsoft.com/office/drawing/2014/main" id="{59551B80-1BE9-4B0D-BCED-10438159612F}"/>
              </a:ext>
            </a:extLst>
          </p:cNvPr>
          <p:cNvSpPr>
            <a:spLocks xmlns:a="http://schemas.openxmlformats.org/drawingml/2006/main" noGrp="1"/>
          </p:cNvSpPr>
          <p:nvPr/>
        </p:nvSpPr>
        <p:spPr>
          <a:xfrm xmlns:a="http://schemas.openxmlformats.org/drawingml/2006/main">
            <a:off x="495300" y="3619500"/>
            <a:ext cx="3981450" cy="1114425"/>
          </a:xfrm>
          <a:prstGeom xmlns:a="http://schemas.openxmlformats.org/drawingml/2006/main" prst="roundRect">
            <a:avLst>
              <a:gd name="adj" fmla="val 6838"/>
            </a:avLst>
          </a:prstGeom>
          <a:solidFill xmlns:a="http://schemas.openxmlformats.org/drawingml/2006/main">
            <a:srgbClr val="FFFFFF"/>
          </a:solidFill>
          <a:ln xmlns:a="http://schemas.openxmlformats.org/drawingml/2006/main" w="6668">
            <a:solidFill>
              <a:srgbClr val="D2DCD6"/>
            </a:solidFill>
          </a:ln>
        </p:spPr>
      </p:sp>
      <p:sp>
        <p:nvSpPr>
          <p:cNvPr id="26" name="이상훈">
            <a:extLst xmlns:a="http://schemas.openxmlformats.org/drawingml/2006/main">
              <a:ext uri="{FF2B5EF4-FFF2-40B4-BE49-F238E27FC236}">
                <a16:creationId xmlns:a16="http://schemas.microsoft.com/office/drawing/2014/main" id="{6EB72D2A-9F6D-4F26-931E-5386B61191F4}"/>
              </a:ext>
            </a:extLst>
          </p:cNvPr>
          <p:cNvSpPr>
            <a:spLocks xmlns:a="http://schemas.openxmlformats.org/drawingml/2006/main" noGrp="1"/>
          </p:cNvSpPr>
          <p:nvPr/>
        </p:nvSpPr>
        <p:spPr>
          <a:xfrm xmlns:a="http://schemas.openxmlformats.org/drawingml/2006/main">
            <a:off x="657225" y="3733800"/>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3E35"/>
                </a:solidFill>
                <a:latin typeface="Pretendard"/>
                <a:ea typeface="Pretendard"/>
                <a:cs typeface="Pretendard"/>
              </a:defRPr>
            </a:defPPr>
          </a:lstStyle>
          <a:p xmlns:a="http://schemas.openxmlformats.org/drawingml/2006/main">
            <a:pPr algn="l">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이상훈</a:t>
            </a:r>
          </a:p>
        </p:txBody>
      </p:sp>
      <p:sp>
        <p:nvSpPr>
          <p:cNvPr id="27" name="55세 · 종원">
            <a:extLst xmlns:a="http://schemas.openxmlformats.org/drawingml/2006/main">
              <a:ext uri="{FF2B5EF4-FFF2-40B4-BE49-F238E27FC236}">
                <a16:creationId xmlns:a16="http://schemas.microsoft.com/office/drawing/2014/main" id="{BCC597A7-26CF-4920-B617-DC76611AC3E4}"/>
              </a:ext>
            </a:extLst>
          </p:cNvPr>
          <p:cNvSpPr>
            <a:spLocks xmlns:a="http://schemas.openxmlformats.org/drawingml/2006/main" noGrp="1"/>
          </p:cNvSpPr>
          <p:nvPr/>
        </p:nvSpPr>
        <p:spPr>
          <a:xfrm xmlns:a="http://schemas.openxmlformats.org/drawingml/2006/main">
            <a:off x="1514475" y="3781425"/>
            <a:ext cx="19145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55세 · 종원</a:t>
            </a:r>
          </a:p>
        </p:txBody>
      </p:sp>
      <p:sp>
        <p:nvSpPr>
          <p:cNvPr id="28" name="★ 4.5">
            <a:extLst xmlns:a="http://schemas.openxmlformats.org/drawingml/2006/main">
              <a:ext uri="{FF2B5EF4-FFF2-40B4-BE49-F238E27FC236}">
                <a16:creationId xmlns:a16="http://schemas.microsoft.com/office/drawing/2014/main" id="{5CD7A105-51AB-425C-AD88-7F810132E853}"/>
              </a:ext>
            </a:extLst>
          </p:cNvPr>
          <p:cNvSpPr>
            <a:spLocks xmlns:a="http://schemas.openxmlformats.org/drawingml/2006/main" noGrp="1"/>
          </p:cNvSpPr>
          <p:nvPr/>
        </p:nvSpPr>
        <p:spPr>
          <a:xfrm xmlns:a="http://schemas.openxmlformats.org/drawingml/2006/main">
            <a:off x="3429000" y="3714750"/>
            <a:ext cx="895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75" b="1">
                <a:solidFill>
                  <a:srgbClr val="567D89"/>
                </a:solidFill>
                <a:latin typeface="Pretendard"/>
                <a:ea typeface="Pretendard"/>
                <a:cs typeface="Pretendard"/>
              </a:defRPr>
            </a:defPPr>
          </a:lstStyle>
          <a:p xmlns:a="http://schemas.openxmlformats.org/drawingml/2006/main">
            <a:pPr algn="r">
              <a:defRPr sz="1875" b="1">
                <a:solidFill>
                  <a:srgbClr val="567D89"/>
                </a:solidFill>
                <a:latin typeface="Pretendard"/>
                <a:ea typeface="Pretendard"/>
                <a:cs typeface="Pretendard"/>
              </a:defRPr>
            </a:pPr>
            <a:r>
              <a:rPr sz="1875" b="1">
                <a:solidFill>
                  <a:srgbClr val="567D89"/>
                </a:solidFill>
                <a:latin typeface="Pretendard"/>
                <a:ea typeface="Pretendard"/>
                <a:cs typeface="Pretendard"/>
              </a:rPr>
              <a:t>★ 4.5</a:t>
            </a:r>
          </a:p>
        </p:txBody>
      </p:sp>
      <p:sp>
        <p:nvSpPr>
          <p:cNvPr id="29" name="“회의록 원본과 정정 이유를 직접 확인할 수 있으니, 말이 엇갈려도 어떤 기록부터 봐야 할지는 알겠네요.”">
            <a:extLst xmlns:a="http://schemas.openxmlformats.org/drawingml/2006/main">
              <a:ext uri="{FF2B5EF4-FFF2-40B4-BE49-F238E27FC236}">
                <a16:creationId xmlns:a16="http://schemas.microsoft.com/office/drawing/2014/main" id="{E3D729F1-81E0-4E46-8479-77C295CA1762}"/>
              </a:ext>
            </a:extLst>
          </p:cNvPr>
          <p:cNvSpPr>
            <a:spLocks xmlns:a="http://schemas.openxmlformats.org/drawingml/2006/main" noGrp="1"/>
          </p:cNvSpPr>
          <p:nvPr/>
        </p:nvSpPr>
        <p:spPr>
          <a:xfrm xmlns:a="http://schemas.openxmlformats.org/drawingml/2006/main">
            <a:off x="657225" y="4057650"/>
            <a:ext cx="365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83E35"/>
                </a:solidFill>
                <a:latin typeface="Pretendard"/>
                <a:ea typeface="Pretendard"/>
                <a:cs typeface="Pretendard"/>
              </a:defRPr>
            </a:defPPr>
          </a:lstStyle>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“회의록 원본과 정정 이유를 직접 확인할 수 있으니,</a:t>
            </a:r>
          </a:p>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말이 엇갈려도 어떤 기록부터 봐야 할지는 알겠네요.”</a:t>
            </a:r>
          </a:p>
        </p:txBody>
      </p:sp>
      <p:sp>
        <p:nvSpPr>
          <p:cNvPr id="30" name="">
            <a:extLst xmlns:a="http://schemas.openxmlformats.org/drawingml/2006/main">
              <a:ext uri="{FF2B5EF4-FFF2-40B4-BE49-F238E27FC236}">
                <a16:creationId xmlns:a16="http://schemas.microsoft.com/office/drawing/2014/main" id="{937801CF-CADA-440F-9E01-2E0C82D208B1}"/>
              </a:ext>
            </a:extLst>
          </p:cNvPr>
          <p:cNvSpPr>
            <a:spLocks xmlns:a="http://schemas.openxmlformats.org/drawingml/2006/main" noGrp="1"/>
          </p:cNvSpPr>
          <p:nvPr/>
        </p:nvSpPr>
        <p:spPr>
          <a:xfrm xmlns:a="http://schemas.openxmlformats.org/drawingml/2006/main">
            <a:off x="4667250" y="3619500"/>
            <a:ext cx="3981450" cy="1114425"/>
          </a:xfrm>
          <a:prstGeom xmlns:a="http://schemas.openxmlformats.org/drawingml/2006/main" prst="roundRect">
            <a:avLst>
              <a:gd name="adj" fmla="val 6838"/>
            </a:avLst>
          </a:prstGeom>
          <a:solidFill xmlns:a="http://schemas.openxmlformats.org/drawingml/2006/main">
            <a:srgbClr val="FFFFFF"/>
          </a:solidFill>
          <a:ln xmlns:a="http://schemas.openxmlformats.org/drawingml/2006/main" w="6668">
            <a:solidFill>
              <a:srgbClr val="D2DCD6"/>
            </a:solidFill>
          </a:ln>
        </p:spPr>
      </p:sp>
      <p:sp>
        <p:nvSpPr>
          <p:cNvPr id="31" name="정수민">
            <a:extLst xmlns:a="http://schemas.openxmlformats.org/drawingml/2006/main">
              <a:ext uri="{FF2B5EF4-FFF2-40B4-BE49-F238E27FC236}">
                <a16:creationId xmlns:a16="http://schemas.microsoft.com/office/drawing/2014/main" id="{8ACD0BDE-C115-4964-B4B9-3008FFB8AC8C}"/>
              </a:ext>
            </a:extLst>
          </p:cNvPr>
          <p:cNvSpPr>
            <a:spLocks xmlns:a="http://schemas.openxmlformats.org/drawingml/2006/main" noGrp="1"/>
          </p:cNvSpPr>
          <p:nvPr/>
        </p:nvSpPr>
        <p:spPr>
          <a:xfrm xmlns:a="http://schemas.openxmlformats.org/drawingml/2006/main">
            <a:off x="4829175" y="3733800"/>
            <a:ext cx="8858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650" b="1">
                <a:solidFill>
                  <a:srgbClr val="183E35"/>
                </a:solidFill>
                <a:latin typeface="Pretendard"/>
                <a:ea typeface="Pretendard"/>
                <a:cs typeface="Pretendard"/>
              </a:defRPr>
            </a:defPPr>
          </a:lstStyle>
          <a:p xmlns:a="http://schemas.openxmlformats.org/drawingml/2006/main">
            <a:pPr algn="l">
              <a:defRPr sz="1650" b="1">
                <a:solidFill>
                  <a:srgbClr val="183E35"/>
                </a:solidFill>
                <a:latin typeface="Pretendard"/>
                <a:ea typeface="Pretendard"/>
                <a:cs typeface="Pretendard"/>
              </a:defRPr>
            </a:pPr>
            <a:r>
              <a:rPr sz="1650" b="1">
                <a:solidFill>
                  <a:srgbClr val="183E35"/>
                </a:solidFill>
                <a:latin typeface="Pretendard"/>
                <a:ea typeface="Pretendard"/>
                <a:cs typeface="Pretendard"/>
              </a:rPr>
              <a:t>정수민</a:t>
            </a:r>
          </a:p>
        </p:txBody>
      </p:sp>
      <p:sp>
        <p:nvSpPr>
          <p:cNvPr id="32" name="토지 등기 법무사">
            <a:extLst xmlns:a="http://schemas.openxmlformats.org/drawingml/2006/main">
              <a:ext uri="{FF2B5EF4-FFF2-40B4-BE49-F238E27FC236}">
                <a16:creationId xmlns:a16="http://schemas.microsoft.com/office/drawing/2014/main" id="{A14A5110-2370-4466-ACD9-E255AC1E3C2E}"/>
              </a:ext>
            </a:extLst>
          </p:cNvPr>
          <p:cNvSpPr>
            <a:spLocks xmlns:a="http://schemas.openxmlformats.org/drawingml/2006/main" noGrp="1"/>
          </p:cNvSpPr>
          <p:nvPr/>
        </p:nvSpPr>
        <p:spPr>
          <a:xfrm xmlns:a="http://schemas.openxmlformats.org/drawingml/2006/main">
            <a:off x="5686425" y="3781425"/>
            <a:ext cx="19145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125">
                <a:solidFill>
                  <a:srgbClr val="687568"/>
                </a:solidFill>
                <a:latin typeface="Pretendard"/>
                <a:ea typeface="Pretendard"/>
                <a:cs typeface="Pretendard"/>
              </a:defRPr>
            </a:defPPr>
          </a:lstStyle>
          <a:p xmlns:a="http://schemas.openxmlformats.org/drawingml/2006/main">
            <a:pPr algn="l">
              <a:defRPr sz="1125">
                <a:solidFill>
                  <a:srgbClr val="687568"/>
                </a:solidFill>
                <a:latin typeface="Pretendard"/>
                <a:ea typeface="Pretendard"/>
                <a:cs typeface="Pretendard"/>
              </a:defRPr>
            </a:pPr>
            <a:r>
              <a:rPr sz="1125">
                <a:solidFill>
                  <a:srgbClr val="687568"/>
                </a:solidFill>
                <a:latin typeface="Pretendard"/>
                <a:ea typeface="Pretendard"/>
                <a:cs typeface="Pretendard"/>
              </a:rPr>
              <a:t>토지 등기 법무사</a:t>
            </a:r>
          </a:p>
        </p:txBody>
      </p:sp>
      <p:sp>
        <p:nvSpPr>
          <p:cNvPr id="33" name="★ 4.5">
            <a:extLst xmlns:a="http://schemas.openxmlformats.org/drawingml/2006/main">
              <a:ext uri="{FF2B5EF4-FFF2-40B4-BE49-F238E27FC236}">
                <a16:creationId xmlns:a16="http://schemas.microsoft.com/office/drawing/2014/main" id="{DB282E14-2039-4808-8329-70716FF624B4}"/>
              </a:ext>
            </a:extLst>
          </p:cNvPr>
          <p:cNvSpPr>
            <a:spLocks xmlns:a="http://schemas.openxmlformats.org/drawingml/2006/main" noGrp="1"/>
          </p:cNvSpPr>
          <p:nvPr/>
        </p:nvSpPr>
        <p:spPr>
          <a:xfrm xmlns:a="http://schemas.openxmlformats.org/drawingml/2006/main">
            <a:off x="7600950" y="3714750"/>
            <a:ext cx="8953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1875" b="1">
                <a:solidFill>
                  <a:srgbClr val="567D89"/>
                </a:solidFill>
                <a:latin typeface="Pretendard"/>
                <a:ea typeface="Pretendard"/>
                <a:cs typeface="Pretendard"/>
              </a:defRPr>
            </a:defPPr>
          </a:lstStyle>
          <a:p xmlns:a="http://schemas.openxmlformats.org/drawingml/2006/main">
            <a:pPr algn="r">
              <a:defRPr sz="1875" b="1">
                <a:solidFill>
                  <a:srgbClr val="567D89"/>
                </a:solidFill>
                <a:latin typeface="Pretendard"/>
                <a:ea typeface="Pretendard"/>
                <a:cs typeface="Pretendard"/>
              </a:defRPr>
            </a:pPr>
            <a:r>
              <a:rPr sz="1875" b="1">
                <a:solidFill>
                  <a:srgbClr val="567D89"/>
                </a:solidFill>
                <a:latin typeface="Pretendard"/>
                <a:ea typeface="Pretendard"/>
                <a:cs typeface="Pretendard"/>
              </a:rPr>
              <a:t>★ 4.5</a:t>
            </a:r>
          </a:p>
        </p:txBody>
      </p:sp>
      <p:sp>
        <p:nvSpPr>
          <p:cNvPr id="34" name="“신청 목적과 빠진 서류가 정리돼 있으면 상담을 시작하기 수월하고, 원본과 위임 관계 확인에 더 집중할 수 있겠어요.”">
            <a:extLst xmlns:a="http://schemas.openxmlformats.org/drawingml/2006/main">
              <a:ext uri="{FF2B5EF4-FFF2-40B4-BE49-F238E27FC236}">
                <a16:creationId xmlns:a16="http://schemas.microsoft.com/office/drawing/2014/main" id="{5BFECC99-CFDB-4776-8D6C-725AD16741A9}"/>
              </a:ext>
            </a:extLst>
          </p:cNvPr>
          <p:cNvSpPr>
            <a:spLocks xmlns:a="http://schemas.openxmlformats.org/drawingml/2006/main" noGrp="1"/>
          </p:cNvSpPr>
          <p:nvPr/>
        </p:nvSpPr>
        <p:spPr>
          <a:xfrm xmlns:a="http://schemas.openxmlformats.org/drawingml/2006/main">
            <a:off x="4829175" y="4057650"/>
            <a:ext cx="36576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388">
                <a:solidFill>
                  <a:srgbClr val="183E35"/>
                </a:solidFill>
                <a:latin typeface="Pretendard"/>
                <a:ea typeface="Pretendard"/>
                <a:cs typeface="Pretendard"/>
              </a:defRPr>
            </a:defPPr>
          </a:lstStyle>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“신청 목적과 빠진 서류가 정리돼 있으면 상담을</a:t>
            </a:r>
          </a:p>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시작하기 수월하고, 원본과 위임 관계 확인에 더</a:t>
            </a:r>
          </a:p>
          <a:p xmlns:a="http://schemas.openxmlformats.org/drawingml/2006/main">
            <a:pPr algn="l">
              <a:defRPr sz="1388">
                <a:solidFill>
                  <a:srgbClr val="183E35"/>
                </a:solidFill>
                <a:latin typeface="Pretendard"/>
                <a:ea typeface="Pretendard"/>
                <a:cs typeface="Pretendard"/>
              </a:defRPr>
            </a:pPr>
            <a:r>
              <a:rPr sz="1388">
                <a:solidFill>
                  <a:srgbClr val="183E35"/>
                </a:solidFill>
                <a:latin typeface="Pretendard"/>
                <a:ea typeface="Pretendard"/>
                <a:cs typeface="Pretendard"/>
              </a:rPr>
              <a:t>집중할 수 있겠어요.”</a:t>
            </a:r>
          </a:p>
        </p:txBody>
      </p:sp>
    </p:spTree>
    <p:extLst>
      <p:ext uri="{BB962C8B-B14F-4D97-AF65-F5344CB8AC3E}">
        <p14:creationId xmlns:p14="http://schemas.microsoft.com/office/powerpoint/2010/main" val="973008971"/>
      </p:ext>
    </p:extLst>
  </p:cSld>
</p:sld>
</file>

<file path=ppt/slides/slide28.xml><?xml version="1.0" encoding="utf-8"?>
<p:sld xmlns:p="http://schemas.openxmlformats.org/presentationml/2006/main">
  <p:cSld>
    <p:bg>
      <p:bgPr>
        <a:solidFill xmlns:a="http://schemas.openxmlformats.org/drawingml/2006/main">
          <a:srgbClr val="173F49"/>
        </a:solidFill>
      </p:bgPr>
    </p:bg>
    <p:spTree>
      <p:nvGrpSpPr>
        <p:cNvPr id="1" name=""/>
        <p:cNvGrpSpPr/>
        <p:nvPr/>
      </p:nvGrpSpPr>
      <p:grpSpPr>
        <a:xfrm xmlns:a="http://schemas.openxmlformats.org/drawingml/2006/main"/>
      </p:grpSpPr>
      <p:sp>
        <p:nvSpPr>
          <p:cNvPr id="3" name="One More">
            <a:extLst xmlns:a="http://schemas.openxmlformats.org/drawingml/2006/main">
              <a:ext uri="{FF2B5EF4-FFF2-40B4-BE49-F238E27FC236}">
                <a16:creationId xmlns:a16="http://schemas.microsoft.com/office/drawing/2014/main" id="{9EF5D9E3-4CAC-4575-9317-3789A8A49868}"/>
              </a:ext>
            </a:extLst>
          </p:cNvPr>
          <p:cNvSpPr>
            <a:spLocks xmlns:a="http://schemas.openxmlformats.org/drawingml/2006/main" noGrp="1"/>
          </p:cNvSpPr>
          <p:nvPr/>
        </p:nvSpPr>
        <p:spPr>
          <a:xfrm xmlns:a="http://schemas.openxmlformats.org/drawingml/2006/main">
            <a:off x="619125" y="1095375"/>
            <a:ext cx="7962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600" b="1">
                <a:solidFill>
                  <a:srgbClr val="F5F2E9"/>
                </a:solidFill>
                <a:latin typeface="Pretendard"/>
                <a:ea typeface="Pretendard"/>
                <a:cs typeface="Pretendard"/>
              </a:defRPr>
            </a:defPPr>
          </a:lstStyle>
          <a:p xmlns:a="http://schemas.openxmlformats.org/drawingml/2006/main">
            <a:pPr algn="l">
              <a:defRPr sz="6600" b="1">
                <a:solidFill>
                  <a:srgbClr val="F5F2E9"/>
                </a:solidFill>
                <a:latin typeface="Pretendard"/>
                <a:ea typeface="Pretendard"/>
                <a:cs typeface="Pretendard"/>
              </a:defRPr>
            </a:pPr>
            <a:r>
              <a:rPr sz="6600" b="1">
                <a:solidFill>
                  <a:srgbClr val="F5F2E9"/>
                </a:solidFill>
                <a:latin typeface="Pretendard"/>
                <a:ea typeface="Pretendard"/>
                <a:cs typeface="Pretendard"/>
              </a:rPr>
              <a:t>One More</a:t>
            </a:r>
          </a:p>
        </p:txBody>
      </p:sp>
      <p:sp>
        <p:nvSpPr>
          <p:cNvPr id="2" name="Thing">
            <a:extLst xmlns:a="http://schemas.openxmlformats.org/drawingml/2006/main">
              <a:ext uri="{FF2B5EF4-FFF2-40B4-BE49-F238E27FC236}">
                <a16:creationId xmlns:a16="http://schemas.microsoft.com/office/drawing/2014/main" id="{BD66804D-1CEA-4502-9988-D1FBFD620B99}"/>
              </a:ext>
            </a:extLst>
          </p:cNvPr>
          <p:cNvSpPr>
            <a:spLocks xmlns:a="http://schemas.openxmlformats.org/drawingml/2006/main" noGrp="1"/>
          </p:cNvSpPr>
          <p:nvPr/>
        </p:nvSpPr>
        <p:spPr>
          <a:xfrm xmlns:a="http://schemas.openxmlformats.org/drawingml/2006/main">
            <a:off x="590550" y="2390775"/>
            <a:ext cx="799147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7725" b="1">
                <a:solidFill>
                  <a:srgbClr val="F5F2E9"/>
                </a:solidFill>
                <a:latin typeface="Pretendard"/>
                <a:ea typeface="Pretendard"/>
                <a:cs typeface="Pretendard"/>
              </a:defRPr>
            </a:defPPr>
          </a:lstStyle>
          <a:p xmlns:a="http://schemas.openxmlformats.org/drawingml/2006/main">
            <a:pPr algn="l">
              <a:defRPr sz="7725" b="1">
                <a:solidFill>
                  <a:srgbClr val="F5F2E9"/>
                </a:solidFill>
                <a:latin typeface="Pretendard"/>
                <a:ea typeface="Pretendard"/>
                <a:cs typeface="Pretendard"/>
              </a:defRPr>
            </a:pPr>
            <a:r>
              <a:rPr sz="7725" b="1">
                <a:solidFill>
                  <a:srgbClr val="F5F2E9"/>
                </a:solidFill>
                <a:latin typeface="Pretendard"/>
                <a:ea typeface="Pretendard"/>
                <a:cs typeface="Pretendard"/>
              </a:rPr>
              <a:t>Thing</a:t>
            </a:r>
          </a:p>
        </p:txBody>
      </p:sp>
    </p:spTree>
    <p:extLst>
      <p:ext uri="{BB962C8B-B14F-4D97-AF65-F5344CB8AC3E}">
        <p14:creationId xmlns:p14="http://schemas.microsoft.com/office/powerpoint/2010/main" val="210412592"/>
      </p:ext>
    </p:extLst>
  </p:cSld>
</p:sld>
</file>

<file path=ppt/slides/slide29.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16" name="One More Thing">
            <a:extLst xmlns:a="http://schemas.openxmlformats.org/drawingml/2006/main">
              <a:ext uri="{FF2B5EF4-FFF2-40B4-BE49-F238E27FC236}">
                <a16:creationId xmlns:a16="http://schemas.microsoft.com/office/drawing/2014/main" id="{99253239-2724-4719-9586-D5C2F586FF9E}"/>
              </a:ext>
            </a:extLst>
          </p:cNvPr>
          <p:cNvSpPr>
            <a:spLocks xmlns:a="http://schemas.openxmlformats.org/drawingml/2006/main" noGrp="1"/>
          </p:cNvSpPr>
          <p:nvPr/>
        </p:nvSpPr>
        <p:spPr>
          <a:xfrm xmlns:a="http://schemas.openxmlformats.org/drawingml/2006/main">
            <a:off x="504825" y="257175"/>
            <a:ext cx="628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1050">
                <a:solidFill>
                  <a:srgbClr val="687568"/>
                </a:solidFill>
                <a:latin typeface="Pretendard"/>
                <a:ea typeface="Pretendard"/>
                <a:cs typeface="Pretendard"/>
              </a:defRPr>
            </a:defPPr>
          </a:lstStyle>
          <a:p xmlns:a="http://schemas.openxmlformats.org/drawingml/2006/main">
            <a:pPr algn="l">
              <a:defRPr sz="1050">
                <a:solidFill>
                  <a:srgbClr val="687568"/>
                </a:solidFill>
                <a:latin typeface="Pretendard"/>
                <a:ea typeface="Pretendard"/>
                <a:cs typeface="Pretendard"/>
              </a:defRPr>
            </a:pPr>
            <a:r>
              <a:rPr sz="1050">
                <a:solidFill>
                  <a:srgbClr val="687568"/>
                </a:solidFill>
                <a:latin typeface="Pretendard"/>
                <a:ea typeface="Pretendard"/>
                <a:cs typeface="Pretendard"/>
              </a:rPr>
              <a:t>One More Thing</a:t>
            </a:r>
          </a:p>
        </p:txBody>
      </p:sp>
      <p:sp>
        <p:nvSpPr>
          <p:cNvPr id="2" name="ChatGPT 연동">
            <a:extLst xmlns:a="http://schemas.openxmlformats.org/drawingml/2006/main">
              <a:ext uri="{FF2B5EF4-FFF2-40B4-BE49-F238E27FC236}">
                <a16:creationId xmlns:a16="http://schemas.microsoft.com/office/drawing/2014/main" id="{B93AAF7C-6BAC-4C48-AC42-42A454FE2CE0}"/>
              </a:ext>
            </a:extLst>
          </p:cNvPr>
          <p:cNvSpPr>
            <a:spLocks xmlns:a="http://schemas.openxmlformats.org/drawingml/2006/main" noGrp="1"/>
          </p:cNvSpPr>
          <p:nvPr/>
        </p:nvSpPr>
        <p:spPr>
          <a:xfrm xmlns:a="http://schemas.openxmlformats.org/drawingml/2006/main">
            <a:off x="476250" y="628650"/>
            <a:ext cx="82486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3000" b="1">
                <a:solidFill>
                  <a:srgbClr val="183E35"/>
                </a:solidFill>
                <a:latin typeface="Pretendard"/>
                <a:ea typeface="Pretendard"/>
                <a:cs typeface="Pretendard"/>
              </a:defRPr>
            </a:defPPr>
          </a:lstStyle>
          <a:p xmlns:a="http://schemas.openxmlformats.org/drawingml/2006/main">
            <a:pPr algn="l">
              <a:defRPr sz="3000" b="1">
                <a:solidFill>
                  <a:srgbClr val="183E35"/>
                </a:solidFill>
                <a:latin typeface="Pretendard"/>
                <a:ea typeface="Pretendard"/>
                <a:cs typeface="Pretendard"/>
              </a:defRPr>
            </a:pPr>
            <a:r>
              <a:rPr sz="3000" b="1">
                <a:solidFill>
                  <a:srgbClr val="183E35"/>
                </a:solidFill>
                <a:latin typeface="Pretendard"/>
                <a:ea typeface="Pretendard"/>
                <a:cs typeface="Pretendard"/>
              </a:rPr>
              <a:t>ChatGPT 연동</a:t>
            </a:r>
          </a:p>
        </p:txBody>
      </p:sp>
      <p:sp>
        <p:nvSpPr>
          <p:cNvPr id="3" name="29">
            <a:extLst xmlns:a="http://schemas.openxmlformats.org/drawingml/2006/main">
              <a:ext uri="{FF2B5EF4-FFF2-40B4-BE49-F238E27FC236}">
                <a16:creationId xmlns:a16="http://schemas.microsoft.com/office/drawing/2014/main" id="{47DDED68-70EA-4626-9A87-B17C9D9EB564}"/>
              </a:ext>
            </a:extLst>
          </p:cNvPr>
          <p:cNvSpPr>
            <a:spLocks xmlns:a="http://schemas.openxmlformats.org/drawingml/2006/main" noGrp="1"/>
          </p:cNvSpPr>
          <p:nvPr/>
        </p:nvSpPr>
        <p:spPr>
          <a:xfrm xmlns:a="http://schemas.openxmlformats.org/drawingml/2006/main">
            <a:off x="8534400" y="4781550"/>
            <a:ext cx="2952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r">
              <a:defRPr sz="975" b="0">
                <a:solidFill>
                  <a:srgbClr val="687568"/>
                </a:solidFill>
                <a:latin typeface="Pretendard"/>
                <a:ea typeface="Pretendard"/>
                <a:cs typeface="Pretendard"/>
              </a:defRPr>
            </a:defPPr>
          </a:lstStyle>
          <a:p xmlns:a="http://schemas.openxmlformats.org/drawingml/2006/main">
            <a:pPr algn="r">
              <a:defRPr sz="975" b="0">
                <a:solidFill>
                  <a:srgbClr val="687568"/>
                </a:solidFill>
                <a:latin typeface="Pretendard"/>
                <a:ea typeface="Pretendard"/>
                <a:cs typeface="Pretendard"/>
              </a:defRPr>
            </a:pPr>
            <a:r>
              <a:rPr sz="975" b="0">
                <a:solidFill>
                  <a:srgbClr val="687568"/>
                </a:solidFill>
                <a:latin typeface="Pretendard"/>
                <a:ea typeface="Pretendard"/>
                <a:cs typeface="Pretendard"/>
              </a:rPr>
              <a:t>29</a:t>
            </a:r>
          </a:p>
        </p:txBody>
      </p:sp>
      <p:sp>
        <p:nvSpPr>
          <p:cNvPr id="4" name="">
            <a:extLst xmlns:a="http://schemas.openxmlformats.org/drawingml/2006/main">
              <a:ext uri="{FF2B5EF4-FFF2-40B4-BE49-F238E27FC236}">
                <a16:creationId xmlns:a16="http://schemas.microsoft.com/office/drawing/2014/main" id="{89FE96A7-AAC0-4F58-AFF7-D54A0F252270}"/>
              </a:ext>
            </a:extLst>
          </p:cNvPr>
          <p:cNvSpPr>
            <a:spLocks xmlns:a="http://schemas.openxmlformats.org/drawingml/2006/main" noGrp="1"/>
          </p:cNvSpPr>
          <p:nvPr/>
        </p:nvSpPr>
        <p:spPr>
          <a:xfrm xmlns:a="http://schemas.openxmlformats.org/drawingml/2006/main">
            <a:off x="1009650" y="173355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5" name="">
            <a:extLst xmlns:a="http://schemas.openxmlformats.org/drawingml/2006/main">
              <a:ext uri="{FF2B5EF4-FFF2-40B4-BE49-F238E27FC236}">
                <a16:creationId xmlns:a16="http://schemas.microsoft.com/office/drawing/2014/main" id="{45B81240-71CB-49E1-84E7-03CD790533D6}"/>
              </a:ext>
            </a:extLst>
          </p:cNvPr>
          <p:cNvPicPr>
            <a:picLocks xmlns:a="http://schemas.openxmlformats.org/drawingml/2006/main" noChangeAspect="1"/>
          </p:cNvPicPr>
          <p:nvPr/>
        </p:nvPicPr>
        <p:blipFill>
          <a:blip xmlns:r="http://schemas.openxmlformats.org/officeDocument/2006/relationships" xmlns:a="http://schemas.openxmlformats.org/drawingml/2006/main" r:embed="R1f0a831a6d514d65"/>
          <a:stretch xmlns:a="http://schemas.openxmlformats.org/drawingml/2006/main"/>
        </p:blipFill>
        <p:spPr>
          <a:xfrm xmlns:a="http://schemas.openxmlformats.org/drawingml/2006/main">
            <a:off x="1390650" y="2114550"/>
            <a:ext cx="685800" cy="685800"/>
          </a:xfrm>
          <a:prstGeom xmlns:a="http://schemas.openxmlformats.org/drawingml/2006/main" prst="rect">
            <a:avLst/>
          </a:prstGeom>
        </p:spPr>
      </p:pic>
      <p:sp>
        <p:nvSpPr>
          <p:cNvPr id="6" name="Skills">
            <a:extLst xmlns:a="http://schemas.openxmlformats.org/drawingml/2006/main">
              <a:ext uri="{FF2B5EF4-FFF2-40B4-BE49-F238E27FC236}">
                <a16:creationId xmlns:a16="http://schemas.microsoft.com/office/drawing/2014/main" id="{E58736D8-B4C6-4428-B6A2-264E80AD26B0}"/>
              </a:ext>
            </a:extLst>
          </p:cNvPr>
          <p:cNvSpPr>
            <a:spLocks xmlns:a="http://schemas.openxmlformats.org/drawingml/2006/main" noGrp="1"/>
          </p:cNvSpPr>
          <p:nvPr/>
        </p:nvSpPr>
        <p:spPr>
          <a:xfrm xmlns:a="http://schemas.openxmlformats.org/drawingml/2006/main">
            <a:off x="5524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Skills</a:t>
            </a:r>
          </a:p>
        </p:txBody>
      </p:sp>
      <p:sp>
        <p:nvSpPr>
          <p:cNvPr id="7" name="업무 절차">
            <a:extLst xmlns:a="http://schemas.openxmlformats.org/drawingml/2006/main">
              <a:ext uri="{FF2B5EF4-FFF2-40B4-BE49-F238E27FC236}">
                <a16:creationId xmlns:a16="http://schemas.microsoft.com/office/drawing/2014/main" id="{CDF7C1FF-A6ED-4CC0-9C2F-3146714D7507}"/>
              </a:ext>
            </a:extLst>
          </p:cNvPr>
          <p:cNvSpPr>
            <a:spLocks xmlns:a="http://schemas.openxmlformats.org/drawingml/2006/main" noGrp="1"/>
          </p:cNvSpPr>
          <p:nvPr/>
        </p:nvSpPr>
        <p:spPr>
          <a:xfrm xmlns:a="http://schemas.openxmlformats.org/drawingml/2006/main">
            <a:off x="7048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업무 절차</a:t>
            </a:r>
          </a:p>
        </p:txBody>
      </p:sp>
      <p:sp>
        <p:nvSpPr>
          <p:cNvPr id="8" name="">
            <a:extLst xmlns:a="http://schemas.openxmlformats.org/drawingml/2006/main">
              <a:ext uri="{FF2B5EF4-FFF2-40B4-BE49-F238E27FC236}">
                <a16:creationId xmlns:a16="http://schemas.microsoft.com/office/drawing/2014/main" id="{4045D434-1AC3-4EB9-B98F-120DF04BF6F0}"/>
              </a:ext>
            </a:extLst>
          </p:cNvPr>
          <p:cNvSpPr>
            <a:spLocks xmlns:a="http://schemas.openxmlformats.org/drawingml/2006/main" noGrp="1"/>
          </p:cNvSpPr>
          <p:nvPr/>
        </p:nvSpPr>
        <p:spPr>
          <a:xfrm xmlns:a="http://schemas.openxmlformats.org/drawingml/2006/main">
            <a:off x="3829050" y="1733550"/>
            <a:ext cx="1447800" cy="1447800"/>
          </a:xfrm>
          <a:prstGeom xmlns:a="http://schemas.openxmlformats.org/drawingml/2006/main" prst="ellipse">
            <a:avLst/>
          </a:prstGeom>
          <a:solidFill xmlns:a="http://schemas.openxmlformats.org/drawingml/2006/main">
            <a:srgbClr val="183E35"/>
          </a:solidFill>
          <a:ln xmlns:a="http://schemas.openxmlformats.org/drawingml/2006/main" w="0">
            <a:noFill/>
          </a:ln>
        </p:spPr>
      </p:sp>
      <p:pic>
        <p:nvPicPr>
          <p:cNvPr id="9" name="">
            <a:extLst xmlns:a="http://schemas.openxmlformats.org/drawingml/2006/main">
              <a:ext uri="{FF2B5EF4-FFF2-40B4-BE49-F238E27FC236}">
                <a16:creationId xmlns:a16="http://schemas.microsoft.com/office/drawing/2014/main" id="{DA3ED4B1-414A-476C-AA3D-AF68EC5B3B12}"/>
              </a:ext>
            </a:extLst>
          </p:cNvPr>
          <p:cNvPicPr>
            <a:picLocks xmlns:a="http://schemas.openxmlformats.org/drawingml/2006/main" noChangeAspect="1"/>
          </p:cNvPicPr>
          <p:nvPr/>
        </p:nvPicPr>
        <p:blipFill>
          <a:blip xmlns:r="http://schemas.openxmlformats.org/officeDocument/2006/relationships" xmlns:a="http://schemas.openxmlformats.org/drawingml/2006/main" r:embed="R37c6cbae77704e86"/>
          <a:stretch xmlns:a="http://schemas.openxmlformats.org/drawingml/2006/main"/>
        </p:blipFill>
        <p:spPr>
          <a:xfrm xmlns:a="http://schemas.openxmlformats.org/drawingml/2006/main">
            <a:off x="4210050" y="2114550"/>
            <a:ext cx="685800" cy="685800"/>
          </a:xfrm>
          <a:prstGeom xmlns:a="http://schemas.openxmlformats.org/drawingml/2006/main" prst="rect">
            <a:avLst/>
          </a:prstGeom>
        </p:spPr>
      </p:pic>
      <p:sp>
        <p:nvSpPr>
          <p:cNvPr id="10" name="MCP">
            <a:extLst xmlns:a="http://schemas.openxmlformats.org/drawingml/2006/main">
              <a:ext uri="{FF2B5EF4-FFF2-40B4-BE49-F238E27FC236}">
                <a16:creationId xmlns:a16="http://schemas.microsoft.com/office/drawing/2014/main" id="{635DD03A-47D8-4AE6-B5EB-50BA44EEA947}"/>
              </a:ext>
            </a:extLst>
          </p:cNvPr>
          <p:cNvSpPr>
            <a:spLocks xmlns:a="http://schemas.openxmlformats.org/drawingml/2006/main" noGrp="1"/>
          </p:cNvSpPr>
          <p:nvPr/>
        </p:nvSpPr>
        <p:spPr>
          <a:xfrm xmlns:a="http://schemas.openxmlformats.org/drawingml/2006/main">
            <a:off x="33718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MCP</a:t>
            </a:r>
          </a:p>
        </p:txBody>
      </p:sp>
      <p:sp>
        <p:nvSpPr>
          <p:cNvPr id="11" name="조회 · 실행">
            <a:extLst xmlns:a="http://schemas.openxmlformats.org/drawingml/2006/main">
              <a:ext uri="{FF2B5EF4-FFF2-40B4-BE49-F238E27FC236}">
                <a16:creationId xmlns:a16="http://schemas.microsoft.com/office/drawing/2014/main" id="{01836AD0-B38C-433D-A01F-B76437043E36}"/>
              </a:ext>
            </a:extLst>
          </p:cNvPr>
          <p:cNvSpPr>
            <a:spLocks xmlns:a="http://schemas.openxmlformats.org/drawingml/2006/main" noGrp="1"/>
          </p:cNvSpPr>
          <p:nvPr/>
        </p:nvSpPr>
        <p:spPr>
          <a:xfrm xmlns:a="http://schemas.openxmlformats.org/drawingml/2006/main">
            <a:off x="35242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조회 · 실행</a:t>
            </a:r>
          </a:p>
        </p:txBody>
      </p:sp>
      <p:sp>
        <p:nvSpPr>
          <p:cNvPr id="12" name="">
            <a:extLst xmlns:a="http://schemas.openxmlformats.org/drawingml/2006/main">
              <a:ext uri="{FF2B5EF4-FFF2-40B4-BE49-F238E27FC236}">
                <a16:creationId xmlns:a16="http://schemas.microsoft.com/office/drawing/2014/main" id="{A318F1CF-EA75-47AC-875C-1830F925B57A}"/>
              </a:ext>
            </a:extLst>
          </p:cNvPr>
          <p:cNvSpPr>
            <a:spLocks xmlns:a="http://schemas.openxmlformats.org/drawingml/2006/main" noGrp="1"/>
          </p:cNvSpPr>
          <p:nvPr/>
        </p:nvSpPr>
        <p:spPr>
          <a:xfrm xmlns:a="http://schemas.openxmlformats.org/drawingml/2006/main">
            <a:off x="6648450" y="1733550"/>
            <a:ext cx="1447800" cy="1447800"/>
          </a:xfrm>
          <a:prstGeom xmlns:a="http://schemas.openxmlformats.org/drawingml/2006/main" prst="ellipse">
            <a:avLst/>
          </a:prstGeom>
          <a:solidFill xmlns:a="http://schemas.openxmlformats.org/drawingml/2006/main">
            <a:srgbClr val="DCE7E2"/>
          </a:solidFill>
          <a:ln xmlns:a="http://schemas.openxmlformats.org/drawingml/2006/main" w="0">
            <a:noFill/>
          </a:ln>
        </p:spPr>
      </p:sp>
      <p:pic>
        <p:nvPicPr>
          <p:cNvPr id="13" name="">
            <a:extLst xmlns:a="http://schemas.openxmlformats.org/drawingml/2006/main">
              <a:ext uri="{FF2B5EF4-FFF2-40B4-BE49-F238E27FC236}">
                <a16:creationId xmlns:a16="http://schemas.microsoft.com/office/drawing/2014/main" id="{37A08AE0-33EE-4CA7-BBBF-FCFB5F8888FC}"/>
              </a:ext>
            </a:extLst>
          </p:cNvPr>
          <p:cNvPicPr>
            <a:picLocks xmlns:a="http://schemas.openxmlformats.org/drawingml/2006/main" noChangeAspect="1"/>
          </p:cNvPicPr>
          <p:nvPr/>
        </p:nvPicPr>
        <p:blipFill>
          <a:blip xmlns:r="http://schemas.openxmlformats.org/officeDocument/2006/relationships" xmlns:a="http://schemas.openxmlformats.org/drawingml/2006/main" r:embed="R70aebc116a204cf8"/>
          <a:stretch xmlns:a="http://schemas.openxmlformats.org/drawingml/2006/main"/>
        </p:blipFill>
        <p:spPr>
          <a:xfrm xmlns:a="http://schemas.openxmlformats.org/drawingml/2006/main">
            <a:off x="7029450" y="2114550"/>
            <a:ext cx="685800" cy="685800"/>
          </a:xfrm>
          <a:prstGeom xmlns:a="http://schemas.openxmlformats.org/drawingml/2006/main" prst="rect">
            <a:avLst/>
          </a:prstGeom>
        </p:spPr>
      </p:pic>
      <p:sp>
        <p:nvSpPr>
          <p:cNvPr id="14" name="MCP Events">
            <a:extLst xmlns:a="http://schemas.openxmlformats.org/drawingml/2006/main">
              <a:ext uri="{FF2B5EF4-FFF2-40B4-BE49-F238E27FC236}">
                <a16:creationId xmlns:a16="http://schemas.microsoft.com/office/drawing/2014/main" id="{179107CE-23E6-4076-86A0-81DBB754A579}"/>
              </a:ext>
            </a:extLst>
          </p:cNvPr>
          <p:cNvSpPr>
            <a:spLocks xmlns:a="http://schemas.openxmlformats.org/drawingml/2006/main" noGrp="1"/>
          </p:cNvSpPr>
          <p:nvPr/>
        </p:nvSpPr>
        <p:spPr>
          <a:xfrm xmlns:a="http://schemas.openxmlformats.org/drawingml/2006/main">
            <a:off x="6191250" y="3467100"/>
            <a:ext cx="2362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2250" b="1">
                <a:solidFill>
                  <a:srgbClr val="183E35"/>
                </a:solidFill>
                <a:latin typeface="Pretendard"/>
                <a:ea typeface="Pretendard"/>
                <a:cs typeface="Pretendard"/>
              </a:defRPr>
            </a:defPPr>
          </a:lstStyle>
          <a:p xmlns:a="http://schemas.openxmlformats.org/drawingml/2006/main">
            <a:pPr algn="ctr">
              <a:defRPr sz="2250" b="1">
                <a:solidFill>
                  <a:srgbClr val="183E35"/>
                </a:solidFill>
                <a:latin typeface="Pretendard"/>
                <a:ea typeface="Pretendard"/>
                <a:cs typeface="Pretendard"/>
              </a:defRPr>
            </a:pPr>
            <a:r>
              <a:rPr sz="2250" b="1">
                <a:solidFill>
                  <a:srgbClr val="183E35"/>
                </a:solidFill>
                <a:latin typeface="Pretendard"/>
                <a:ea typeface="Pretendard"/>
                <a:cs typeface="Pretendard"/>
              </a:rPr>
              <a:t>MCP Events</a:t>
            </a:r>
          </a:p>
        </p:txBody>
      </p:sp>
      <p:sp>
        <p:nvSpPr>
          <p:cNvPr id="15" name="변경 알림">
            <a:extLst xmlns:a="http://schemas.openxmlformats.org/drawingml/2006/main">
              <a:ext uri="{FF2B5EF4-FFF2-40B4-BE49-F238E27FC236}">
                <a16:creationId xmlns:a16="http://schemas.microsoft.com/office/drawing/2014/main" id="{0858E557-02CA-410C-8C7F-A3EAD102ADAC}"/>
              </a:ext>
            </a:extLst>
          </p:cNvPr>
          <p:cNvSpPr>
            <a:spLocks xmlns:a="http://schemas.openxmlformats.org/drawingml/2006/main" noGrp="1"/>
          </p:cNvSpPr>
          <p:nvPr/>
        </p:nvSpPr>
        <p:spPr>
          <a:xfrm xmlns:a="http://schemas.openxmlformats.org/drawingml/2006/main">
            <a:off x="6343650" y="4143375"/>
            <a:ext cx="2057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ctr">
              <a:defRPr sz="1800">
                <a:solidFill>
                  <a:srgbClr val="567D89"/>
                </a:solidFill>
                <a:latin typeface="Pretendard"/>
                <a:ea typeface="Pretendard"/>
                <a:cs typeface="Pretendard"/>
              </a:defRPr>
            </a:defPPr>
          </a:lstStyle>
          <a:p xmlns:a="http://schemas.openxmlformats.org/drawingml/2006/main">
            <a:pPr algn="ctr">
              <a:defRPr sz="1800">
                <a:solidFill>
                  <a:srgbClr val="567D89"/>
                </a:solidFill>
                <a:latin typeface="Pretendard"/>
                <a:ea typeface="Pretendard"/>
                <a:cs typeface="Pretendard"/>
              </a:defRPr>
            </a:pPr>
            <a:r>
              <a:rPr sz="1800">
                <a:solidFill>
                  <a:srgbClr val="567D89"/>
                </a:solidFill>
                <a:latin typeface="Pretendard"/>
                <a:ea typeface="Pretendard"/>
                <a:cs typeface="Pretendard"/>
              </a:rPr>
              <a:t>변경 알림</a:t>
            </a:r>
          </a:p>
        </p:txBody>
      </p:sp>
    </p:spTree>
    <p:extLst>
      <p:ext uri="{BB962C8B-B14F-4D97-AF65-F5344CB8AC3E}">
        <p14:creationId xmlns:p14="http://schemas.microsoft.com/office/powerpoint/2010/main" val="143674491"/>
      </p:ext>
    </p:extLst>
  </p:cSld>
</p:sld>
</file>

<file path=ppt/slides/slide30.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025EEF2F-7376-4CBF-83EB-42E8EBED2FFE}"/>
              </a:ext>
            </a:extLst>
          </p:cNvPr>
          <p:cNvPicPr>
            <a:picLocks xmlns:a="http://schemas.openxmlformats.org/drawingml/2006/main" noChangeAspect="1"/>
          </p:cNvPicPr>
          <p:nvPr/>
        </p:nvPicPr>
        <p:blipFill>
          <a:blip xmlns:r="http://schemas.openxmlformats.org/officeDocument/2006/relationships" xmlns:a="http://schemas.openxmlformats.org/drawingml/2006/main" r:embed="Radc33452e44d4832"/>
          <a:stretch xmlns:a="http://schemas.openxmlformats.org/drawingml/2006/main"/>
        </p:blipFill>
        <p:spPr>
          <a:xfrm xmlns:a="http://schemas.openxmlformats.org/drawingml/2006/main">
            <a:off x="2429" y="0"/>
            <a:ext cx="9139141" cy="5143500"/>
          </a:xfrm>
          <a:prstGeom xmlns:a="http://schemas.openxmlformats.org/drawingml/2006/main" prst="rect">
            <a:avLst/>
          </a:prstGeom>
        </p:spPr>
      </p:pic>
      <p:sp>
        <p:nvSpPr>
          <p:cNvPr id="2" name="우리 가문은">
            <a:extLst xmlns:a="http://schemas.openxmlformats.org/drawingml/2006/main">
              <a:ext uri="{FF2B5EF4-FFF2-40B4-BE49-F238E27FC236}">
                <a16:creationId xmlns:a16="http://schemas.microsoft.com/office/drawing/2014/main" id="{1463C97A-D372-488A-B769-377B923B1E72}"/>
              </a:ext>
            </a:extLst>
          </p:cNvPr>
          <p:cNvSpPr>
            <a:spLocks xmlns:a="http://schemas.openxmlformats.org/drawingml/2006/main" noGrp="1"/>
          </p:cNvSpPr>
          <p:nvPr/>
        </p:nvSpPr>
        <p:spPr>
          <a:xfrm xmlns:a="http://schemas.openxmlformats.org/drawingml/2006/main">
            <a:off x="552450" y="1133475"/>
            <a:ext cx="35909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우리 가문은</a:t>
            </a:r>
          </a:p>
        </p:txBody>
      </p:sp>
      <p:sp>
        <p:nvSpPr>
          <p:cNvPr id="3" name="명문가">
            <a:extLst xmlns:a="http://schemas.openxmlformats.org/drawingml/2006/main">
              <a:ext uri="{FF2B5EF4-FFF2-40B4-BE49-F238E27FC236}">
                <a16:creationId xmlns:a16="http://schemas.microsoft.com/office/drawing/2014/main" id="{F12F5A37-98BD-4002-A413-355E65AD8840}"/>
              </a:ext>
            </a:extLst>
          </p:cNvPr>
          <p:cNvSpPr>
            <a:spLocks xmlns:a="http://schemas.openxmlformats.org/drawingml/2006/main" noGrp="1"/>
          </p:cNvSpPr>
          <p:nvPr/>
        </p:nvSpPr>
        <p:spPr>
          <a:xfrm xmlns:a="http://schemas.openxmlformats.org/drawingml/2006/main">
            <a:off x="514350" y="1724025"/>
            <a:ext cx="42100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6825" b="1">
                <a:solidFill>
                  <a:srgbClr val="183E35"/>
                </a:solidFill>
                <a:latin typeface="Noto Serif KR"/>
                <a:ea typeface="Noto Serif KR"/>
                <a:cs typeface="Noto Serif KR"/>
              </a:defRPr>
            </a:defPPr>
          </a:lstStyle>
          <a:p xmlns:a="http://schemas.openxmlformats.org/drawingml/2006/main">
            <a:pPr algn="l">
              <a:defRPr sz="6825" b="1">
                <a:solidFill>
                  <a:srgbClr val="183E35"/>
                </a:solidFill>
                <a:latin typeface="Noto Serif KR"/>
                <a:ea typeface="Noto Serif KR"/>
                <a:cs typeface="Noto Serif KR"/>
              </a:defRPr>
            </a:pPr>
            <a:r>
              <a:rPr sz="6825" b="1">
                <a:solidFill>
                  <a:srgbClr val="183E35"/>
                </a:solidFill>
                <a:latin typeface="Noto Serif KR"/>
                <a:ea typeface="Noto Serif KR"/>
                <a:cs typeface="Noto Serif KR"/>
              </a:rPr>
              <a:t>명문가</a:t>
            </a:r>
          </a:p>
        </p:txBody>
      </p:sp>
      <p:sp>
        <p:nvSpPr>
          <p:cNvPr id="4" name="종중 운영의 모든것">
            <a:extLst xmlns:a="http://schemas.openxmlformats.org/drawingml/2006/main">
              <a:ext uri="{FF2B5EF4-FFF2-40B4-BE49-F238E27FC236}">
                <a16:creationId xmlns:a16="http://schemas.microsoft.com/office/drawing/2014/main" id="{9D519EA9-F0CD-44A3-AB7E-6033DFB00E3D}"/>
              </a:ext>
            </a:extLst>
          </p:cNvPr>
          <p:cNvSpPr>
            <a:spLocks xmlns:a="http://schemas.openxmlformats.org/drawingml/2006/main" noGrp="1"/>
          </p:cNvSpPr>
          <p:nvPr/>
        </p:nvSpPr>
        <p:spPr>
          <a:xfrm xmlns:a="http://schemas.openxmlformats.org/drawingml/2006/main">
            <a:off x="561975" y="3162300"/>
            <a:ext cx="4038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defPPr algn="l">
              <a:defRPr sz="2025">
                <a:solidFill>
                  <a:srgbClr val="183E35"/>
                </a:solidFill>
                <a:latin typeface="Pretendard"/>
                <a:ea typeface="Pretendard"/>
                <a:cs typeface="Pretendard"/>
              </a:defRPr>
            </a:defPPr>
          </a:lstStyle>
          <a:p xmlns:a="http://schemas.openxmlformats.org/drawingml/2006/main">
            <a:pPr algn="l">
              <a:defRPr sz="2025">
                <a:solidFill>
                  <a:srgbClr val="183E35"/>
                </a:solidFill>
                <a:latin typeface="Pretendard"/>
                <a:ea typeface="Pretendard"/>
                <a:cs typeface="Pretendard"/>
              </a:defRPr>
            </a:pPr>
            <a:r>
              <a:rPr sz="2025">
                <a:solidFill>
                  <a:srgbClr val="183E35"/>
                </a:solidFill>
                <a:latin typeface="Pretendard"/>
                <a:ea typeface="Pretendard"/>
                <a:cs typeface="Pretendard"/>
              </a:rPr>
              <a:t>종중 운영의 모든것</a:t>
            </a:r>
          </a:p>
        </p:txBody>
      </p:sp>
    </p:spTree>
    <p:extLst>
      <p:ext uri="{BB962C8B-B14F-4D97-AF65-F5344CB8AC3E}">
        <p14:creationId xmlns:p14="http://schemas.microsoft.com/office/powerpoint/2010/main" val="18992054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2026-10-09T05:36:47.1140000Z</dcterms:created>
  <dcterms:modified xsi:type="dcterms:W3CDTF">2026-10-09T05:36:47.1140000Z</dcterms:modified>
</coreProperties>
</file>