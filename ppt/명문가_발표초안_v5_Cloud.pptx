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f01c0c03e424b18" /><Relationship Type="http://schemas.openxmlformats.org/officeDocument/2006/relationships/extended-properties" Target="/docProps/app.xml" Id="R7710066a86fb4d60" /><Relationship Type="http://schemas.openxmlformats.org/officeDocument/2006/relationships/officeDocument" Target="/ppt/presentation.xml" Id="R8b16103d401a4285" /></Relationships>
</file>

<file path=ppt/presentation.xml><?xml version="1.0" encoding="utf-8"?>
<p:presentation xmlns:p="http://schemas.openxmlformats.org/presentationml/2006/main">
  <p:sldMasterIdLst>
    <p:sldMasterId xmlns:r="http://schemas.openxmlformats.org/officeDocument/2006/relationships" id="2147483648" r:id="Re96dc60a3b3a418f"/>
  </p:sldMasterIdLst>
  <p:notesMasterIdLst>
    <p:notesMasterId xmlns:r="http://schemas.openxmlformats.org/officeDocument/2006/relationships" r:id="R2d78228f8d8d4ead"/>
  </p:notesMasterIdLst>
  <p:sldIdLst>
    <p:sldId xmlns:r="http://schemas.openxmlformats.org/officeDocument/2006/relationships" id="256" r:id="Re28e1e996a2e41c8"/>
    <p:sldId xmlns:r="http://schemas.openxmlformats.org/officeDocument/2006/relationships" id="257" r:id="R22fa00eeedc64429"/>
    <p:sldId xmlns:r="http://schemas.openxmlformats.org/officeDocument/2006/relationships" id="258" r:id="R231a8f77b5724de4"/>
    <p:sldId xmlns:r="http://schemas.openxmlformats.org/officeDocument/2006/relationships" id="259" r:id="Rd130801d13cd434d"/>
    <p:sldId xmlns:r="http://schemas.openxmlformats.org/officeDocument/2006/relationships" id="260" r:id="R6fd74445baad4b5a"/>
    <p:sldId xmlns:r="http://schemas.openxmlformats.org/officeDocument/2006/relationships" id="261" r:id="R9882204d59024b1f"/>
    <p:sldId xmlns:r="http://schemas.openxmlformats.org/officeDocument/2006/relationships" id="262" r:id="R73df2ccaf091425b"/>
    <p:sldId xmlns:r="http://schemas.openxmlformats.org/officeDocument/2006/relationships" id="263" r:id="Rddd4557ee25a43a7"/>
    <p:sldId xmlns:r="http://schemas.openxmlformats.org/officeDocument/2006/relationships" id="264" r:id="R13ba8334c0ab48a3"/>
    <p:sldId xmlns:r="http://schemas.openxmlformats.org/officeDocument/2006/relationships" id="265" r:id="R8142b510fd9c46af"/>
    <p:sldId xmlns:r="http://schemas.openxmlformats.org/officeDocument/2006/relationships" id="266" r:id="Rb5dbc82414284890"/>
    <p:sldId xmlns:r="http://schemas.openxmlformats.org/officeDocument/2006/relationships" id="267" r:id="R7e705b3d4f584b12"/>
    <p:sldId xmlns:r="http://schemas.openxmlformats.org/officeDocument/2006/relationships" id="268" r:id="Rd0d6599dee384712"/>
    <p:sldId xmlns:r="http://schemas.openxmlformats.org/officeDocument/2006/relationships" id="269" r:id="R1fe5e2fcf32e4265"/>
    <p:sldId xmlns:r="http://schemas.openxmlformats.org/officeDocument/2006/relationships" id="270" r:id="R3ec8a981c0394de0"/>
    <p:sldId xmlns:r="http://schemas.openxmlformats.org/officeDocument/2006/relationships" id="271" r:id="R8965b98fbb19440a"/>
    <p:sldId xmlns:r="http://schemas.openxmlformats.org/officeDocument/2006/relationships" id="272" r:id="Rea477f05726e471c"/>
    <p:sldId xmlns:r="http://schemas.openxmlformats.org/officeDocument/2006/relationships" id="273" r:id="R9754a5ff1c2a48be"/>
    <p:sldId xmlns:r="http://schemas.openxmlformats.org/officeDocument/2006/relationships" id="274" r:id="R52ea0b3e1d5c446f"/>
    <p:sldId xmlns:r="http://schemas.openxmlformats.org/officeDocument/2006/relationships" id="275" r:id="R3131eaa3c809441d"/>
    <p:sldId xmlns:r="http://schemas.openxmlformats.org/officeDocument/2006/relationships" id="276" r:id="R711daee4b2264961"/>
    <p:sldId xmlns:r="http://schemas.openxmlformats.org/officeDocument/2006/relationships" id="277" r:id="R9d7e99ef7840435e"/>
    <p:sldId xmlns:r="http://schemas.openxmlformats.org/officeDocument/2006/relationships" id="278" r:id="Rfc4affa89ae946d7"/>
    <p:sldId xmlns:r="http://schemas.openxmlformats.org/officeDocument/2006/relationships" id="279" r:id="Rf00822d43d8b469e"/>
    <p:sldId xmlns:r="http://schemas.openxmlformats.org/officeDocument/2006/relationships" id="280" r:id="Rcb3ea437c9974dcf"/>
    <p:sldId xmlns:r="http://schemas.openxmlformats.org/officeDocument/2006/relationships" id="281" r:id="Rc5c91db505334920"/>
    <p:sldId xmlns:r="http://schemas.openxmlformats.org/officeDocument/2006/relationships" id="282" r:id="Rf0cd28b715404a70"/>
    <p:sldId xmlns:r="http://schemas.openxmlformats.org/officeDocument/2006/relationships" id="283" r:id="Rea8b9cb65e984e10"/>
    <p:sldId xmlns:r="http://schemas.openxmlformats.org/officeDocument/2006/relationships" id="284" r:id="Rb7b4e6b4f2794795"/>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45988b730a4e16" /><Relationship Type="http://schemas.openxmlformats.org/officeDocument/2006/relationships/slideMaster" Target="/ppt/slideMasters/slideMaster1.xml" Id="Re96dc60a3b3a418f" /><Relationship Type="http://schemas.openxmlformats.org/officeDocument/2006/relationships/notesMaster" Target="/ppt/notesMasters/notesMaster1.xml" Id="R2d78228f8d8d4ead" /><Relationship Type="http://schemas.openxmlformats.org/officeDocument/2006/relationships/presProps" Target="/ppt/presProps.xml" Id="R2992bb2b589e485b" /><Relationship Type="http://schemas.openxmlformats.org/officeDocument/2006/relationships/tableStyles" Target="/ppt/tableStyles.xml" Id="R3ee4b546247a4558" /><Relationship Type="http://schemas.openxmlformats.org/officeDocument/2006/relationships/slide" Target="/ppt/slides/slide1.xml" Id="Re28e1e996a2e41c8" /><Relationship Type="http://schemas.openxmlformats.org/officeDocument/2006/relationships/slide" Target="/ppt/slides/slide2.xml" Id="R22fa00eeedc64429" /><Relationship Type="http://schemas.openxmlformats.org/officeDocument/2006/relationships/slide" Target="/ppt/slides/slide3.xml" Id="R231a8f77b5724de4" /><Relationship Type="http://schemas.openxmlformats.org/officeDocument/2006/relationships/slide" Target="/ppt/slides/slide4.xml" Id="Rd130801d13cd434d" /><Relationship Type="http://schemas.openxmlformats.org/officeDocument/2006/relationships/slide" Target="/ppt/slides/slide5.xml" Id="R6fd74445baad4b5a" /><Relationship Type="http://schemas.openxmlformats.org/officeDocument/2006/relationships/slide" Target="/ppt/slides/slide6.xml" Id="R9882204d59024b1f" /><Relationship Type="http://schemas.openxmlformats.org/officeDocument/2006/relationships/slide" Target="/ppt/slides/slide7.xml" Id="R73df2ccaf091425b" /><Relationship Type="http://schemas.openxmlformats.org/officeDocument/2006/relationships/slide" Target="/ppt/slides/slide8.xml" Id="Rddd4557ee25a43a7" /><Relationship Type="http://schemas.openxmlformats.org/officeDocument/2006/relationships/slide" Target="/ppt/slides/slide9.xml" Id="R13ba8334c0ab48a3" /><Relationship Type="http://schemas.openxmlformats.org/officeDocument/2006/relationships/slide" Target="/ppt/slides/slide10.xml" Id="R8142b510fd9c46af" /><Relationship Type="http://schemas.openxmlformats.org/officeDocument/2006/relationships/slide" Target="/ppt/slides/slide11.xml" Id="Rb5dbc82414284890" /><Relationship Type="http://schemas.openxmlformats.org/officeDocument/2006/relationships/slide" Target="/ppt/slides/slide12.xml" Id="R7e705b3d4f584b12" /><Relationship Type="http://schemas.openxmlformats.org/officeDocument/2006/relationships/slide" Target="/ppt/slides/slide13.xml" Id="Rd0d6599dee384712" /><Relationship Type="http://schemas.openxmlformats.org/officeDocument/2006/relationships/slide" Target="/ppt/slides/slide14.xml" Id="R1fe5e2fcf32e4265" /><Relationship Type="http://schemas.openxmlformats.org/officeDocument/2006/relationships/slide" Target="/ppt/slides/slide15.xml" Id="R3ec8a981c0394de0" /><Relationship Type="http://schemas.openxmlformats.org/officeDocument/2006/relationships/slide" Target="/ppt/slides/slide16.xml" Id="R8965b98fbb19440a" /><Relationship Type="http://schemas.openxmlformats.org/officeDocument/2006/relationships/slide" Target="/ppt/slides/slide17.xml" Id="Rea477f05726e471c" /><Relationship Type="http://schemas.openxmlformats.org/officeDocument/2006/relationships/slide" Target="/ppt/slides/slide18.xml" Id="R9754a5ff1c2a48be" /><Relationship Type="http://schemas.openxmlformats.org/officeDocument/2006/relationships/slide" Target="/ppt/slides/slide19.xml" Id="R52ea0b3e1d5c446f" /><Relationship Type="http://schemas.openxmlformats.org/officeDocument/2006/relationships/slide" Target="/ppt/slides/slide20.xml" Id="R3131eaa3c809441d" /><Relationship Type="http://schemas.openxmlformats.org/officeDocument/2006/relationships/slide" Target="/ppt/slides/slide21.xml" Id="R711daee4b2264961" /><Relationship Type="http://schemas.openxmlformats.org/officeDocument/2006/relationships/slide" Target="/ppt/slides/slide22.xml" Id="R9d7e99ef7840435e" /><Relationship Type="http://schemas.openxmlformats.org/officeDocument/2006/relationships/slide" Target="/ppt/slides/slide23.xml" Id="Rfc4affa89ae946d7" /><Relationship Type="http://schemas.openxmlformats.org/officeDocument/2006/relationships/slide" Target="/ppt/slides/slide24.xml" Id="Rf00822d43d8b469e" /><Relationship Type="http://schemas.openxmlformats.org/officeDocument/2006/relationships/slide" Target="/ppt/slides/slide25.xml" Id="Rcb3ea437c9974dcf" /><Relationship Type="http://schemas.openxmlformats.org/officeDocument/2006/relationships/slide" Target="/ppt/slides/slide26.xml" Id="Rc5c91db505334920" /><Relationship Type="http://schemas.openxmlformats.org/officeDocument/2006/relationships/slide" Target="/ppt/slides/slide27.xml" Id="Rf0cd28b715404a70" /><Relationship Type="http://schemas.openxmlformats.org/officeDocument/2006/relationships/slide" Target="/ppt/slides/slide28.xml" Id="Rea8b9cb65e984e10" /><Relationship Type="http://schemas.openxmlformats.org/officeDocument/2006/relationships/slide" Target="/ppt/slides/slide29.xml" Id="Rb7b4e6b4f27947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d9c749494043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48d41b82ac4d55" /><Relationship Type="http://schemas.openxmlformats.org/officeDocument/2006/relationships/notesMaster" Target="/ppt/notesMasters/notesMaster1.xml" Id="R47750920e6d549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76e4f2fc164650" /><Relationship Type="http://schemas.openxmlformats.org/officeDocument/2006/relationships/notesMaster" Target="/ppt/notesMasters/notesMaster1.xml" Id="R0144bb6ecd1045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250c7da1f843ba" /><Relationship Type="http://schemas.openxmlformats.org/officeDocument/2006/relationships/notesMaster" Target="/ppt/notesMasters/notesMaster1.xml" Id="R0332b4e0d52d42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d99efebc5b403d" /><Relationship Type="http://schemas.openxmlformats.org/officeDocument/2006/relationships/notesMaster" Target="/ppt/notesMasters/notesMaster1.xml" Id="Re718f1fea0ab42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01c01d0df84530" /><Relationship Type="http://schemas.openxmlformats.org/officeDocument/2006/relationships/notesMaster" Target="/ppt/notesMasters/notesMaster1.xml" Id="R7ccd6af8089e45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5ca2d3b919481f" /><Relationship Type="http://schemas.openxmlformats.org/officeDocument/2006/relationships/notesMaster" Target="/ppt/notesMasters/notesMaster1.xml" Id="R0d91e1f48ac14b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055a48a93348c7" /><Relationship Type="http://schemas.openxmlformats.org/officeDocument/2006/relationships/notesMaster" Target="/ppt/notesMasters/notesMaster1.xml" Id="Rb72cb2c2048347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fab27b81a7d4dca" /><Relationship Type="http://schemas.openxmlformats.org/officeDocument/2006/relationships/notesMaster" Target="/ppt/notesMasters/notesMaster1.xml" Id="R54d0877f1b2749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0ed3a3dce34f47" /><Relationship Type="http://schemas.openxmlformats.org/officeDocument/2006/relationships/notesMaster" Target="/ppt/notesMasters/notesMaster1.xml" Id="R82bce0046cff42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8db15e664d425d" /><Relationship Type="http://schemas.openxmlformats.org/officeDocument/2006/relationships/notesMaster" Target="/ppt/notesMasters/notesMaster1.xml" Id="R59b8238517ed4c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ae2212a7c0411c" /><Relationship Type="http://schemas.openxmlformats.org/officeDocument/2006/relationships/notesMaster" Target="/ppt/notesMasters/notesMaster1.xml" Id="R46620915873b4f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53ed99a1d164b86" /><Relationship Type="http://schemas.openxmlformats.org/officeDocument/2006/relationships/notesMaster" Target="/ppt/notesMasters/notesMaster1.xml" Id="Rc61652e93f294f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2890833f1fc46ea" /><Relationship Type="http://schemas.openxmlformats.org/officeDocument/2006/relationships/notesMaster" Target="/ppt/notesMasters/notesMaster1.xml" Id="R04e6a12b547c438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fd372f400b43d9" /><Relationship Type="http://schemas.openxmlformats.org/officeDocument/2006/relationships/notesMaster" Target="/ppt/notesMasters/notesMaster1.xml" Id="Rf1f0e4d365ff43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92144bd01e4a75" /><Relationship Type="http://schemas.openxmlformats.org/officeDocument/2006/relationships/notesMaster" Target="/ppt/notesMasters/notesMaster1.xml" Id="R8c78db192d384b5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2fe81cbabc24fd0" /><Relationship Type="http://schemas.openxmlformats.org/officeDocument/2006/relationships/notesMaster" Target="/ppt/notesMasters/notesMaster1.xml" Id="R179e6906bae2434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72e4926b61d452f" /><Relationship Type="http://schemas.openxmlformats.org/officeDocument/2006/relationships/notesMaster" Target="/ppt/notesMasters/notesMaster1.xml" Id="Rf3039bd42dc9484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3b560f0c7b3424c" /><Relationship Type="http://schemas.openxmlformats.org/officeDocument/2006/relationships/notesMaster" Target="/ppt/notesMasters/notesMaster1.xml" Id="Raa192ffa5b4847b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bdb774461e44722" /><Relationship Type="http://schemas.openxmlformats.org/officeDocument/2006/relationships/notesMaster" Target="/ppt/notesMasters/notesMaster1.xml" Id="R443676ce426f483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34ad2fa1d114690" /><Relationship Type="http://schemas.openxmlformats.org/officeDocument/2006/relationships/notesMaster" Target="/ppt/notesMasters/notesMaster1.xml" Id="R8458ca65527e42e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8b405420e17446e" /><Relationship Type="http://schemas.openxmlformats.org/officeDocument/2006/relationships/notesMaster" Target="/ppt/notesMasters/notesMaster1.xml" Id="R5a2b683d73364c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576a2ce04814b28" /><Relationship Type="http://schemas.openxmlformats.org/officeDocument/2006/relationships/notesMaster" Target="/ppt/notesMasters/notesMaster1.xml" Id="R541b937495c04e4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806c564adbb4014" /><Relationship Type="http://schemas.openxmlformats.org/officeDocument/2006/relationships/notesMaster" Target="/ppt/notesMasters/notesMaster1.xml" Id="Rf432cb84c2d941e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a147688ea864ce6" /><Relationship Type="http://schemas.openxmlformats.org/officeDocument/2006/relationships/notesMaster" Target="/ppt/notesMasters/notesMaster1.xml" Id="Rf76191f55e764c4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69d6107ce754a0c" /><Relationship Type="http://schemas.openxmlformats.org/officeDocument/2006/relationships/notesMaster" Target="/ppt/notesMasters/notesMaster1.xml" Id="R1f58a28896c5437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13a3284e275474d" /><Relationship Type="http://schemas.openxmlformats.org/officeDocument/2006/relationships/notesMaster" Target="/ppt/notesMasters/notesMaster1.xml" Id="Rae916a4c70054ec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f3cb470f8bb4dc0" /><Relationship Type="http://schemas.openxmlformats.org/officeDocument/2006/relationships/notesMaster" Target="/ppt/notesMasters/notesMaster1.xml" Id="R0dcfa5f32c00487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837c2c8e4124d68" /><Relationship Type="http://schemas.openxmlformats.org/officeDocument/2006/relationships/notesMaster" Target="/ppt/notesMasters/notesMaster1.xml" Id="R6d88ac99bf9d4e2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8f7c327a3e546f4" /><Relationship Type="http://schemas.openxmlformats.org/officeDocument/2006/relationships/notesMaster" Target="/ppt/notesMasters/notesMaster1.xml" Id="R7c0aaefe9c8c4c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발표자는 통화 녹음을 외부 플레이어로 재생한다.</a:t>
            </a:r>
          </a:p>
          <a:p xmlns:a="http://schemas.openxmlformats.org/drawingml/2006/main">
            <a:r>
              <a:t>출처: D:/Project/royal-family/rawdata/PPTPlan/script.md</a:t>
            </a:r>
          </a:p>
          <a:p xmlns:a="http://schemas.openxmlformats.org/drawingml/2006/main">
            <a:r>
              <a:t>출처: D:/Project/royal-family/rawdata/TTS/02_전사_보완본.md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청중에게 자신의 종중을 떠올릴 시간을 준다.</a:t>
            </a:r>
          </a:p>
          <a:p xmlns:a="http://schemas.openxmlformats.org/drawingml/2006/main">
            <a:r>
              <a:t>출처: D:/Project/royal-family/rawdata/PPTPlan/script.md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전주이씨임영대군파종중 18대손이라는 발표자의 경험.</a:t>
            </a:r>
          </a:p>
          <a:p xmlns:a="http://schemas.openxmlformats.org/drawingml/2006/main">
            <a:r>
              <a:t>출처: D:/Project/royal-family/rawdata/PPTPlan/script.md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뿌리와 종원, 공동재산, 기록을 소개한다. 임야, 농지, 대지와 건물 등 재산 종류로 서비스 범위를 제한하지 않는다.</a:t>
            </a:r>
          </a:p>
          <a:p xmlns:a="http://schemas.openxmlformats.org/drawingml/2006/main">
            <a:r>
              <a:t>출처: D:/Project/royal-family/rawdata/PPTPlan/script.md</a:t>
            </a:r>
          </a:p>
          <a:p xmlns:a="http://schemas.openxmlformats.org/drawingml/2006/main">
            <a:r>
              <a:t>출처: D:/Project/royal-family/docs/prd/hackathon-prd.md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전주MBC 2026-09-22 보도. 종중 대표를 사칭한 사람과의 토지 거래 및 소송 사례. 발표자 가문의 경험과는 다른 사례다.</a:t>
            </a:r>
          </a:p>
          <a:p xmlns:a="http://schemas.openxmlformats.org/drawingml/2006/main">
            <a:r>
              <a:t>출처: https://www.jmbc.co.kr/news/view/68182</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종손 지위 사건, 임대 계약에 대한 양측의 주장, 대표권 없는 매매와 대금 반환 쟁점을 소개한다. 개별 사건에 대한 법적 판단을 일반화하지 않는다.</a:t>
            </a:r>
          </a:p>
          <a:p xmlns:a="http://schemas.openxmlformats.org/drawingml/2006/main">
            <a:r>
              <a:t>출처: https://www.bubb.co.kr/news/articleView.html?idxno=4550</a:t>
            </a:r>
          </a:p>
          <a:p xmlns:a="http://schemas.openxmlformats.org/drawingml/2006/main">
            <a:r>
              <a:t>출처: https://www.cctoday.co.kr/news/articleView.html?idxno=2233033</a:t>
            </a:r>
          </a:p>
          <a:p xmlns:a="http://schemas.openxmlformats.org/drawingml/2006/main">
            <a:r>
              <a:t>출처: https://magazine.hankyung.com/business/article/202607168245b</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국가법령정보센터, 검색어 종중, 전체 검색, 기간 제한 없음. 2026-10-09 화면에 1416건이 표시됐다. 검색 항목에는 같은 사건의 심급과 요약 등 중복, 조세 사건이 포함될 수 있다. 전국 연간 분쟁 건수나 고유 사건 수를 측정한 통계가 아니다.</a:t>
            </a:r>
          </a:p>
          <a:p xmlns:a="http://schemas.openxmlformats.org/drawingml/2006/main">
            <a:r>
              <a:t>출처: https://www.law.go.kr/precSc.do?menuId=7&amp;query=%EC%A2%85%EC%A4%91</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전주MBC는 4년 가까운 법정 다툼을 보도했다. 한경BUSINESS는 41억8500만원의 매매계약 사례를 소개했다. 두 수치는 서로 다른 사건이며, 41.85억원은 매매대금으로 피해액이나 분쟁비용이 아니다.</a:t>
            </a:r>
          </a:p>
          <a:p xmlns:a="http://schemas.openxmlformats.org/drawingml/2006/main">
            <a:r>
              <a:t>출처: https://www.jmbc.co.kr/news/view/68182</a:t>
            </a:r>
          </a:p>
          <a:p xmlns:a="http://schemas.openxmlformats.org/drawingml/2006/main">
            <a:r>
              <a:t>출처: https://magazine.hankyung.com/business/article/202607168245b</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과거의 유산과 현재의 일상, 다음 세대 인수인계를 설명한다. 발표 대본의 수정 내용을 반영했다.</a:t>
            </a:r>
          </a:p>
          <a:p xmlns:a="http://schemas.openxmlformats.org/drawingml/2006/main">
            <a:r>
              <a:t>출처: D:/Project/royal-family/rawdata/PPTPlan/script.md</a:t>
            </a:r>
          </a:p>
          <a:p xmlns:a="http://schemas.openxmlformats.org/drawingml/2006/main">
            <a:r>
              <a:t>출처: D:/Project/royal-family/rawdata/TTS/02_전사_보완본.md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발표자가 이전 종중 서비스 창업에 실패했던 경험을 이야기한다.</a:t>
            </a:r>
          </a:p>
          <a:p xmlns:a="http://schemas.openxmlformats.org/drawingml/2006/main">
            <a:r>
              <a:t>출처: D:/Project/royal-family/rawdata/PPTPlan/script.md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전사, 문서 초안, 자료 비교는 이번 서비스의 구현 목표다.</a:t>
            </a:r>
          </a:p>
          <a:p xmlns:a="http://schemas.openxmlformats.org/drawingml/2006/main">
            <a:r>
              <a:t>출처: D:/Project/royal-family/rawdata/PPTPlan/script.md</a:t>
            </a:r>
          </a:p>
          <a:p xmlns:a="http://schemas.openxmlformats.org/drawingml/2006/main">
            <a:r>
              <a:t>출처: D:/Project/royal-family/docs/prd/hackathon-prd.md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제품명 명문가를 소개한다.</a:t>
            </a:r>
          </a:p>
          <a:p xmlns:a="http://schemas.openxmlformats.org/drawingml/2006/main">
            <a:r>
              <a:t>출처: D:/Project/royal-family/rawdata/PPTPlan/script.md</a:t>
            </a:r>
          </a:p>
          <a:p xmlns:a="http://schemas.openxmlformats.org/drawingml/2006/main">
            <a:r>
              <a:t>출처: D:/Project/royal-family/docs/prd/hackathon-prd.md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설계안. CLJS와 Vinext에서 모듈 공개 기능을 호출한다. 순수 업무 규칙과 저장소, AI, 발송 경계를 분리한다. 외부 업무는 mock으로 교체한다. PBT는 검증 계획이다.</a:t>
            </a:r>
          </a:p>
          <a:p xmlns:a="http://schemas.openxmlformats.org/drawingml/2006/main">
            <a:r>
              <a:t>출처: D:/Project/royal-family/rawdata/PPTPlan/script.md</a:t>
            </a:r>
          </a:p>
          <a:p xmlns:a="http://schemas.openxmlformats.org/drawingml/2006/main">
            <a:r>
              <a:t>출처: D:/Project/royal-family/docs/architecture/system-design.md</a:t>
            </a:r>
          </a:p>
          <a:p xmlns:a="http://schemas.openxmlformats.org/drawingml/2006/main">
            <a:r>
              <a:t>출처: D:/Project/royal-family/docs/architecture/testing.md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종중 설립 준비에서 운영, 동의 수집, 법률 확인까지 이어지는 구현 목표.</a:t>
            </a:r>
          </a:p>
          <a:p xmlns:a="http://schemas.openxmlformats.org/drawingml/2006/main">
            <a:r>
              <a:t>출처: D:/Project/royal-family/rawdata/PPTPlan/script.md</a:t>
            </a:r>
          </a:p>
          <a:p xmlns:a="http://schemas.openxmlformats.org/drawingml/2006/main">
            <a:r>
              <a:t>출처: D:/Project/royal-family/docs/prd/hackathon-prd.md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UC-01 서류: 보유 서류와 추가 확인 항목을 정리해 준비 문서 초안을 만든다.</a:t>
            </a:r>
          </a:p>
          <a:p xmlns:a="http://schemas.openxmlformats.org/drawingml/2006/main">
            <a:r>
              <a:t>UC-01 추천: 가상 후보와 추천 근거를 제시한다. 실제 제휴나 접수를 뜻하지 않는다.</a:t>
            </a:r>
          </a:p>
          <a:p xmlns:a="http://schemas.openxmlformats.org/drawingml/2006/main">
            <a:r>
              <a:t>출처: D:/Project/royal-family/rawdata/PPTPlan/script.md</a:t>
            </a:r>
          </a:p>
          <a:p xmlns:a="http://schemas.openxmlformats.org/drawingml/2006/main">
            <a:r>
              <a:t>출처: D:/Project/royal-family/docs/prd/hackathon-prd.md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UC-02: 원문에 연결한 전사와 회의록 초안.</a:t>
            </a:r>
          </a:p>
          <a:p xmlns:a="http://schemas.openxmlformats.org/drawingml/2006/main">
            <a:r>
              <a:t>UC-03: 당시 규약, 참석 기록과 문서 버전을 조회.</a:t>
            </a:r>
          </a:p>
          <a:p xmlns:a="http://schemas.openxmlformats.org/drawingml/2006/main">
            <a:r>
              <a:t>출처: D:/Project/royal-family/rawdata/PPTPlan/script.md</a:t>
            </a:r>
          </a:p>
          <a:p xmlns:a="http://schemas.openxmlformats.org/drawingml/2006/main">
            <a:r>
              <a:t>출처: D:/Project/royal-family/docs/prd/hackathon-prd.md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UC-04: 근거 자료를 이용해 문서 초안을 만들고 담당자가 검토한다.</a:t>
            </a:r>
          </a:p>
          <a:p xmlns:a="http://schemas.openxmlformats.org/drawingml/2006/main">
            <a:r>
              <a:t>UC-05: 찬성, 거절, 미응답을 구분해 기록한다. 동의 기록을 법적 결의 효력으로 확정하지 않는다.</a:t>
            </a:r>
          </a:p>
          <a:p xmlns:a="http://schemas.openxmlformats.org/drawingml/2006/main">
            <a:r>
              <a:t>출처: D:/Project/royal-family/rawdata/PPTPlan/script.md</a:t>
            </a:r>
          </a:p>
          <a:p xmlns:a="http://schemas.openxmlformats.org/drawingml/2006/main">
            <a:r>
              <a:t>출처: D:/Project/royal-family/docs/prd/hackathon-prd.md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UC-06: 공식 원문과 등록한 규약의 출처를 분리해 조회.</a:t>
            </a:r>
          </a:p>
          <a:p xmlns:a="http://schemas.openxmlformats.org/drawingml/2006/main">
            <a:r>
              <a:t>UC-07: 소유자 표시 등의 변화와 근거를 비교한다. 시연에는 모의 후속 자료를 사용한다.</a:t>
            </a:r>
          </a:p>
          <a:p xmlns:a="http://schemas.openxmlformats.org/drawingml/2006/main">
            <a:r>
              <a:t>출처: D:/Project/royal-family/rawdata/PPTPlan/script.md</a:t>
            </a:r>
          </a:p>
          <a:p xmlns:a="http://schemas.openxmlformats.org/drawingml/2006/main">
            <a:r>
              <a:t>출처: D:/Project/royal-family/docs/prd/hackathon-prd.md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UC-08 점검: 자료에 근거한 누락과 불일치. 위법 여부를 자동 확정하지 않는다.</a:t>
            </a:r>
          </a:p>
          <a:p xmlns:a="http://schemas.openxmlformats.org/drawingml/2006/main">
            <a:r>
              <a:t>UC-08 추천: 조건에 맞는 가상 후보와 전달자료를 준비한다. 실제 수임 완료를 뜻하지 않는다.</a:t>
            </a:r>
          </a:p>
          <a:p xmlns:a="http://schemas.openxmlformats.org/drawingml/2006/main">
            <a:r>
              <a:t>출처: D:/Project/royal-family/rawdata/PPTPlan/script.md</a:t>
            </a:r>
          </a:p>
          <a:p xmlns:a="http://schemas.openxmlformats.org/drawingml/2006/main">
            <a:r>
              <a:t>출처: D:/Project/royal-family/docs/prd/hackathon-prd.md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2024년 제1회 등기법포럼 발표자료, 인쇄면 9쪽, 김영대. 국토부 부동산종합공부시스템 조회 결과 인용.</a:t>
            </a:r>
          </a:p>
          <a:p xmlns:a="http://schemas.openxmlformats.org/drawingml/2006/main">
            <a:r>
              <a:t>부동산등기용 등록 종중. 모든 자연발생 종중이나 유료 구매자를 센 통계가 아님.</a:t>
            </a:r>
          </a:p>
          <a:p xmlns:a="http://schemas.openxmlformats.org/drawingml/2006/main">
            <a:r>
              <a:t>서비스는 임야, 농지, 대지, 건물 등 재산 종류와 무관하게 종중의 설립 준비와 운영 기록을 다룬다.</a:t>
            </a:r>
          </a:p>
          <a:p xmlns:a="http://schemas.openxmlformats.org/drawingml/2006/main">
            <a:r>
              <a:t>출처: https://ebook.kabl.kr/registrationforum/202409/11/</a:t>
            </a:r>
          </a:p>
          <a:p xmlns:a="http://schemas.openxmlformats.org/drawingml/2006/main">
            <a:r>
              <a:t>출처: D:/Project/royal-family/docs/prd/hackathon-prd.md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ZUZU Fund Service의 20억 원 미만 투자조합 운영·관리 공개 요금: 연 500000원, VAT 별도, 2026-10-09 브라우저 확인.</a:t>
            </a:r>
          </a:p>
          <a:p xmlns:a="http://schemas.openxmlformats.org/drawingml/2006/main">
            <a:r>
              <a:t>다른 고객군의 인접 서비스 요금을 계산 기준으로 참고. 종중의 지불 의사나 명문가의 확정 판매 가격은 검증 전. 전문가 수임료와 일회성 설립비 제외.</a:t>
            </a:r>
          </a:p>
          <a:p xmlns:a="http://schemas.openxmlformats.org/drawingml/2006/main">
            <a:r>
              <a:t>출처: https://fundservice.zuzu.network/fund-pricing/</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전국 대상 초안에서 TAM과 SAM은 같은 등록 종중 모수를 사용. 전체가 연 구독료를 낼 때의 연간 매출 상한 환산이며 구독료, 확보율과 3년 기간은 검증 전 사업 가정. SOM은 3년 내 확보율 가정의 도달 시점 연환산 매출. 현재 매출, 실제 구매 고객 수, 3년 누적 매출이나 토지 자산가치가 아님.</a:t>
            </a:r>
          </a:p>
          <a:p xmlns:a="http://schemas.openxmlformats.org/drawingml/2006/main">
            <a:r>
              <a:t>전국 종중을 대상으로 하는 초안. 설립 준비, 운영 기록, 동의와 법률 확인은 재산 종류와 무관하게 제공하므로 확인 가능한 등록 종중 모수를 TAM과 동일하게 사용. 별도 지역 제한이나 검증된 수요 비율이 없어 임의 축소하지 않음. 실구매 수요와 모든 자연발생 종중을 센 통계가 아님.</a:t>
            </a:r>
          </a:p>
          <a:p xmlns:a="http://schemas.openxmlformats.org/drawingml/2006/main">
            <a:r>
              <a:t>SOM 고객 수는 SAM x 확보율을 정수 반올림. 억원 표시는 원 금액에서 0.01억원 단위 반올림.</a:t>
            </a:r>
          </a:p>
          <a:p xmlns:a="http://schemas.openxmlformats.org/drawingml/2006/main">
            <a:r>
              <a:t>TAM과 SAM 모수, 구독료, SOM 확보율은 첨부 계산 JSON에 보존한다.</a:t>
            </a:r>
          </a:p>
          <a:p xmlns:a="http://schemas.openxmlformats.org/drawingml/2006/main">
            <a:r>
              <a:t>출처: https://ebook.kabl.kr/registrationforum/202409/11/</a:t>
            </a:r>
          </a:p>
          <a:p xmlns:a="http://schemas.openxmlformats.org/drawingml/2006/main">
            <a:r>
              <a:t>출처: https://fundservice.zuzu.network/fund-pricing/</a:t>
            </a:r>
          </a:p>
          <a:p xmlns:a="http://schemas.openxmlformats.org/drawingml/2006/main">
            <a:r>
              <a:t>출처: D:/Project/royal-family/ppt/data/market-estimate-v3.json</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3년 도달 시점의 연환산 매출. 확보율은 조사된 구매율이 아닌 사업 시나리오다. 고객 수는 SAM에 가정 확보율을 곱해 정수 반올림했다.</a:t>
            </a:r>
          </a:p>
          <a:p xmlns:a="http://schemas.openxmlformats.org/drawingml/2006/main">
            <a:r>
              <a:t>[{"penetration_assumption":0.005,"clans":1185,"annual_run_rate_won":592500000,"display_eok":5.93},{"penetration_assumption":0.01,"clans":2371,"annual_run_rate_won":1185500000,"display_eok":11.86},{"penetration_assumption":0.02,"clans":4741,"annual_run_rate_won":2370500000,"display_eok":23.71}]</a:t>
            </a:r>
          </a:p>
          <a:p xmlns:a="http://schemas.openxmlformats.org/drawingml/2006/main">
            <a:r>
              <a:t>출처: D:/Project/royal-family/ppt/data/market-estimate-v3.json</a:t>
            </a:r>
          </a:p>
          <a:p xmlns:a="http://schemas.openxmlformats.org/drawingml/2006/main">
            <a:r>
              <a:t>출처: https://ebook.kabl.kr/registrationforum/202409/11/</a:t>
            </a:r>
          </a:p>
          <a:p xmlns:a="http://schemas.openxmlformats.org/drawingml/2006/main">
            <a:r>
              <a:t>출처: https://fundservice.zuzu.network/fund-pricing/</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통화 전사와 제출서로 PRD와 업무 흐름을 정리했다. ZUZU는 UI와 워크플로우 참고 대상이다. 통화 기반 가상 종원 페르소나를 구성했다. 서비스 UI 구현 완료를 뜻하지 않는다.</a:t>
            </a:r>
          </a:p>
          <a:p xmlns:a="http://schemas.openxmlformats.org/drawingml/2006/main">
            <a:r>
              <a:t>출처: D:/Project/royal-family/rawdata/PPTPlan/script.md</a:t>
            </a:r>
          </a:p>
          <a:p xmlns:a="http://schemas.openxmlformats.org/drawingml/2006/main">
            <a:r>
              <a:t>출처: D:/Project/royal-family/docs/prd/hackathon-prd.md</a:t>
            </a:r>
          </a:p>
          <a:p xmlns:a="http://schemas.openxmlformats.org/drawingml/2006/main">
            <a:r>
              <a:t>출처: D:/Project/royal-family/qa/scenarios/hackathon-use-cases.md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K-GeoP 공개 조회 기준값: 공주시 태봉동 산41-1, 임야 14154.0㎡, 조회일 2026-10-09. 소유권 확정 자료가 아니다. 오른쪽은 제공된 크레딧 적용 요청 화면으로 적용 완료와 잔액을 증명하지 않는다.</a:t>
            </a:r>
          </a:p>
          <a:p xmlns:a="http://schemas.openxmlformats.org/drawingml/2006/main">
            <a:r>
              <a:t>출처: D:/Project/royal-family/rawdata/PPTPlan/script.md</a:t>
            </a:r>
          </a:p>
          <a:p xmlns:a="http://schemas.openxmlformats.org/drawingml/2006/main">
            <a:r>
              <a:t>출처: D:/Project/royal-family/docs/prd/hackathon-prd.md</a:t>
            </a:r>
          </a:p>
          <a:p xmlns:a="http://schemas.openxmlformats.org/drawingml/2006/main">
            <a:r>
              <a:t>출처: https://www.kgeop.go.kr/info/infoMap.do?initMode=L</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skills와 MCP Events 연동 목표를 소개한다.</a:t>
            </a:r>
          </a:p>
          <a:p xmlns:a="http://schemas.openxmlformats.org/drawingml/2006/main">
            <a:r>
              <a:t>출처: D:/Project/royal-family/rawdata/PPTPlan/script.md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 변화 이벤트를 보내고 ChatGPT가 도구로 근거를 조회하는 연동 목표. 실제 수신과 응답은 구현 후 검증한다.</a:t>
            </a:r>
          </a:p>
          <a:p xmlns:a="http://schemas.openxmlformats.org/drawingml/2006/main">
            <a:r>
              <a:t>출처: D:/Project/royal-family/rawdata/PPTPlan/script.md</a:t>
            </a:r>
          </a:p>
          <a:p xmlns:a="http://schemas.openxmlformats.org/drawingml/2006/main">
            <a:r>
              <a:t>출처: D:/Project/royal-family/docs/architecture/mcp-and-skills.md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질문을 받는다.</a:t>
            </a:r>
          </a:p>
          <a:p xmlns:a="http://schemas.openxmlformats.org/drawingml/2006/main">
            <a:r>
              <a:t>출처: D:/Project/royal-family/rawdata/PPTPlan/script.md</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전국 대상 초안에서 TAM과 SAM은 같은 등록 종중 모수를 사용. 전체가 연 구독료를 낼 때의 연간 매출 상한 환산이며 구독료, 확보율과 3년 기간은 검증 전 사업 가정. SOM은 3년 내 확보율 가정의 도달 시점 연환산 매출. 현재 매출, 실제 구매 고객 수, 3년 누적 매출이나 토지 자산가치가 아님.</a:t>
            </a:r>
          </a:p>
          <a:p xmlns:a="http://schemas.openxmlformats.org/drawingml/2006/main">
            <a:r>
              <a:t>2024년 제1회 등기법포럼 발표자료, 인쇄면 9쪽, 김영대. 국토부 부동산종합공부시스템 조회 결과 인용.</a:t>
            </a:r>
          </a:p>
          <a:p xmlns:a="http://schemas.openxmlformats.org/drawingml/2006/main">
            <a:r>
              <a:t>ZUZU Fund Service의 20억 원 미만 투자조합 운영·관리 공개 요금: 연 500000원, VAT 별도, 2026-10-09 브라우저 확인.</a:t>
            </a:r>
          </a:p>
          <a:p xmlns:a="http://schemas.openxmlformats.org/drawingml/2006/main">
            <a:r>
              <a:t>전국 연간 분쟁 건수나 고유 사건 수가 아닌 공개 판례 검색 결과 수. 심급·요약 등 중복 항목과 조세 사건이 포함될 수 있음.</a:t>
            </a:r>
          </a:p>
          <a:p xmlns:a="http://schemas.openxmlformats.org/drawingml/2006/main">
            <a:r>
              <a:t>출처: https://ebook.kabl.kr/registrationforum/202409/11/</a:t>
            </a:r>
          </a:p>
          <a:p xmlns:a="http://schemas.openxmlformats.org/drawingml/2006/main">
            <a:r>
              <a:t>출처: https://fundservice.zuzu.network/fund-pricing/</a:t>
            </a:r>
          </a:p>
          <a:p xmlns:a="http://schemas.openxmlformats.org/drawingml/2006/main">
            <a:r>
              <a:t>출처: https://www.law.go.kr/precSc.do?menuId=7&amp;query=%EC%A2%85%EC%A4%91</a:t>
            </a:r>
          </a:p>
          <a:p xmlns:a="http://schemas.openxmlformats.org/drawingml/2006/main">
            <a:r>
              <a:t>출처: D:/Project/royal-family/ppt/data/market-estimate-v3.json</a:t>
            </a:r>
          </a:p>
          <a:p xmlns:a="http://schemas.openxmlformats.org/drawingml/2006/main">
            <a:r>
              <a:t>디자인 참고: C:\Users\dldnj\OneDrive\문서\Premium Cloud Widescreen Multicolored.pptx</a:t>
            </a:r>
          </a:p>
          <a:p xmlns:a="http://schemas.openxmlformats.org/drawingml/2006/main">
            <a:r>
              <a:t>픽토그램: Lucide Icons, ISC License, https://lucide.dev/icons/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786749493f448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f0a21df82f43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d9351d0d81848b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b7b526126543b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90a1c8ba4294e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56eaac6501842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E68C83-0632-4912-961B-E23415ACDF33}"/>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18E08B4-3DC6-405B-8B6E-177FCC79E8F9}"/>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5C72331-9A50-43DF-9422-AA7B1CD997F0}"/>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452E77-7DDD-46B2-BC66-F9720DA27207}"/>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33C6E4F-6F72-456D-9434-3AE211B2CEAD}"/>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7FDDF6E-E712-4647-B804-AA34FB294021}"/>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146F72-72ED-4FF8-98BE-002F550A442F}"/>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289BC3F-3D56-4D71-AA84-77B211960981}"/>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92EEC0-544B-4BCF-825C-2281E5878D01}"/>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04064D-26FB-4BB8-AA94-094DF63819C9}"/>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a480d6fc5a49ad" /><Relationship Type="http://schemas.openxmlformats.org/officeDocument/2006/relationships/slideLayout" Target="/ppt/slideLayouts/slideLayout1.xml" Id="Rb0ecf86e29cc4a08" /><Relationship Type="http://schemas.openxmlformats.org/officeDocument/2006/relationships/slideLayout" Target="/ppt/slideLayouts/slideLayout2.xml" Id="Rcec99ec95c3d427f" /><Relationship Type="http://schemas.openxmlformats.org/officeDocument/2006/relationships/slideLayout" Target="/ppt/slideLayouts/slideLayout3.xml" Id="Rc368e0191ef245b9" /><Relationship Type="http://schemas.openxmlformats.org/officeDocument/2006/relationships/slideLayout" Target="/ppt/slideLayouts/slideLayout4.xml" Id="Rd4565bc7843a49cf" /><Relationship Type="http://schemas.openxmlformats.org/officeDocument/2006/relationships/slideLayout" Target="/ppt/slideLayouts/slideLayout5.xml" Id="R6774c506023043ef" /><Relationship Type="http://schemas.openxmlformats.org/officeDocument/2006/relationships/slideLayout" Target="/ppt/slideLayouts/slideLayout6.xml" Id="R518aba3bd88e41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ecf86e29cc4a08"/>
    <p:sldLayoutId xmlns:r="http://schemas.openxmlformats.org/officeDocument/2006/relationships" id="2147483650" r:id="Rcec99ec95c3d427f"/>
    <p:sldLayoutId xmlns:r="http://schemas.openxmlformats.org/officeDocument/2006/relationships" id="2147483651" r:id="Rc368e0191ef245b9"/>
    <p:sldLayoutId xmlns:r="http://schemas.openxmlformats.org/officeDocument/2006/relationships" id="2147483652" r:id="Rd4565bc7843a49cf"/>
    <p:sldLayoutId xmlns:r="http://schemas.openxmlformats.org/officeDocument/2006/relationships" id="2147483653" r:id="R6774c506023043ef"/>
    <p:sldLayoutId xmlns:r="http://schemas.openxmlformats.org/officeDocument/2006/relationships" id="2147483654" r:id="R518aba3bd88e41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a4f13206a844a2" /><Relationship Type="http://schemas.openxmlformats.org/officeDocument/2006/relationships/image" Target="/ppt/media/image.png" Id="R0c975badc2854386" /><Relationship Type="http://schemas.openxmlformats.org/officeDocument/2006/relationships/notesSlide" Target="/ppt/notesSlides/notesSlide1.xml" Id="Rd34eea7e894340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2001bede5e47cf" /><Relationship Type="http://schemas.openxmlformats.org/officeDocument/2006/relationships/notesSlide" Target="/ppt/notesSlides/notesSlide2.xml" Id="Re26defd135774b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e15f407bd1a4c3a" /><Relationship Type="http://schemas.openxmlformats.org/officeDocument/2006/relationships/image" Target="/ppt/media/image2.png" Id="R3121dd64e60d41d1" /><Relationship Type="http://schemas.openxmlformats.org/officeDocument/2006/relationships/notesSlide" Target="/ppt/notesSlides/notesSlide3.xml" Id="Rdfd3f1f0433549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8866703efa54700" /><Relationship Type="http://schemas.openxmlformats.org/officeDocument/2006/relationships/image" Target="/ppt/media/image3.png" Id="R15d7fd9bfd574f85" /><Relationship Type="http://schemas.openxmlformats.org/officeDocument/2006/relationships/image" Target="/ppt/media/image4.png" Id="Rdf3800aff4a04612" /><Relationship Type="http://schemas.openxmlformats.org/officeDocument/2006/relationships/image" Target="/ppt/media/image5.png" Id="Re545a963087b4e88" /><Relationship Type="http://schemas.openxmlformats.org/officeDocument/2006/relationships/image" Target="/ppt/media/image6.png" Id="Rf17d94146f6a40cf" /><Relationship Type="http://schemas.openxmlformats.org/officeDocument/2006/relationships/notesSlide" Target="/ppt/notesSlides/notesSlide4.xml" Id="R43ead370e5b14a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e3b695006a64706" /><Relationship Type="http://schemas.openxmlformats.org/officeDocument/2006/relationships/image" Target="/ppt/media/image.jpeg" Id="R804b4c94a579478e" /><Relationship Type="http://schemas.openxmlformats.org/officeDocument/2006/relationships/hyperlink" Target="https://www.jmbc.co.kr/news/view/68182" TargetMode="External" Id="R9972e543a4a34a13" /><Relationship Type="http://schemas.openxmlformats.org/officeDocument/2006/relationships/notesSlide" Target="/ppt/notesSlides/notesSlide5.xml" Id="Ra27c0537589840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b12613c02264d8e" /><Relationship Type="http://schemas.openxmlformats.org/officeDocument/2006/relationships/image" Target="/ppt/media/image7.png" Id="R837cbc3386844a91" /><Relationship Type="http://schemas.openxmlformats.org/officeDocument/2006/relationships/image" Target="/ppt/media/image2.jpeg" Id="R0a2ff81343294175" /><Relationship Type="http://schemas.openxmlformats.org/officeDocument/2006/relationships/hyperlink" Target="https://www.bubb.co.kr/news/articleView.html?idxno=4550" TargetMode="External" Id="Ra5bb2bbf30b34470" /><Relationship Type="http://schemas.openxmlformats.org/officeDocument/2006/relationships/image" Target="/ppt/media/image8.png" Id="Rfc2e7e28043e4355" /><Relationship Type="http://schemas.openxmlformats.org/officeDocument/2006/relationships/image" Target="/ppt/media/image3.jpeg" Id="R3fdbcdc90f564be4" /><Relationship Type="http://schemas.openxmlformats.org/officeDocument/2006/relationships/hyperlink" Target="https://www.cctoday.co.kr/news/articleView.html?idxno=2233033" TargetMode="External" Id="Rd729c8357d99463c" /><Relationship Type="http://schemas.openxmlformats.org/officeDocument/2006/relationships/image" Target="/ppt/media/image9.png" Id="R5c7bf39d3b7b4c5d" /><Relationship Type="http://schemas.openxmlformats.org/officeDocument/2006/relationships/image" Target="/ppt/media/image4.jpeg" Id="R7e75b17d7e4945a5" /><Relationship Type="http://schemas.openxmlformats.org/officeDocument/2006/relationships/hyperlink" Target="https://magazine.hankyung.com/business/article/202607168245b" TargetMode="External" Id="R8b2d66fc892c4c7b" /><Relationship Type="http://schemas.openxmlformats.org/officeDocument/2006/relationships/notesSlide" Target="/ppt/notesSlides/notesSlide6.xml" Id="R529fbf0d4e4541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70144410bef4f10" /><Relationship Type="http://schemas.openxmlformats.org/officeDocument/2006/relationships/image" Target="/ppt/media/image10.png" Id="R0808059613154116" /><Relationship Type="http://schemas.openxmlformats.org/officeDocument/2006/relationships/image" Target="/ppt/media/image5.jpeg" Id="R851f44efa9794532" /><Relationship Type="http://schemas.openxmlformats.org/officeDocument/2006/relationships/notesSlide" Target="/ppt/notesSlides/notesSlide7.xml" Id="Ra2edd9d1474543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f730f66fcc74e5b" /><Relationship Type="http://schemas.openxmlformats.org/officeDocument/2006/relationships/notesSlide" Target="/ppt/notesSlides/notesSlide8.xml" Id="R40394d264fd44c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945f0f1f15b4237" /><Relationship Type="http://schemas.openxmlformats.org/officeDocument/2006/relationships/image" Target="/ppt/media/image11.png" Id="R122153c3d6d942d0" /><Relationship Type="http://schemas.openxmlformats.org/officeDocument/2006/relationships/image" Target="/ppt/media/image12.png" Id="R5f03e2f382f34657" /><Relationship Type="http://schemas.openxmlformats.org/officeDocument/2006/relationships/image" Target="/ppt/media/image13.png" Id="R6a72d28ecb144757" /><Relationship Type="http://schemas.openxmlformats.org/officeDocument/2006/relationships/notesSlide" Target="/ppt/notesSlides/notesSlide9.xml" Id="R04d1da7e591a45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c0be221df3c4151" /><Relationship Type="http://schemas.openxmlformats.org/officeDocument/2006/relationships/notesSlide" Target="/ppt/notesSlides/notesSlide10.xml" Id="R4fc7467b8605468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e22ca9ab3844e8b" /><Relationship Type="http://schemas.openxmlformats.org/officeDocument/2006/relationships/image" Target="/ppt/media/image14.png" Id="Rc5c497aa67714c13" /><Relationship Type="http://schemas.openxmlformats.org/officeDocument/2006/relationships/image" Target="/ppt/media/image15.png" Id="R776b37d2fe414b8b" /><Relationship Type="http://schemas.openxmlformats.org/officeDocument/2006/relationships/image" Target="/ppt/media/image16.png" Id="R7b5d2abfe7e342c2" /><Relationship Type="http://schemas.openxmlformats.org/officeDocument/2006/relationships/notesSlide" Target="/ppt/notesSlides/notesSlide11.xml" Id="R063adebb8dc94b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f75b45ad34847ff" /><Relationship Type="http://schemas.openxmlformats.org/officeDocument/2006/relationships/image" Target="/ppt/media/image17.png" Id="R3b977914aa9c4d3a" /><Relationship Type="http://schemas.openxmlformats.org/officeDocument/2006/relationships/notesSlide" Target="/ppt/notesSlides/notesSlide12.xml" Id="Rbb72de189f6b47b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1430f2bed9d4a50" /><Relationship Type="http://schemas.openxmlformats.org/officeDocument/2006/relationships/image" Target="/ppt/media/image18.png" Id="Reb4c6d2ef1334e38" /><Relationship Type="http://schemas.openxmlformats.org/officeDocument/2006/relationships/image" Target="/ppt/media/image19.png" Id="R2b39006b9fea4840" /><Relationship Type="http://schemas.openxmlformats.org/officeDocument/2006/relationships/image" Target="/ppt/media/image20.png" Id="R4b72174a8f7a4ee9" /><Relationship Type="http://schemas.openxmlformats.org/officeDocument/2006/relationships/image" Target="/ppt/media/image21.png" Id="R78704ccbd6c24ae6" /><Relationship Type="http://schemas.openxmlformats.org/officeDocument/2006/relationships/image" Target="/ppt/media/image22.png" Id="Re219bd90b5c942cc" /><Relationship Type="http://schemas.openxmlformats.org/officeDocument/2006/relationships/image" Target="/ppt/media/image23.png" Id="Ra638a4a02a6c44c2" /><Relationship Type="http://schemas.openxmlformats.org/officeDocument/2006/relationships/notesSlide" Target="/ppt/notesSlides/notesSlide13.xml" Id="R35f007c1aec2426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9223de4e54649fc" /><Relationship Type="http://schemas.openxmlformats.org/officeDocument/2006/relationships/image" Target="/ppt/media/image24.png" Id="Rdbd72c9bdebb415b" /><Relationship Type="http://schemas.openxmlformats.org/officeDocument/2006/relationships/image" Target="/ppt/media/image25.png" Id="R2806dfa2de54455c" /><Relationship Type="http://schemas.openxmlformats.org/officeDocument/2006/relationships/image" Target="/ppt/media/image26.png" Id="Rb1b21ca34a1042b6" /><Relationship Type="http://schemas.openxmlformats.org/officeDocument/2006/relationships/image" Target="/ppt/media/image27.png" Id="R1da7e255bbe64d8d" /><Relationship Type="http://schemas.openxmlformats.org/officeDocument/2006/relationships/image" Target="/ppt/media/image28.png" Id="R109f5a4858744acf" /><Relationship Type="http://schemas.openxmlformats.org/officeDocument/2006/relationships/image" Target="/ppt/media/image29.png" Id="R245dfe2910ce47a6" /><Relationship Type="http://schemas.openxmlformats.org/officeDocument/2006/relationships/image" Target="/ppt/media/image30.png" Id="R810e1dac6d6f4724" /><Relationship Type="http://schemas.openxmlformats.org/officeDocument/2006/relationships/notesSlide" Target="/ppt/notesSlides/notesSlide14.xml" Id="R27de62ee08ca45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8fe3402ab664a73" /><Relationship Type="http://schemas.openxmlformats.org/officeDocument/2006/relationships/image" Target="/ppt/media/image31.png" Id="Rce1bd56d17404b8a" /><Relationship Type="http://schemas.openxmlformats.org/officeDocument/2006/relationships/image" Target="/ppt/media/image32.png" Id="R01b496d8f1d442ac" /><Relationship Type="http://schemas.openxmlformats.org/officeDocument/2006/relationships/notesSlide" Target="/ppt/notesSlides/notesSlide15.xml" Id="R7f200744548c4f9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f921382ceee4b6e" /><Relationship Type="http://schemas.openxmlformats.org/officeDocument/2006/relationships/image" Target="/ppt/media/image33.png" Id="Rf628a9db78ef4d60" /><Relationship Type="http://schemas.openxmlformats.org/officeDocument/2006/relationships/image" Target="/ppt/media/image34.png" Id="R1ca0b9b0ba394da5" /><Relationship Type="http://schemas.openxmlformats.org/officeDocument/2006/relationships/notesSlide" Target="/ppt/notesSlides/notesSlide16.xml" Id="R05284f9f0b7c40a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1a003b8ee8e4983" /><Relationship Type="http://schemas.openxmlformats.org/officeDocument/2006/relationships/image" Target="/ppt/media/image35.png" Id="Rfafa62a5aa4f4466" /><Relationship Type="http://schemas.openxmlformats.org/officeDocument/2006/relationships/image" Target="/ppt/media/image36.png" Id="R97c6b87a95c6407a" /><Relationship Type="http://schemas.openxmlformats.org/officeDocument/2006/relationships/notesSlide" Target="/ppt/notesSlides/notesSlide17.xml" Id="Rf730ce74cd95412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e2d9d14a22c4094" /><Relationship Type="http://schemas.openxmlformats.org/officeDocument/2006/relationships/image" Target="/ppt/media/image37.png" Id="R258f230d86084555" /><Relationship Type="http://schemas.openxmlformats.org/officeDocument/2006/relationships/image" Target="/ppt/media/image38.png" Id="R7bf567bf03f34302" /><Relationship Type="http://schemas.openxmlformats.org/officeDocument/2006/relationships/notesSlide" Target="/ppt/notesSlides/notesSlide18.xml" Id="R5609ab2937934e3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d05c74574e74aca" /><Relationship Type="http://schemas.openxmlformats.org/officeDocument/2006/relationships/image" Target="/ppt/media/image39.png" Id="R23678ad53cb641ca" /><Relationship Type="http://schemas.openxmlformats.org/officeDocument/2006/relationships/image" Target="/ppt/media/image40.png" Id="R11b6f28cf48d41ff" /><Relationship Type="http://schemas.openxmlformats.org/officeDocument/2006/relationships/notesSlide" Target="/ppt/notesSlides/notesSlide19.xml" Id="Rf9e9562e9d8943b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ddb472c9e594c60" /><Relationship Type="http://schemas.openxmlformats.org/officeDocument/2006/relationships/image" Target="/ppt/media/image41.png" Id="R3cefcd02e2aa4436" /><Relationship Type="http://schemas.openxmlformats.org/officeDocument/2006/relationships/image" Target="/ppt/media/image42.png" Id="R799523a234be4876" /><Relationship Type="http://schemas.openxmlformats.org/officeDocument/2006/relationships/image" Target="/ppt/media/image43.png" Id="R3ced1ffeb6ca4e9e" /><Relationship Type="http://schemas.openxmlformats.org/officeDocument/2006/relationships/image" Target="/ppt/media/image44.png" Id="R5cc066c221604864" /><Relationship Type="http://schemas.openxmlformats.org/officeDocument/2006/relationships/notesSlide" Target="/ppt/notesSlides/notesSlide20.xml" Id="R3355e79977f14f0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a79ec3f544f4d85" /><Relationship Type="http://schemas.openxmlformats.org/officeDocument/2006/relationships/image" Target="/ppt/media/image45.png" Id="Rc5bff51870a94175" /><Relationship Type="http://schemas.openxmlformats.org/officeDocument/2006/relationships/notesSlide" Target="/ppt/notesSlides/notesSlide21.xml" Id="R9af9efef7fd34c2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0a6f00827944a59" /><Relationship Type="http://schemas.openxmlformats.org/officeDocument/2006/relationships/notesSlide" Target="/ppt/notesSlides/notesSlide22.xml" Id="R9ca86a639a54410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afc5880023249bb" /><Relationship Type="http://schemas.openxmlformats.org/officeDocument/2006/relationships/chart" Target="/ppt/slides/charts/chart1.xml" Id="R762c86b1fa904994" /><Relationship Type="http://schemas.openxmlformats.org/officeDocument/2006/relationships/notesSlide" Target="/ppt/notesSlides/notesSlide23.xml" Id="R37b89fac0a7445a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e2a662d6e3841fb" /><Relationship Type="http://schemas.openxmlformats.org/officeDocument/2006/relationships/image" Target="/ppt/media/image46.png" Id="Ra9289d2688f84084" /><Relationship Type="http://schemas.openxmlformats.org/officeDocument/2006/relationships/image" Target="/ppt/media/image47.png" Id="Rbf9d531d8eb746ec" /><Relationship Type="http://schemas.openxmlformats.org/officeDocument/2006/relationships/image" Target="/ppt/media/image48.png" Id="Rccde50c16c8245bd" /><Relationship Type="http://schemas.openxmlformats.org/officeDocument/2006/relationships/image" Target="/ppt/media/image49.png" Id="Rdbb5380bedd54c7d" /><Relationship Type="http://schemas.openxmlformats.org/officeDocument/2006/relationships/image" Target="/ppt/media/image50.png" Id="R2beded4f03ca4a9c" /><Relationship Type="http://schemas.openxmlformats.org/officeDocument/2006/relationships/image" Target="/ppt/media/image51.png" Id="R34b6206e5943449b" /><Relationship Type="http://schemas.openxmlformats.org/officeDocument/2006/relationships/image" Target="/ppt/media/image52.png" Id="Rbe3f25b004e54acb" /><Relationship Type="http://schemas.openxmlformats.org/officeDocument/2006/relationships/notesSlide" Target="/ppt/notesSlides/notesSlide24.xml" Id="R7e44e1dbe6954c5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0a481d4f3114261" /><Relationship Type="http://schemas.openxmlformats.org/officeDocument/2006/relationships/image" Target="/ppt/media/image53.png" Id="R045196b5e8d947de" /><Relationship Type="http://schemas.openxmlformats.org/officeDocument/2006/relationships/image" Target="/ppt/media/image54.png" Id="Re2f257dfeb7a49b8" /><Relationship Type="http://schemas.openxmlformats.org/officeDocument/2006/relationships/notesSlide" Target="/ppt/notesSlides/notesSlide25.xml" Id="R57f3003f9fa7415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a0262f1c8a746cb" /><Relationship Type="http://schemas.openxmlformats.org/officeDocument/2006/relationships/notesSlide" Target="/ppt/notesSlides/notesSlide26.xml" Id="R49685c61755d4db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fa546fb358f4203" /><Relationship Type="http://schemas.openxmlformats.org/officeDocument/2006/relationships/image" Target="/ppt/media/image55.png" Id="Rb530e2441a9b4043" /><Relationship Type="http://schemas.openxmlformats.org/officeDocument/2006/relationships/image" Target="/ppt/media/image56.png" Id="R464dbb2755c646a9" /><Relationship Type="http://schemas.openxmlformats.org/officeDocument/2006/relationships/image" Target="/ppt/media/image57.png" Id="Re008fc7d35a5457d" /><Relationship Type="http://schemas.openxmlformats.org/officeDocument/2006/relationships/image" Target="/ppt/media/image58.png" Id="Ra0aeb9afbdcd49d0" /><Relationship Type="http://schemas.openxmlformats.org/officeDocument/2006/relationships/image" Target="/ppt/media/image59.png" Id="R8bdd5e35334042cf" /><Relationship Type="http://schemas.openxmlformats.org/officeDocument/2006/relationships/notesSlide" Target="/ppt/notesSlides/notesSlide27.xml" Id="R560ea2a8b5314de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797762c2bed40bd" /><Relationship Type="http://schemas.openxmlformats.org/officeDocument/2006/relationships/notesSlide" Target="/ppt/notesSlides/notesSlide28.xml" Id="R88f2b3ba6f244a1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202dec1b489457d" /><Relationship Type="http://schemas.openxmlformats.org/officeDocument/2006/relationships/notesSlide" Target="/ppt/notesSlides/notesSlide29.xml" Id="R3304fdcdfe26467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연환산 매출</c:v>
          </c:tx>
          <c:dPt>
            <c:idx val="0"/>
            <c:invertIfNegative val="0"/>
            <c:spPr>
              <a:solidFill xmlns:a="http://schemas.openxmlformats.org/drawingml/2006/main">
                <a:srgbClr val="6BBADD"/>
              </a:solidFill>
            </c:spPr>
          </c:dPt>
          <c:dPt>
            <c:idx val="1"/>
            <c:invertIfNegative val="0"/>
            <c:spPr>
              <a:solidFill xmlns:a="http://schemas.openxmlformats.org/drawingml/2006/main">
                <a:srgbClr val="ABCA48"/>
              </a:solidFill>
            </c:spPr>
          </c:dPt>
          <c:dPt>
            <c:idx val="2"/>
            <c:invertIfNegative val="0"/>
            <c:spPr>
              <a:solidFill xmlns:a="http://schemas.openxmlformats.org/drawingml/2006/main">
                <a:srgbClr val="D05258"/>
              </a:solidFill>
            </c:spPr>
          </c:dPt>
          <c:cat>
            <c:strRef>
              <c:f>'Chart Data'!$A$2:$A$4</c:f>
              <c:strCache>
                <c:ptCount val="3"/>
                <c:pt idx="0">
                  <c:v>0.5%  1,185개</c:v>
                </c:pt>
                <c:pt idx="1">
                  <c:v>1%  2,371개</c:v>
                </c:pt>
                <c:pt idx="2">
                  <c:v>2%  4,741개</c:v>
                </c:pt>
              </c:strCache>
            </c:strRef>
          </c:cat>
          <c:val>
            <c:numRef>
              <c:f>'Chart Data'!$B$2:$B$4</c:f>
              <c:numCache>
                <c:formatCode>0</c:formatCode>
                <c:ptCount val="3"/>
                <c:pt idx="0">
                  <c:v>5.93</c:v>
                </c:pt>
                <c:pt idx="1">
                  <c:v>11.86</c:v>
                </c:pt>
                <c:pt idx="2">
                  <c:v>23.71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75">
                  <a:solidFill>
                    <a:srgbClr val="626262"/>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68"/>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626262"/>
                </a:solidFill>
                <a:latin typeface="Noto Sans KR"/>
                <a:ea typeface="Noto Sans KR"/>
                <a:cs typeface="Noto Sans KR"/>
              </a:defRPr>
            </a:pPr>
          </a:p>
        </c:txPr>
        <c:crossAx val="48672768"/>
      </c:catAx>
      <c:valAx>
        <c:axId val="48672768"/>
        <c:scaling>
          <c:orientation val="minMax"/>
          <c:max val="30"/>
          <c:min val="0"/>
        </c:scaling>
        <c:delete val="0"/>
        <c:axPos val="b"/>
        <c:majorGridlines>
          <c:spPr>
            <a:ln xmlns:a="http://schemas.openxmlformats.org/drawingml/2006/main" w="9525">
              <a:solidFill>
                <a:srgbClr val="E6E6E6"/>
              </a:solidFill>
            </a:ln>
          </c:spPr>
        </c:majorGridlines>
        <c:title>
          <c:tx>
            <c:rich>
              <a:bodyPr xmlns:a="http://schemas.openxmlformats.org/drawingml/2006/main"/>
              <a:lstStyle xmlns:a="http://schemas.openxmlformats.org/drawingml/2006/main"/>
              <a:p xmlns:a="http://schemas.openxmlformats.org/drawingml/2006/main">
                <a:r>
                  <a:rPr>
                    <a:latin typeface="Noto Sans KR"/>
                    <a:ea typeface="Noto Sans KR"/>
                    <a:cs typeface="Noto Sans KR"/>
                  </a:rPr>
                  <a:t>억원 / 년</a:t>
                </a:r>
              </a:p>
            </c:rich>
          </c:tx>
          <c:overlay val="0"/>
          <c:txPr>
            <a:bodyPr xmlns:a="http://schemas.openxmlformats.org/drawingml/2006/main" anchorCtr="1"/>
            <a:lstStyle xmlns:a="http://schemas.openxmlformats.org/drawingml/2006/main"/>
            <a:p xmlns:a="http://schemas.openxmlformats.org/drawingml/2006/main">
              <a:pPr>
                <a:defRPr>
                  <a:latin typeface="Noto Sans KR"/>
                  <a:ea typeface="Noto Sans KR"/>
                  <a:cs typeface="Noto Sans KR"/>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26262"/>
                </a:solidFill>
                <a:latin typeface="Noto Sans KR"/>
                <a:ea typeface="Noto Sans KR"/>
                <a:cs typeface="Noto Sans KR"/>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00" name="Template artwork 10000"/>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1" name="Template artwork 10001"/>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2" name="Template artwork 10002"/>
          <p:cNvSpPr>
            <a:spLocks xmlns:a="http://schemas.openxmlformats.org/drawingml/2006/main" noGrp="1"/>
          </p:cNvSpPr>
          <p:nvPr/>
        </p:nvSpPr>
        <p:spPr>
          <a:xfrm xmlns:a="http://schemas.openxmlformats.org/drawingml/2006/main">
            <a:off x="3333750" y="1409700"/>
            <a:ext cx="2476500" cy="247650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6" name="1">
            <a:extLst xmlns:a="http://schemas.openxmlformats.org/drawingml/2006/main">
              <a:ext uri="{FF2B5EF4-FFF2-40B4-BE49-F238E27FC236}">
                <a16:creationId xmlns:a16="http://schemas.microsoft.com/office/drawing/2014/main" id="{4C06BA6C-D750-4A6E-8801-F3319C0D44C7}"/>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1</a:t>
            </a:r>
          </a:p>
        </p:txBody>
      </p:sp>
      <p:sp>
        <p:nvSpPr>
          <p:cNvPr id="2" name="명문가">
            <a:extLst xmlns:a="http://schemas.openxmlformats.org/drawingml/2006/main">
              <a:ext uri="{FF2B5EF4-FFF2-40B4-BE49-F238E27FC236}">
                <a16:creationId xmlns:a16="http://schemas.microsoft.com/office/drawing/2014/main" id="{48835013-D323-4806-BD02-EAC9F13F4139}"/>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아버지와의 통화">
            <a:extLst xmlns:a="http://schemas.openxmlformats.org/drawingml/2006/main">
              <a:ext uri="{FF2B5EF4-FFF2-40B4-BE49-F238E27FC236}">
                <a16:creationId xmlns:a16="http://schemas.microsoft.com/office/drawing/2014/main" id="{EE5A402B-315C-4273-9C3E-56342CB1BC44}"/>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아버지와의 통화</a:t>
            </a:r>
          </a:p>
        </p:txBody>
      </p:sp>
      <p:pic>
        <p:nvPicPr>
          <p:cNvPr id="4" name="">
            <a:extLst xmlns:a="http://schemas.openxmlformats.org/drawingml/2006/main">
              <a:ext uri="{FF2B5EF4-FFF2-40B4-BE49-F238E27FC236}">
                <a16:creationId xmlns:a16="http://schemas.microsoft.com/office/drawing/2014/main" id="{2B6E5A26-2D75-47BD-B968-1D15E8DB42D7}"/>
              </a:ext>
            </a:extLst>
          </p:cNvPr>
          <p:cNvPicPr>
            <a:picLocks xmlns:a="http://schemas.openxmlformats.org/drawingml/2006/main" noChangeAspect="1"/>
          </p:cNvPicPr>
          <p:nvPr/>
        </p:nvPicPr>
        <p:blipFill>
          <a:blip xmlns:r="http://schemas.openxmlformats.org/officeDocument/2006/relationships" xmlns:a="http://schemas.openxmlformats.org/drawingml/2006/main" r:embed="R0c975badc2854386"/>
          <a:stretch xmlns:a="http://schemas.openxmlformats.org/drawingml/2006/main"/>
        </p:blipFill>
        <p:spPr>
          <a:xfrm xmlns:a="http://schemas.openxmlformats.org/drawingml/2006/main">
            <a:off x="3878580" y="1954530"/>
            <a:ext cx="1386840" cy="1386840"/>
          </a:xfrm>
          <a:prstGeom xmlns:a="http://schemas.openxmlformats.org/drawingml/2006/main" prst="rect">
            <a:avLst/>
          </a:prstGeom>
        </p:spPr>
      </p:pic>
      <p:sp>
        <p:nvSpPr>
          <p:cNvPr id="5" name="통화 녹음">
            <a:extLst xmlns:a="http://schemas.openxmlformats.org/drawingml/2006/main">
              <a:ext uri="{FF2B5EF4-FFF2-40B4-BE49-F238E27FC236}">
                <a16:creationId xmlns:a16="http://schemas.microsoft.com/office/drawing/2014/main" id="{D6E3D3E8-E972-47DC-B21E-69EEF56DE979}"/>
              </a:ext>
            </a:extLst>
          </p:cNvPr>
          <p:cNvSpPr>
            <a:spLocks xmlns:a="http://schemas.openxmlformats.org/drawingml/2006/main" noGrp="1"/>
          </p:cNvSpPr>
          <p:nvPr/>
        </p:nvSpPr>
        <p:spPr>
          <a:xfrm xmlns:a="http://schemas.openxmlformats.org/drawingml/2006/main">
            <a:off x="438150" y="4200525"/>
            <a:ext cx="8267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626262"/>
                </a:solidFill>
                <a:latin typeface="Noto Sans KR"/>
                <a:ea typeface="Noto Sans KR"/>
                <a:cs typeface="Noto Sans KR"/>
              </a:defRPr>
            </a:defPPr>
          </a:lstStyle>
          <a:p xmlns:a="http://schemas.openxmlformats.org/drawingml/2006/main">
            <a:pPr algn="ctr">
              <a:defRPr sz="1725" b="0">
                <a:solidFill>
                  <a:srgbClr val="626262"/>
                </a:solidFill>
                <a:latin typeface="Noto Sans KR"/>
                <a:ea typeface="Noto Sans KR"/>
                <a:cs typeface="Noto Sans KR"/>
              </a:defRPr>
            </a:pPr>
            <a:r>
              <a:rPr sz="1725" b="0">
                <a:solidFill>
                  <a:srgbClr val="626262"/>
                </a:solidFill>
                <a:latin typeface="Noto Sans KR"/>
                <a:ea typeface="Noto Sans KR"/>
                <a:cs typeface="Noto Sans KR"/>
              </a:rPr>
              <a:t>통화 녹음</a:t>
            </a:r>
          </a:p>
        </p:txBody>
      </p:sp>
    </p:spTree>
    <p:extLst>
      <p:ext uri="{BB962C8B-B14F-4D97-AF65-F5344CB8AC3E}">
        <p14:creationId xmlns:p14="http://schemas.microsoft.com/office/powerpoint/2010/main" val="972838693"/>
      </p:ext>
    </p:extLst>
  </p:cSld>
</p:sld>
</file>

<file path=ppt/slides/slide2.xml><?xml version="1.0" encoding="utf-8"?>
<p:sld xmlns:p="http://schemas.openxmlformats.org/presentationml/2006/main">
  <p:cSld>
    <p:bg>
      <p:bgPr>
        <a:solidFill xmlns:a="http://schemas.openxmlformats.org/drawingml/2006/main">
          <a:srgbClr val="6BBADD"/>
        </a:solidFill>
      </p:bgPr>
    </p:bg>
    <p:spTree>
      <p:nvGrpSpPr>
        <p:cNvPr id="1" name=""/>
        <p:cNvGrpSpPr/>
        <p:nvPr/>
      </p:nvGrpSpPr>
      <p:grpSpPr>
        <a:xfrm xmlns:a="http://schemas.openxmlformats.org/drawingml/2006/main"/>
      </p:grpSpPr>
      <p:sp>
        <p:nvSpPr>
          <p:cNvPr id="10003" name="Template artwork 10003"/>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4" name="Template artwork 10004"/>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4" name="2">
            <a:extLst xmlns:a="http://schemas.openxmlformats.org/drawingml/2006/main">
              <a:ext uri="{FF2B5EF4-FFF2-40B4-BE49-F238E27FC236}">
                <a16:creationId xmlns:a16="http://schemas.microsoft.com/office/drawing/2014/main" id="{1842A30F-061C-49D9-9918-6DDDEEEB8C58}"/>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2</a:t>
            </a:r>
          </a:p>
        </p:txBody>
      </p:sp>
      <p:sp>
        <p:nvSpPr>
          <p:cNvPr id="2" name="명문가">
            <a:extLst xmlns:a="http://schemas.openxmlformats.org/drawingml/2006/main">
              <a:ext uri="{FF2B5EF4-FFF2-40B4-BE49-F238E27FC236}">
                <a16:creationId xmlns:a16="http://schemas.microsoft.com/office/drawing/2014/main" id="{31B67981-BE5E-406E-9B92-9A37A8DE25A3}"/>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여러분의 종중은 안녕하십니까?">
            <a:extLst xmlns:a="http://schemas.openxmlformats.org/drawingml/2006/main">
              <a:ext uri="{FF2B5EF4-FFF2-40B4-BE49-F238E27FC236}">
                <a16:creationId xmlns:a16="http://schemas.microsoft.com/office/drawing/2014/main" id="{D709ABA1-1F9C-4DA4-B7B8-5492C0654F85}"/>
              </a:ext>
            </a:extLst>
          </p:cNvPr>
          <p:cNvSpPr>
            <a:spLocks xmlns:a="http://schemas.openxmlformats.org/drawingml/2006/main" noGrp="1"/>
          </p:cNvSpPr>
          <p:nvPr/>
        </p:nvSpPr>
        <p:spPr>
          <a:xfrm xmlns:a="http://schemas.openxmlformats.org/drawingml/2006/main">
            <a:off x="742950" y="1609725"/>
            <a:ext cx="76581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050" b="0">
                <a:solidFill>
                  <a:srgbClr val="FFFFFF"/>
                </a:solidFill>
                <a:latin typeface="Noto Sans KR"/>
                <a:ea typeface="Noto Sans KR"/>
                <a:cs typeface="Noto Sans KR"/>
              </a:defRPr>
            </a:defPPr>
          </a:lstStyle>
          <a:p xmlns:a="http://schemas.openxmlformats.org/drawingml/2006/main">
            <a:pPr algn="ctr">
              <a:defRPr sz="4050" b="0">
                <a:solidFill>
                  <a:srgbClr val="FFFFFF"/>
                </a:solidFill>
                <a:latin typeface="Noto Sans KR"/>
                <a:ea typeface="Noto Sans KR"/>
                <a:cs typeface="Noto Sans KR"/>
              </a:defRPr>
            </a:pPr>
            <a:r>
              <a:rPr sz="4050" b="0">
                <a:solidFill>
                  <a:srgbClr val="FFFFFF"/>
                </a:solidFill>
                <a:latin typeface="Noto Sans KR"/>
                <a:ea typeface="Noto Sans KR"/>
                <a:cs typeface="Noto Sans KR"/>
              </a:rPr>
              <a:t>여러분의 종중은</a:t>
            </a:r>
          </a:p>
          <a:p xmlns:a="http://schemas.openxmlformats.org/drawingml/2006/main">
            <a:pPr algn="ctr">
              <a:defRPr sz="4050" b="0">
                <a:solidFill>
                  <a:srgbClr val="FFFFFF"/>
                </a:solidFill>
                <a:latin typeface="Noto Sans KR"/>
                <a:ea typeface="Noto Sans KR"/>
                <a:cs typeface="Noto Sans KR"/>
              </a:defRPr>
            </a:pPr>
            <a:r>
              <a:rPr sz="4050" b="0">
                <a:solidFill>
                  <a:srgbClr val="FFFFFF"/>
                </a:solidFill>
                <a:latin typeface="Noto Sans KR"/>
                <a:ea typeface="Noto Sans KR"/>
                <a:cs typeface="Noto Sans KR"/>
              </a:rPr>
              <a:t>안녕하십니까?</a:t>
            </a:r>
          </a:p>
        </p:txBody>
      </p:sp>
    </p:spTree>
    <p:extLst>
      <p:ext uri="{BB962C8B-B14F-4D97-AF65-F5344CB8AC3E}">
        <p14:creationId xmlns:p14="http://schemas.microsoft.com/office/powerpoint/2010/main" val="14115678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05" name="Template artwork 10005"/>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6" name="Template artwork 10006"/>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7" name="Template artwork 10007"/>
          <p:cNvSpPr>
            <a:spLocks xmlns:a="http://schemas.openxmlformats.org/drawingml/2006/main" noGrp="1"/>
          </p:cNvSpPr>
          <p:nvPr/>
        </p:nvSpPr>
        <p:spPr>
          <a:xfrm xmlns:a="http://schemas.openxmlformats.org/drawingml/2006/main">
            <a:off x="6286500" y="3028950"/>
            <a:ext cx="895350" cy="89535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7" name="3">
            <a:extLst xmlns:a="http://schemas.openxmlformats.org/drawingml/2006/main">
              <a:ext uri="{FF2B5EF4-FFF2-40B4-BE49-F238E27FC236}">
                <a16:creationId xmlns:a16="http://schemas.microsoft.com/office/drawing/2014/main" id="{CC383454-1C42-4943-918F-2FB8E702FB82}"/>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3</a:t>
            </a:r>
          </a:p>
        </p:txBody>
      </p:sp>
      <p:sp>
        <p:nvSpPr>
          <p:cNvPr id="2" name="명문가">
            <a:extLst xmlns:a="http://schemas.openxmlformats.org/drawingml/2006/main">
              <a:ext uri="{FF2B5EF4-FFF2-40B4-BE49-F238E27FC236}">
                <a16:creationId xmlns:a16="http://schemas.microsoft.com/office/drawing/2014/main" id="{30320959-DC92-4171-87FB-8983C96E239C}"/>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18">
            <a:extLst xmlns:a="http://schemas.openxmlformats.org/drawingml/2006/main">
              <a:ext uri="{FF2B5EF4-FFF2-40B4-BE49-F238E27FC236}">
                <a16:creationId xmlns:a16="http://schemas.microsoft.com/office/drawing/2014/main" id="{4A0A0F00-0D98-4431-92A3-0DCBD3362325}"/>
              </a:ext>
            </a:extLst>
          </p:cNvPr>
          <p:cNvSpPr>
            <a:spLocks xmlns:a="http://schemas.openxmlformats.org/drawingml/2006/main" noGrp="1"/>
          </p:cNvSpPr>
          <p:nvPr/>
        </p:nvSpPr>
        <p:spPr>
          <a:xfrm xmlns:a="http://schemas.openxmlformats.org/drawingml/2006/main">
            <a:off x="685800" y="952500"/>
            <a:ext cx="3333750"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0" b="0">
                <a:solidFill>
                  <a:srgbClr val="6BBADD"/>
                </a:solidFill>
                <a:latin typeface="Calibri Light"/>
                <a:ea typeface="Calibri Light"/>
                <a:cs typeface="Calibri Light"/>
              </a:defRPr>
            </a:defPPr>
          </a:lstStyle>
          <a:p xmlns:a="http://schemas.openxmlformats.org/drawingml/2006/main">
            <a:pPr algn="l">
              <a:defRPr sz="15750" b="0">
                <a:solidFill>
                  <a:srgbClr val="6BBADD"/>
                </a:solidFill>
                <a:latin typeface="Calibri Light"/>
                <a:ea typeface="Calibri Light"/>
                <a:cs typeface="Calibri Light"/>
              </a:defRPr>
            </a:pPr>
            <a:r>
              <a:rPr sz="15750" b="0">
                <a:solidFill>
                  <a:srgbClr val="6BBADD"/>
                </a:solidFill>
                <a:latin typeface="Calibri Light"/>
                <a:ea typeface="Calibri Light"/>
                <a:cs typeface="Calibri Light"/>
              </a:rPr>
              <a:t>18</a:t>
            </a:r>
          </a:p>
        </p:txBody>
      </p:sp>
      <p:sp>
        <p:nvSpPr>
          <p:cNvPr id="4" name="대손">
            <a:extLst xmlns:a="http://schemas.openxmlformats.org/drawingml/2006/main">
              <a:ext uri="{FF2B5EF4-FFF2-40B4-BE49-F238E27FC236}">
                <a16:creationId xmlns:a16="http://schemas.microsoft.com/office/drawing/2014/main" id="{374C9907-AD11-43B5-9373-BC11FF51C43F}"/>
              </a:ext>
            </a:extLst>
          </p:cNvPr>
          <p:cNvSpPr>
            <a:spLocks xmlns:a="http://schemas.openxmlformats.org/drawingml/2006/main" noGrp="1"/>
          </p:cNvSpPr>
          <p:nvPr/>
        </p:nvSpPr>
        <p:spPr>
          <a:xfrm xmlns:a="http://schemas.openxmlformats.org/drawingml/2006/main">
            <a:off x="2609850" y="2828925"/>
            <a:ext cx="142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0">
                <a:solidFill>
                  <a:srgbClr val="6BBADD"/>
                </a:solidFill>
                <a:latin typeface="Noto Sans KR"/>
                <a:ea typeface="Noto Sans KR"/>
                <a:cs typeface="Noto Sans KR"/>
              </a:defRPr>
            </a:defPPr>
          </a:lstStyle>
          <a:p xmlns:a="http://schemas.openxmlformats.org/drawingml/2006/main">
            <a:pPr algn="l">
              <a:defRPr sz="3075" b="0">
                <a:solidFill>
                  <a:srgbClr val="6BBADD"/>
                </a:solidFill>
                <a:latin typeface="Noto Sans KR"/>
                <a:ea typeface="Noto Sans KR"/>
                <a:cs typeface="Noto Sans KR"/>
              </a:defRPr>
            </a:pPr>
            <a:r>
              <a:rPr sz="3075" b="0">
                <a:solidFill>
                  <a:srgbClr val="6BBADD"/>
                </a:solidFill>
                <a:latin typeface="Noto Sans KR"/>
                <a:ea typeface="Noto Sans KR"/>
                <a:cs typeface="Noto Sans KR"/>
              </a:rPr>
              <a:t>대손</a:t>
            </a:r>
          </a:p>
        </p:txBody>
      </p:sp>
      <p:sp>
        <p:nvSpPr>
          <p:cNvPr id="5" name="전주이씨 임영대군파종중">
            <a:extLst xmlns:a="http://schemas.openxmlformats.org/drawingml/2006/main">
              <a:ext uri="{FF2B5EF4-FFF2-40B4-BE49-F238E27FC236}">
                <a16:creationId xmlns:a16="http://schemas.microsoft.com/office/drawing/2014/main" id="{AE3BAA46-8AE4-4975-BA25-985875082798}"/>
              </a:ext>
            </a:extLst>
          </p:cNvPr>
          <p:cNvSpPr>
            <a:spLocks xmlns:a="http://schemas.openxmlformats.org/drawingml/2006/main" noGrp="1"/>
          </p:cNvSpPr>
          <p:nvPr/>
        </p:nvSpPr>
        <p:spPr>
          <a:xfrm xmlns:a="http://schemas.openxmlformats.org/drawingml/2006/main">
            <a:off x="4514850" y="1476375"/>
            <a:ext cx="4000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b="0">
                <a:solidFill>
                  <a:srgbClr val="626262"/>
                </a:solidFill>
                <a:latin typeface="Noto Sans KR"/>
                <a:ea typeface="Noto Sans KR"/>
                <a:cs typeface="Noto Sans KR"/>
              </a:defRPr>
            </a:defPPr>
          </a:lstStyle>
          <a:p xmlns:a="http://schemas.openxmlformats.org/drawingml/2006/main">
            <a:pPr algn="l">
              <a:defRPr sz="2550" b="0">
                <a:solidFill>
                  <a:srgbClr val="626262"/>
                </a:solidFill>
                <a:latin typeface="Noto Sans KR"/>
                <a:ea typeface="Noto Sans KR"/>
                <a:cs typeface="Noto Sans KR"/>
              </a:defRPr>
            </a:pPr>
            <a:r>
              <a:rPr sz="2550" b="0">
                <a:solidFill>
                  <a:srgbClr val="626262"/>
                </a:solidFill>
                <a:latin typeface="Noto Sans KR"/>
                <a:ea typeface="Noto Sans KR"/>
                <a:cs typeface="Noto Sans KR"/>
              </a:rPr>
              <a:t>전주이씨</a:t>
            </a:r>
          </a:p>
          <a:p xmlns:a="http://schemas.openxmlformats.org/drawingml/2006/main">
            <a:pPr algn="l">
              <a:defRPr sz="2550" b="0">
                <a:solidFill>
                  <a:srgbClr val="626262"/>
                </a:solidFill>
                <a:latin typeface="Noto Sans KR"/>
                <a:ea typeface="Noto Sans KR"/>
                <a:cs typeface="Noto Sans KR"/>
              </a:defRPr>
            </a:pPr>
            <a:r>
              <a:rPr sz="2550" b="0">
                <a:solidFill>
                  <a:srgbClr val="626262"/>
                </a:solidFill>
                <a:latin typeface="Noto Sans KR"/>
                <a:ea typeface="Noto Sans KR"/>
                <a:cs typeface="Noto Sans KR"/>
              </a:rPr>
              <a:t>임영대군파종중</a:t>
            </a:r>
          </a:p>
        </p:txBody>
      </p:sp>
      <p:pic>
        <p:nvPicPr>
          <p:cNvPr id="6" name="">
            <a:extLst xmlns:a="http://schemas.openxmlformats.org/drawingml/2006/main">
              <a:ext uri="{FF2B5EF4-FFF2-40B4-BE49-F238E27FC236}">
                <a16:creationId xmlns:a16="http://schemas.microsoft.com/office/drawing/2014/main" id="{AC8931E4-B9F3-4735-8752-7771073D537D}"/>
              </a:ext>
            </a:extLst>
          </p:cNvPr>
          <p:cNvPicPr>
            <a:picLocks xmlns:a="http://schemas.openxmlformats.org/drawingml/2006/main" noChangeAspect="1"/>
          </p:cNvPicPr>
          <p:nvPr/>
        </p:nvPicPr>
        <p:blipFill>
          <a:blip xmlns:r="http://schemas.openxmlformats.org/officeDocument/2006/relationships" xmlns:a="http://schemas.openxmlformats.org/drawingml/2006/main" r:embed="R3121dd64e60d41d1"/>
          <a:stretch xmlns:a="http://schemas.openxmlformats.org/drawingml/2006/main"/>
        </p:blipFill>
        <p:spPr>
          <a:xfrm xmlns:a="http://schemas.openxmlformats.org/drawingml/2006/main">
            <a:off x="6483477" y="3225927"/>
            <a:ext cx="501396" cy="501396"/>
          </a:xfrm>
          <a:prstGeom xmlns:a="http://schemas.openxmlformats.org/drawingml/2006/main" prst="rect">
            <a:avLst/>
          </a:prstGeom>
        </p:spPr>
      </p:pic>
    </p:spTree>
    <p:extLst>
      <p:ext uri="{BB962C8B-B14F-4D97-AF65-F5344CB8AC3E}">
        <p14:creationId xmlns:p14="http://schemas.microsoft.com/office/powerpoint/2010/main" val="4069153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08" name="Template artwork 10008"/>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9" name="Template artwork 10009"/>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0" name="Template artwork 10010"/>
          <p:cNvSpPr>
            <a:spLocks xmlns:a="http://schemas.openxmlformats.org/drawingml/2006/main" noGrp="1"/>
          </p:cNvSpPr>
          <p:nvPr/>
        </p:nvSpPr>
        <p:spPr>
          <a:xfrm xmlns:a="http://schemas.openxmlformats.org/drawingml/2006/main">
            <a:off x="542925" y="1581150"/>
            <a:ext cx="1428750" cy="142875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011" name="Template artwork 10011"/>
          <p:cNvSpPr>
            <a:spLocks xmlns:a="http://schemas.openxmlformats.org/drawingml/2006/main" noGrp="1"/>
          </p:cNvSpPr>
          <p:nvPr/>
        </p:nvSpPr>
        <p:spPr>
          <a:xfrm xmlns:a="http://schemas.openxmlformats.org/drawingml/2006/main">
            <a:off x="2752725" y="1581150"/>
            <a:ext cx="1428750" cy="1428750"/>
          </a:xfrm>
          <a:prstGeom xmlns:a="http://schemas.openxmlformats.org/drawingml/2006/main" prst="ellipse">
            <a:avLst/>
          </a:prstGeom>
          <a:solidFill xmlns:a="http://schemas.openxmlformats.org/drawingml/2006/main">
            <a:srgbClr val="EEAD2A"/>
          </a:solidFill>
          <a:ln xmlns:a="http://schemas.openxmlformats.org/drawingml/2006/main" w="19050" cap="flat" cmpd="sng">
            <a:solidFill>
              <a:srgbClr val="EEAD2A"/>
            </a:solidFill>
            <a:prstDash val="solid"/>
            <a:round/>
          </a:ln>
        </p:spPr>
        <p:txBody>
          <a:bodyPr xmlns:a="http://schemas.openxmlformats.org/drawingml/2006/main"/>
          <a:lstStyle xmlns:a="http://schemas.openxmlformats.org/drawingml/2006/main"/>
          <a:p xmlns:a="http://schemas.openxmlformats.org/drawingml/2006/main"/>
        </p:txBody>
      </p:sp>
      <p:sp>
        <p:nvSpPr>
          <p:cNvPr id="10012" name="Template artwork 10012"/>
          <p:cNvSpPr>
            <a:spLocks xmlns:a="http://schemas.openxmlformats.org/drawingml/2006/main" noGrp="1"/>
          </p:cNvSpPr>
          <p:nvPr/>
        </p:nvSpPr>
        <p:spPr>
          <a:xfrm xmlns:a="http://schemas.openxmlformats.org/drawingml/2006/main">
            <a:off x="4962525" y="1581150"/>
            <a:ext cx="1428750" cy="1428750"/>
          </a:xfrm>
          <a:prstGeom xmlns:a="http://schemas.openxmlformats.org/drawingml/2006/main" prst="ellipse">
            <a:avLst/>
          </a:prstGeom>
          <a:solidFill xmlns:a="http://schemas.openxmlformats.org/drawingml/2006/main">
            <a:srgbClr val="ABCA48"/>
          </a:solidFill>
          <a:ln xmlns:a="http://schemas.openxmlformats.org/drawingml/2006/main" w="19050" cap="flat" cmpd="sng">
            <a:solidFill>
              <a:srgbClr val="ABCA48"/>
            </a:solidFill>
            <a:prstDash val="solid"/>
            <a:round/>
          </a:ln>
        </p:spPr>
        <p:txBody>
          <a:bodyPr xmlns:a="http://schemas.openxmlformats.org/drawingml/2006/main"/>
          <a:lstStyle xmlns:a="http://schemas.openxmlformats.org/drawingml/2006/main"/>
          <a:p xmlns:a="http://schemas.openxmlformats.org/drawingml/2006/main"/>
        </p:txBody>
      </p:sp>
      <p:sp>
        <p:nvSpPr>
          <p:cNvPr id="10013" name="Template artwork 10013"/>
          <p:cNvSpPr>
            <a:spLocks xmlns:a="http://schemas.openxmlformats.org/drawingml/2006/main" noGrp="1"/>
          </p:cNvSpPr>
          <p:nvPr/>
        </p:nvSpPr>
        <p:spPr>
          <a:xfrm xmlns:a="http://schemas.openxmlformats.org/drawingml/2006/main">
            <a:off x="7172325" y="1581150"/>
            <a:ext cx="1428750" cy="1428750"/>
          </a:xfrm>
          <a:prstGeom xmlns:a="http://schemas.openxmlformats.org/drawingml/2006/main" prst="ellipse">
            <a:avLst/>
          </a:prstGeom>
          <a:solidFill xmlns:a="http://schemas.openxmlformats.org/drawingml/2006/main">
            <a:srgbClr val="D05258"/>
          </a:solidFill>
          <a:ln xmlns:a="http://schemas.openxmlformats.org/drawingml/2006/main" w="19050" cap="flat" cmpd="sng">
            <a:solidFill>
              <a:srgbClr val="D05258"/>
            </a:solidFill>
            <a:prstDash val="solid"/>
            <a:round/>
          </a:ln>
        </p:spPr>
        <p:txBody>
          <a:bodyPr xmlns:a="http://schemas.openxmlformats.org/drawingml/2006/main"/>
          <a:lstStyle xmlns:a="http://schemas.openxmlformats.org/drawingml/2006/main"/>
          <a:p xmlns:a="http://schemas.openxmlformats.org/drawingml/2006/main"/>
        </p:txBody>
      </p:sp>
      <p:sp>
        <p:nvSpPr>
          <p:cNvPr id="12" name="4">
            <a:extLst xmlns:a="http://schemas.openxmlformats.org/drawingml/2006/main">
              <a:ext uri="{FF2B5EF4-FFF2-40B4-BE49-F238E27FC236}">
                <a16:creationId xmlns:a16="http://schemas.microsoft.com/office/drawing/2014/main" id="{74ABE93D-B737-4D68-8997-11130D3E34A2}"/>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4</a:t>
            </a:r>
          </a:p>
        </p:txBody>
      </p:sp>
      <p:sp>
        <p:nvSpPr>
          <p:cNvPr id="2" name="명문가">
            <a:extLst xmlns:a="http://schemas.openxmlformats.org/drawingml/2006/main">
              <a:ext uri="{FF2B5EF4-FFF2-40B4-BE49-F238E27FC236}">
                <a16:creationId xmlns:a16="http://schemas.microsoft.com/office/drawing/2014/main" id="{45F38CCE-2D52-4F73-97BC-A25CBA465B10}"/>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종중">
            <a:extLst xmlns:a="http://schemas.openxmlformats.org/drawingml/2006/main">
              <a:ext uri="{FF2B5EF4-FFF2-40B4-BE49-F238E27FC236}">
                <a16:creationId xmlns:a16="http://schemas.microsoft.com/office/drawing/2014/main" id="{040F798E-1190-42D9-96D1-548DD0265770}"/>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종중</a:t>
            </a:r>
          </a:p>
        </p:txBody>
      </p:sp>
      <p:pic>
        <p:nvPicPr>
          <p:cNvPr id="4" name="">
            <a:extLst xmlns:a="http://schemas.openxmlformats.org/drawingml/2006/main">
              <a:ext uri="{FF2B5EF4-FFF2-40B4-BE49-F238E27FC236}">
                <a16:creationId xmlns:a16="http://schemas.microsoft.com/office/drawing/2014/main" id="{A8BED776-5015-426B-AB97-7FA21251D4CE}"/>
              </a:ext>
            </a:extLst>
          </p:cNvPr>
          <p:cNvPicPr>
            <a:picLocks xmlns:a="http://schemas.openxmlformats.org/drawingml/2006/main" noChangeAspect="1"/>
          </p:cNvPicPr>
          <p:nvPr/>
        </p:nvPicPr>
        <p:blipFill>
          <a:blip xmlns:r="http://schemas.openxmlformats.org/officeDocument/2006/relationships" xmlns:a="http://schemas.openxmlformats.org/drawingml/2006/main" r:embed="R15d7fd9bfd574f85"/>
          <a:stretch xmlns:a="http://schemas.openxmlformats.org/drawingml/2006/main"/>
        </p:blipFill>
        <p:spPr>
          <a:xfrm xmlns:a="http://schemas.openxmlformats.org/drawingml/2006/main">
            <a:off x="857250" y="1895475"/>
            <a:ext cx="800100" cy="800100"/>
          </a:xfrm>
          <a:prstGeom xmlns:a="http://schemas.openxmlformats.org/drawingml/2006/main" prst="rect">
            <a:avLst/>
          </a:prstGeom>
        </p:spPr>
      </p:pic>
      <p:sp>
        <p:nvSpPr>
          <p:cNvPr id="5" name="뿌리">
            <a:extLst xmlns:a="http://schemas.openxmlformats.org/drawingml/2006/main">
              <a:ext uri="{FF2B5EF4-FFF2-40B4-BE49-F238E27FC236}">
                <a16:creationId xmlns:a16="http://schemas.microsoft.com/office/drawing/2014/main" id="{00A8C668-9A3C-4A08-BC24-A0AC6C76E501}"/>
              </a:ext>
            </a:extLst>
          </p:cNvPr>
          <p:cNvSpPr>
            <a:spLocks xmlns:a="http://schemas.openxmlformats.org/drawingml/2006/main" noGrp="1"/>
          </p:cNvSpPr>
          <p:nvPr/>
        </p:nvSpPr>
        <p:spPr>
          <a:xfrm xmlns:a="http://schemas.openxmlformats.org/drawingml/2006/main">
            <a:off x="276225" y="340042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0">
                <a:solidFill>
                  <a:srgbClr val="626262"/>
                </a:solidFill>
                <a:latin typeface="Noto Sans KR"/>
                <a:ea typeface="Noto Sans KR"/>
                <a:cs typeface="Noto Sans KR"/>
              </a:defRPr>
            </a:defPPr>
          </a:lstStyle>
          <a:p xmlns:a="http://schemas.openxmlformats.org/drawingml/2006/main">
            <a:pPr algn="ctr">
              <a:defRPr sz="2025" b="0">
                <a:solidFill>
                  <a:srgbClr val="626262"/>
                </a:solidFill>
                <a:latin typeface="Noto Sans KR"/>
                <a:ea typeface="Noto Sans KR"/>
                <a:cs typeface="Noto Sans KR"/>
              </a:defRPr>
            </a:pPr>
            <a:r>
              <a:rPr sz="2025" b="0">
                <a:solidFill>
                  <a:srgbClr val="626262"/>
                </a:solidFill>
                <a:latin typeface="Noto Sans KR"/>
                <a:ea typeface="Noto Sans KR"/>
                <a:cs typeface="Noto Sans KR"/>
              </a:rPr>
              <a:t>뿌리</a:t>
            </a:r>
          </a:p>
        </p:txBody>
      </p:sp>
      <p:pic>
        <p:nvPicPr>
          <p:cNvPr id="6" name="">
            <a:extLst xmlns:a="http://schemas.openxmlformats.org/drawingml/2006/main">
              <a:ext uri="{FF2B5EF4-FFF2-40B4-BE49-F238E27FC236}">
                <a16:creationId xmlns:a16="http://schemas.microsoft.com/office/drawing/2014/main" id="{5C6623DB-E37A-458C-AFA8-E2BC1D575A06}"/>
              </a:ext>
            </a:extLst>
          </p:cNvPr>
          <p:cNvPicPr>
            <a:picLocks xmlns:a="http://schemas.openxmlformats.org/drawingml/2006/main" noChangeAspect="1"/>
          </p:cNvPicPr>
          <p:nvPr/>
        </p:nvPicPr>
        <p:blipFill>
          <a:blip xmlns:r="http://schemas.openxmlformats.org/officeDocument/2006/relationships" xmlns:a="http://schemas.openxmlformats.org/drawingml/2006/main" r:embed="Rdf3800aff4a04612"/>
          <a:stretch xmlns:a="http://schemas.openxmlformats.org/drawingml/2006/main"/>
        </p:blipFill>
        <p:spPr>
          <a:xfrm xmlns:a="http://schemas.openxmlformats.org/drawingml/2006/main">
            <a:off x="3067050" y="1895475"/>
            <a:ext cx="800100" cy="800100"/>
          </a:xfrm>
          <a:prstGeom xmlns:a="http://schemas.openxmlformats.org/drawingml/2006/main" prst="rect">
            <a:avLst/>
          </a:prstGeom>
        </p:spPr>
      </p:pic>
      <p:sp>
        <p:nvSpPr>
          <p:cNvPr id="7" name="공동재산">
            <a:extLst xmlns:a="http://schemas.openxmlformats.org/drawingml/2006/main">
              <a:ext uri="{FF2B5EF4-FFF2-40B4-BE49-F238E27FC236}">
                <a16:creationId xmlns:a16="http://schemas.microsoft.com/office/drawing/2014/main" id="{369F22D0-94A0-4EE5-9168-E2953EC5E75E}"/>
              </a:ext>
            </a:extLst>
          </p:cNvPr>
          <p:cNvSpPr>
            <a:spLocks xmlns:a="http://schemas.openxmlformats.org/drawingml/2006/main" noGrp="1"/>
          </p:cNvSpPr>
          <p:nvPr/>
        </p:nvSpPr>
        <p:spPr>
          <a:xfrm xmlns:a="http://schemas.openxmlformats.org/drawingml/2006/main">
            <a:off x="2486025" y="340042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0">
                <a:solidFill>
                  <a:srgbClr val="626262"/>
                </a:solidFill>
                <a:latin typeface="Noto Sans KR"/>
                <a:ea typeface="Noto Sans KR"/>
                <a:cs typeface="Noto Sans KR"/>
              </a:defRPr>
            </a:defPPr>
          </a:lstStyle>
          <a:p xmlns:a="http://schemas.openxmlformats.org/drawingml/2006/main">
            <a:pPr algn="ctr">
              <a:defRPr sz="2025" b="0">
                <a:solidFill>
                  <a:srgbClr val="626262"/>
                </a:solidFill>
                <a:latin typeface="Noto Sans KR"/>
                <a:ea typeface="Noto Sans KR"/>
                <a:cs typeface="Noto Sans KR"/>
              </a:defRPr>
            </a:pPr>
            <a:r>
              <a:rPr sz="2025" b="0">
                <a:solidFill>
                  <a:srgbClr val="626262"/>
                </a:solidFill>
                <a:latin typeface="Noto Sans KR"/>
                <a:ea typeface="Noto Sans KR"/>
                <a:cs typeface="Noto Sans KR"/>
              </a:rPr>
              <a:t>공동재산</a:t>
            </a:r>
          </a:p>
        </p:txBody>
      </p:sp>
      <p:pic>
        <p:nvPicPr>
          <p:cNvPr id="8" name="">
            <a:extLst xmlns:a="http://schemas.openxmlformats.org/drawingml/2006/main">
              <a:ext uri="{FF2B5EF4-FFF2-40B4-BE49-F238E27FC236}">
                <a16:creationId xmlns:a16="http://schemas.microsoft.com/office/drawing/2014/main" id="{3CD6705E-EBD8-415C-B1AD-13FB9E4DF6B9}"/>
              </a:ext>
            </a:extLst>
          </p:cNvPr>
          <p:cNvPicPr>
            <a:picLocks xmlns:a="http://schemas.openxmlformats.org/drawingml/2006/main" noChangeAspect="1"/>
          </p:cNvPicPr>
          <p:nvPr/>
        </p:nvPicPr>
        <p:blipFill>
          <a:blip xmlns:r="http://schemas.openxmlformats.org/officeDocument/2006/relationships" xmlns:a="http://schemas.openxmlformats.org/drawingml/2006/main" r:embed="Re545a963087b4e88"/>
          <a:stretch xmlns:a="http://schemas.openxmlformats.org/drawingml/2006/main"/>
        </p:blipFill>
        <p:spPr>
          <a:xfrm xmlns:a="http://schemas.openxmlformats.org/drawingml/2006/main">
            <a:off x="5276850" y="1895475"/>
            <a:ext cx="800100" cy="800100"/>
          </a:xfrm>
          <a:prstGeom xmlns:a="http://schemas.openxmlformats.org/drawingml/2006/main" prst="rect">
            <a:avLst/>
          </a:prstGeom>
        </p:spPr>
      </p:pic>
      <p:sp>
        <p:nvSpPr>
          <p:cNvPr id="9" name="기록">
            <a:extLst xmlns:a="http://schemas.openxmlformats.org/drawingml/2006/main">
              <a:ext uri="{FF2B5EF4-FFF2-40B4-BE49-F238E27FC236}">
                <a16:creationId xmlns:a16="http://schemas.microsoft.com/office/drawing/2014/main" id="{68368B66-EC3A-4D54-9FF9-A314C745AF2C}"/>
              </a:ext>
            </a:extLst>
          </p:cNvPr>
          <p:cNvSpPr>
            <a:spLocks xmlns:a="http://schemas.openxmlformats.org/drawingml/2006/main" noGrp="1"/>
          </p:cNvSpPr>
          <p:nvPr/>
        </p:nvSpPr>
        <p:spPr>
          <a:xfrm xmlns:a="http://schemas.openxmlformats.org/drawingml/2006/main">
            <a:off x="4695825" y="340042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0">
                <a:solidFill>
                  <a:srgbClr val="626262"/>
                </a:solidFill>
                <a:latin typeface="Noto Sans KR"/>
                <a:ea typeface="Noto Sans KR"/>
                <a:cs typeface="Noto Sans KR"/>
              </a:defRPr>
            </a:defPPr>
          </a:lstStyle>
          <a:p xmlns:a="http://schemas.openxmlformats.org/drawingml/2006/main">
            <a:pPr algn="ctr">
              <a:defRPr sz="2025" b="0">
                <a:solidFill>
                  <a:srgbClr val="626262"/>
                </a:solidFill>
                <a:latin typeface="Noto Sans KR"/>
                <a:ea typeface="Noto Sans KR"/>
                <a:cs typeface="Noto Sans KR"/>
              </a:defRPr>
            </a:pPr>
            <a:r>
              <a:rPr sz="2025" b="0">
                <a:solidFill>
                  <a:srgbClr val="626262"/>
                </a:solidFill>
                <a:latin typeface="Noto Sans KR"/>
                <a:ea typeface="Noto Sans KR"/>
                <a:cs typeface="Noto Sans KR"/>
              </a:rPr>
              <a:t>기록</a:t>
            </a:r>
          </a:p>
        </p:txBody>
      </p:sp>
      <p:pic>
        <p:nvPicPr>
          <p:cNvPr id="10" name="">
            <a:extLst xmlns:a="http://schemas.openxmlformats.org/drawingml/2006/main">
              <a:ext uri="{FF2B5EF4-FFF2-40B4-BE49-F238E27FC236}">
                <a16:creationId xmlns:a16="http://schemas.microsoft.com/office/drawing/2014/main" id="{FAF77CEB-081F-43F5-997C-68AA40F6E73F}"/>
              </a:ext>
            </a:extLst>
          </p:cNvPr>
          <p:cNvPicPr>
            <a:picLocks xmlns:a="http://schemas.openxmlformats.org/drawingml/2006/main" noChangeAspect="1"/>
          </p:cNvPicPr>
          <p:nvPr/>
        </p:nvPicPr>
        <p:blipFill>
          <a:blip xmlns:r="http://schemas.openxmlformats.org/officeDocument/2006/relationships" xmlns:a="http://schemas.openxmlformats.org/drawingml/2006/main" r:embed="Rf17d94146f6a40cf"/>
          <a:stretch xmlns:a="http://schemas.openxmlformats.org/drawingml/2006/main"/>
        </p:blipFill>
        <p:spPr>
          <a:xfrm xmlns:a="http://schemas.openxmlformats.org/drawingml/2006/main">
            <a:off x="7486650" y="1895475"/>
            <a:ext cx="800100" cy="800100"/>
          </a:xfrm>
          <a:prstGeom xmlns:a="http://schemas.openxmlformats.org/drawingml/2006/main" prst="rect">
            <a:avLst/>
          </a:prstGeom>
        </p:spPr>
      </p:pic>
      <p:sp>
        <p:nvSpPr>
          <p:cNvPr id="11" name="종원">
            <a:extLst xmlns:a="http://schemas.openxmlformats.org/drawingml/2006/main">
              <a:ext uri="{FF2B5EF4-FFF2-40B4-BE49-F238E27FC236}">
                <a16:creationId xmlns:a16="http://schemas.microsoft.com/office/drawing/2014/main" id="{44D61334-682B-42BF-8CDD-235A49E90C69}"/>
              </a:ext>
            </a:extLst>
          </p:cNvPr>
          <p:cNvSpPr>
            <a:spLocks xmlns:a="http://schemas.openxmlformats.org/drawingml/2006/main" noGrp="1"/>
          </p:cNvSpPr>
          <p:nvPr/>
        </p:nvSpPr>
        <p:spPr>
          <a:xfrm xmlns:a="http://schemas.openxmlformats.org/drawingml/2006/main">
            <a:off x="6905625" y="3400425"/>
            <a:ext cx="1962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0">
                <a:solidFill>
                  <a:srgbClr val="626262"/>
                </a:solidFill>
                <a:latin typeface="Noto Sans KR"/>
                <a:ea typeface="Noto Sans KR"/>
                <a:cs typeface="Noto Sans KR"/>
              </a:defRPr>
            </a:defPPr>
          </a:lstStyle>
          <a:p xmlns:a="http://schemas.openxmlformats.org/drawingml/2006/main">
            <a:pPr algn="ctr">
              <a:defRPr sz="2025" b="0">
                <a:solidFill>
                  <a:srgbClr val="626262"/>
                </a:solidFill>
                <a:latin typeface="Noto Sans KR"/>
                <a:ea typeface="Noto Sans KR"/>
                <a:cs typeface="Noto Sans KR"/>
              </a:defRPr>
            </a:pPr>
            <a:r>
              <a:rPr sz="2025" b="0">
                <a:solidFill>
                  <a:srgbClr val="626262"/>
                </a:solidFill>
                <a:latin typeface="Noto Sans KR"/>
                <a:ea typeface="Noto Sans KR"/>
                <a:cs typeface="Noto Sans KR"/>
              </a:rPr>
              <a:t>종원</a:t>
            </a:r>
          </a:p>
        </p:txBody>
      </p:sp>
    </p:spTree>
    <p:extLst>
      <p:ext uri="{BB962C8B-B14F-4D97-AF65-F5344CB8AC3E}">
        <p14:creationId xmlns:p14="http://schemas.microsoft.com/office/powerpoint/2010/main" val="18257217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14" name="Template artwork 10014"/>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5" name="Template artwork 10015"/>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7" name="5">
            <a:extLst xmlns:a="http://schemas.openxmlformats.org/drawingml/2006/main">
              <a:ext uri="{FF2B5EF4-FFF2-40B4-BE49-F238E27FC236}">
                <a16:creationId xmlns:a16="http://schemas.microsoft.com/office/drawing/2014/main" id="{D9FC2938-587A-4422-8350-6F03CCC311C7}"/>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5</a:t>
            </a:r>
          </a:p>
        </p:txBody>
      </p:sp>
      <p:sp>
        <p:nvSpPr>
          <p:cNvPr id="2" name="명문가">
            <a:extLst xmlns:a="http://schemas.openxmlformats.org/drawingml/2006/main">
              <a:ext uri="{FF2B5EF4-FFF2-40B4-BE49-F238E27FC236}">
                <a16:creationId xmlns:a16="http://schemas.microsoft.com/office/drawing/2014/main" id="{8D969F58-72DC-46E5-9F26-C9451F3AAEA2}"/>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종중 재산 분쟁">
            <a:extLst xmlns:a="http://schemas.openxmlformats.org/drawingml/2006/main">
              <a:ext uri="{FF2B5EF4-FFF2-40B4-BE49-F238E27FC236}">
                <a16:creationId xmlns:a16="http://schemas.microsoft.com/office/drawing/2014/main" id="{BA1B87F1-197D-42FC-8389-D101331B9B78}"/>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종중 재산 분쟁</a:t>
            </a:r>
          </a:p>
        </p:txBody>
      </p:sp>
      <p:sp>
        <p:nvSpPr>
          <p:cNvPr id="4" name="가짜 대표 땅거래 소송">
            <a:extLst xmlns:a="http://schemas.openxmlformats.org/drawingml/2006/main">
              <a:ext uri="{FF2B5EF4-FFF2-40B4-BE49-F238E27FC236}">
                <a16:creationId xmlns:a16="http://schemas.microsoft.com/office/drawing/2014/main" id="{218D12FB-6A20-4107-92B1-7D21DB36CA06}"/>
              </a:ext>
            </a:extLst>
          </p:cNvPr>
          <p:cNvSpPr>
            <a:spLocks xmlns:a="http://schemas.openxmlformats.org/drawingml/2006/main" noGrp="1"/>
          </p:cNvSpPr>
          <p:nvPr/>
        </p:nvSpPr>
        <p:spPr>
          <a:xfrm xmlns:a="http://schemas.openxmlformats.org/drawingml/2006/main">
            <a:off x="476250" y="1552575"/>
            <a:ext cx="25050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D05258"/>
                </a:solidFill>
                <a:latin typeface="Noto Sans KR"/>
                <a:ea typeface="Noto Sans KR"/>
                <a:cs typeface="Noto Sans KR"/>
              </a:defRPr>
            </a:defPPr>
          </a:lstStyle>
          <a:p xmlns:a="http://schemas.openxmlformats.org/drawingml/2006/main">
            <a:pPr algn="l">
              <a:defRPr sz="2700" b="0">
                <a:solidFill>
                  <a:srgbClr val="D05258"/>
                </a:solidFill>
                <a:latin typeface="Noto Sans KR"/>
                <a:ea typeface="Noto Sans KR"/>
                <a:cs typeface="Noto Sans KR"/>
              </a:defRPr>
            </a:pPr>
            <a:r>
              <a:rPr sz="2700" b="0">
                <a:solidFill>
                  <a:srgbClr val="D05258"/>
                </a:solidFill>
                <a:latin typeface="Noto Sans KR"/>
                <a:ea typeface="Noto Sans KR"/>
                <a:cs typeface="Noto Sans KR"/>
              </a:rPr>
              <a:t>가짜 대표</a:t>
            </a:r>
          </a:p>
          <a:p xmlns:a="http://schemas.openxmlformats.org/drawingml/2006/main">
            <a:pPr algn="l">
              <a:defRPr sz="2700" b="0">
                <a:solidFill>
                  <a:srgbClr val="D05258"/>
                </a:solidFill>
                <a:latin typeface="Noto Sans KR"/>
                <a:ea typeface="Noto Sans KR"/>
                <a:cs typeface="Noto Sans KR"/>
              </a:defRPr>
            </a:pPr>
            <a:r>
              <a:rPr sz="2700" b="0">
                <a:solidFill>
                  <a:srgbClr val="D05258"/>
                </a:solidFill>
                <a:latin typeface="Noto Sans KR"/>
                <a:ea typeface="Noto Sans KR"/>
                <a:cs typeface="Noto Sans KR"/>
              </a:rPr>
              <a:t>땅거래</a:t>
            </a:r>
          </a:p>
          <a:p xmlns:a="http://schemas.openxmlformats.org/drawingml/2006/main">
            <a:pPr algn="l">
              <a:defRPr sz="2700" b="0">
                <a:solidFill>
                  <a:srgbClr val="D05258"/>
                </a:solidFill>
                <a:latin typeface="Noto Sans KR"/>
                <a:ea typeface="Noto Sans KR"/>
                <a:cs typeface="Noto Sans KR"/>
              </a:defRPr>
            </a:pPr>
            <a:r>
              <a:rPr sz="2700" b="0">
                <a:solidFill>
                  <a:srgbClr val="D05258"/>
                </a:solidFill>
                <a:latin typeface="Noto Sans KR"/>
                <a:ea typeface="Noto Sans KR"/>
                <a:cs typeface="Noto Sans KR"/>
              </a:rPr>
              <a:t>소송</a:t>
            </a:r>
          </a:p>
        </p:txBody>
      </p:sp>
      <p:pic>
        <p:nvPicPr>
          <p:cNvPr id="5" name="">
            <a:extLst xmlns:a="http://schemas.openxmlformats.org/drawingml/2006/main">
              <a:ext uri="{FF2B5EF4-FFF2-40B4-BE49-F238E27FC236}">
                <a16:creationId xmlns:a16="http://schemas.microsoft.com/office/drawing/2014/main" id="{A57A2733-FD3B-4AF7-B94E-209766F6E30B}"/>
              </a:ext>
            </a:extLst>
          </p:cNvPr>
          <p:cNvPicPr>
            <a:picLocks xmlns:a="http://schemas.openxmlformats.org/drawingml/2006/main" noChangeAspect="1"/>
          </p:cNvPicPr>
          <p:nvPr/>
        </p:nvPicPr>
        <p:blipFill>
          <a:blip xmlns:r="http://schemas.openxmlformats.org/officeDocument/2006/relationships" xmlns:a="http://schemas.openxmlformats.org/drawingml/2006/main" r:embed="R804b4c94a579478e"/>
          <a:stretch xmlns:a="http://schemas.openxmlformats.org/drawingml/2006/main"/>
        </p:blipFill>
        <p:spPr>
          <a:xfrm xmlns:a="http://schemas.openxmlformats.org/drawingml/2006/main">
            <a:off x="3133725" y="1344444"/>
            <a:ext cx="5534025" cy="3111838"/>
          </a:xfrm>
          <a:prstGeom xmlns:a="http://schemas.openxmlformats.org/drawingml/2006/main" prst="rect">
            <a:avLst/>
          </a:prstGeom>
        </p:spPr>
      </p:pic>
      <p:sp>
        <p:nvSpPr>
          <p:cNvPr id="6" name="전주MBC 2026.09.22">
            <a:extLst xmlns:a="http://schemas.openxmlformats.org/drawingml/2006/main">
              <a:ext uri="{FF2B5EF4-FFF2-40B4-BE49-F238E27FC236}">
                <a16:creationId xmlns:a16="http://schemas.microsoft.com/office/drawing/2014/main" id="{5A20AA23-5B20-4663-9013-972A713D2A34}"/>
              </a:ext>
            </a:extLst>
          </p:cNvPr>
          <p:cNvSpPr>
            <a:spLocks xmlns:a="http://schemas.openxmlformats.org/drawingml/2006/main" noGrp="1"/>
          </p:cNvSpPr>
          <p:nvPr/>
        </p:nvSpPr>
        <p:spPr>
          <a:xfrm xmlns:a="http://schemas.openxmlformats.org/drawingml/2006/main">
            <a:off x="3133725" y="4562475"/>
            <a:ext cx="5543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hlinkClick xmlns:r="http://schemas.openxmlformats.org/officeDocument/2006/relationships" r:id="R9972e543a4a34a13"/>
              </a:rPr>
              <a:t>전주MBC 2026.09.22</a:t>
            </a:r>
          </a:p>
        </p:txBody>
      </p:sp>
    </p:spTree>
    <p:extLst>
      <p:ext uri="{BB962C8B-B14F-4D97-AF65-F5344CB8AC3E}">
        <p14:creationId xmlns:p14="http://schemas.microsoft.com/office/powerpoint/2010/main" val="18765788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16" name="Template artwork 10016"/>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7" name="Template artwork 10017"/>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8" name="Template artwork 10018"/>
          <p:cNvSpPr>
            <a:spLocks xmlns:a="http://schemas.openxmlformats.org/drawingml/2006/main" noGrp="1"/>
          </p:cNvSpPr>
          <p:nvPr/>
        </p:nvSpPr>
        <p:spPr>
          <a:xfrm xmlns:a="http://schemas.openxmlformats.org/drawingml/2006/main">
            <a:off x="628650" y="1285875"/>
            <a:ext cx="523875" cy="523875"/>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019" name="Template artwork 10019"/>
          <p:cNvSpPr>
            <a:spLocks xmlns:a="http://schemas.openxmlformats.org/drawingml/2006/main" noGrp="1"/>
          </p:cNvSpPr>
          <p:nvPr/>
        </p:nvSpPr>
        <p:spPr>
          <a:xfrm xmlns:a="http://schemas.openxmlformats.org/drawingml/2006/main">
            <a:off x="628650" y="2419350"/>
            <a:ext cx="523875" cy="523875"/>
          </a:xfrm>
          <a:prstGeom xmlns:a="http://schemas.openxmlformats.org/drawingml/2006/main" prst="ellipse">
            <a:avLst/>
          </a:prstGeom>
          <a:solidFill xmlns:a="http://schemas.openxmlformats.org/drawingml/2006/main">
            <a:srgbClr val="ABCA48"/>
          </a:solidFill>
          <a:ln xmlns:a="http://schemas.openxmlformats.org/drawingml/2006/main" w="19050" cap="flat" cmpd="sng">
            <a:solidFill>
              <a:srgbClr val="ABCA48"/>
            </a:solidFill>
            <a:prstDash val="solid"/>
            <a:round/>
          </a:ln>
        </p:spPr>
        <p:txBody>
          <a:bodyPr xmlns:a="http://schemas.openxmlformats.org/drawingml/2006/main"/>
          <a:lstStyle xmlns:a="http://schemas.openxmlformats.org/drawingml/2006/main"/>
          <a:p xmlns:a="http://schemas.openxmlformats.org/drawingml/2006/main"/>
        </p:txBody>
      </p:sp>
      <p:sp>
        <p:nvSpPr>
          <p:cNvPr id="10020" name="Template artwork 10020"/>
          <p:cNvSpPr>
            <a:spLocks xmlns:a="http://schemas.openxmlformats.org/drawingml/2006/main" noGrp="1"/>
          </p:cNvSpPr>
          <p:nvPr/>
        </p:nvSpPr>
        <p:spPr>
          <a:xfrm xmlns:a="http://schemas.openxmlformats.org/drawingml/2006/main">
            <a:off x="628650" y="3552825"/>
            <a:ext cx="523875" cy="523875"/>
          </a:xfrm>
          <a:prstGeom xmlns:a="http://schemas.openxmlformats.org/drawingml/2006/main" prst="ellipse">
            <a:avLst/>
          </a:prstGeom>
          <a:solidFill xmlns:a="http://schemas.openxmlformats.org/drawingml/2006/main">
            <a:srgbClr val="D05258"/>
          </a:solidFill>
          <a:ln xmlns:a="http://schemas.openxmlformats.org/drawingml/2006/main" w="19050" cap="flat" cmpd="sng">
            <a:solidFill>
              <a:srgbClr val="D05258"/>
            </a:solidFill>
            <a:prstDash val="solid"/>
            <a:round/>
          </a:ln>
        </p:spPr>
        <p:txBody>
          <a:bodyPr xmlns:a="http://schemas.openxmlformats.org/drawingml/2006/main"/>
          <a:lstStyle xmlns:a="http://schemas.openxmlformats.org/drawingml/2006/main"/>
          <a:p xmlns:a="http://schemas.openxmlformats.org/drawingml/2006/main"/>
        </p:txBody>
      </p:sp>
      <p:sp>
        <p:nvSpPr>
          <p:cNvPr id="16" name="6">
            <a:extLst xmlns:a="http://schemas.openxmlformats.org/drawingml/2006/main">
              <a:ext uri="{FF2B5EF4-FFF2-40B4-BE49-F238E27FC236}">
                <a16:creationId xmlns:a16="http://schemas.microsoft.com/office/drawing/2014/main" id="{164B318F-FFA8-4017-A59B-96B3FC233DDB}"/>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6</a:t>
            </a:r>
          </a:p>
        </p:txBody>
      </p:sp>
      <p:sp>
        <p:nvSpPr>
          <p:cNvPr id="2" name="명문가">
            <a:extLst xmlns:a="http://schemas.openxmlformats.org/drawingml/2006/main">
              <a:ext uri="{FF2B5EF4-FFF2-40B4-BE49-F238E27FC236}">
                <a16:creationId xmlns:a16="http://schemas.microsoft.com/office/drawing/2014/main" id="{4B8CEE90-43AF-47BC-A45C-FCF2C85F464A}"/>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종손 지위와 토지 계약">
            <a:extLst xmlns:a="http://schemas.openxmlformats.org/drawingml/2006/main">
              <a:ext uri="{FF2B5EF4-FFF2-40B4-BE49-F238E27FC236}">
                <a16:creationId xmlns:a16="http://schemas.microsoft.com/office/drawing/2014/main" id="{43A4100F-C5F1-450F-8E9C-F4E187CD29D5}"/>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종손 지위와 토지 계약</a:t>
            </a:r>
          </a:p>
        </p:txBody>
      </p:sp>
      <p:pic>
        <p:nvPicPr>
          <p:cNvPr id="4" name="">
            <a:extLst xmlns:a="http://schemas.openxmlformats.org/drawingml/2006/main">
              <a:ext uri="{FF2B5EF4-FFF2-40B4-BE49-F238E27FC236}">
                <a16:creationId xmlns:a16="http://schemas.microsoft.com/office/drawing/2014/main" id="{22706B74-7B16-46CB-A183-5EB6CAA91797}"/>
              </a:ext>
            </a:extLst>
          </p:cNvPr>
          <p:cNvPicPr>
            <a:picLocks xmlns:a="http://schemas.openxmlformats.org/drawingml/2006/main" noChangeAspect="1"/>
          </p:cNvPicPr>
          <p:nvPr/>
        </p:nvPicPr>
        <p:blipFill>
          <a:blip xmlns:r="http://schemas.openxmlformats.org/officeDocument/2006/relationships" xmlns:a="http://schemas.openxmlformats.org/drawingml/2006/main" r:embed="R837cbc3386844a91"/>
          <a:stretch xmlns:a="http://schemas.openxmlformats.org/drawingml/2006/main"/>
        </p:blipFill>
        <p:spPr>
          <a:xfrm xmlns:a="http://schemas.openxmlformats.org/drawingml/2006/main">
            <a:off x="743903" y="1401128"/>
            <a:ext cx="293370" cy="293370"/>
          </a:xfrm>
          <a:prstGeom xmlns:a="http://schemas.openxmlformats.org/drawingml/2006/main" prst="rect">
            <a:avLst/>
          </a:prstGeom>
        </p:spPr>
      </p:pic>
      <p:sp>
        <p:nvSpPr>
          <p:cNvPr id="5" name="종손 지위">
            <a:extLst xmlns:a="http://schemas.openxmlformats.org/drawingml/2006/main">
              <a:ext uri="{FF2B5EF4-FFF2-40B4-BE49-F238E27FC236}">
                <a16:creationId xmlns:a16="http://schemas.microsoft.com/office/drawing/2014/main" id="{F47E04D6-894E-4BA1-AE64-D1E6FC65EBD1}"/>
              </a:ext>
            </a:extLst>
          </p:cNvPr>
          <p:cNvSpPr>
            <a:spLocks xmlns:a="http://schemas.openxmlformats.org/drawingml/2006/main" noGrp="1"/>
          </p:cNvSpPr>
          <p:nvPr/>
        </p:nvSpPr>
        <p:spPr>
          <a:xfrm xmlns:a="http://schemas.openxmlformats.org/drawingml/2006/main">
            <a:off x="447675" y="1876425"/>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626262"/>
                </a:solidFill>
                <a:latin typeface="Noto Sans KR"/>
                <a:ea typeface="Noto Sans KR"/>
                <a:cs typeface="Noto Sans KR"/>
              </a:defRPr>
            </a:defPPr>
          </a:lstStyle>
          <a:p xmlns:a="http://schemas.openxmlformats.org/drawingml/2006/main">
            <a:pPr algn="l">
              <a:defRPr sz="1575" b="0">
                <a:solidFill>
                  <a:srgbClr val="626262"/>
                </a:solidFill>
                <a:latin typeface="Noto Sans KR"/>
                <a:ea typeface="Noto Sans KR"/>
                <a:cs typeface="Noto Sans KR"/>
              </a:defRPr>
            </a:pPr>
            <a:r>
              <a:rPr sz="1575" b="0">
                <a:solidFill>
                  <a:srgbClr val="626262"/>
                </a:solidFill>
                <a:latin typeface="Noto Sans KR"/>
                <a:ea typeface="Noto Sans KR"/>
                <a:cs typeface="Noto Sans KR"/>
              </a:rPr>
              <a:t>종손 지위</a:t>
            </a:r>
          </a:p>
        </p:txBody>
      </p:sp>
      <p:pic>
        <p:nvPicPr>
          <p:cNvPr id="6" name="">
            <a:extLst xmlns:a="http://schemas.openxmlformats.org/drawingml/2006/main">
              <a:ext uri="{FF2B5EF4-FFF2-40B4-BE49-F238E27FC236}">
                <a16:creationId xmlns:a16="http://schemas.microsoft.com/office/drawing/2014/main" id="{EC7514EB-3708-4CF3-9C72-8A8E1ADC933A}"/>
              </a:ext>
            </a:extLst>
          </p:cNvPr>
          <p:cNvPicPr>
            <a:picLocks xmlns:a="http://schemas.openxmlformats.org/drawingml/2006/main" noChangeAspect="1"/>
          </p:cNvPicPr>
          <p:nvPr/>
        </p:nvPicPr>
        <p:blipFill>
          <a:blip xmlns:r="http://schemas.openxmlformats.org/officeDocument/2006/relationships" xmlns:a="http://schemas.openxmlformats.org/drawingml/2006/main" r:embed="R0a2ff81343294175"/>
          <a:stretch xmlns:a="http://schemas.openxmlformats.org/drawingml/2006/main"/>
        </p:blipFill>
        <p:spPr>
          <a:xfrm xmlns:a="http://schemas.openxmlformats.org/drawingml/2006/main">
            <a:off x="2390775" y="1385398"/>
            <a:ext cx="6276975" cy="401029"/>
          </a:xfrm>
          <a:prstGeom xmlns:a="http://schemas.openxmlformats.org/drawingml/2006/main" prst="rect">
            <a:avLst/>
          </a:prstGeom>
        </p:spPr>
      </p:pic>
      <p:sp>
        <p:nvSpPr>
          <p:cNvPr id="7" name="법치뉴스 2026.04.28">
            <a:extLst xmlns:a="http://schemas.openxmlformats.org/drawingml/2006/main">
              <a:ext uri="{FF2B5EF4-FFF2-40B4-BE49-F238E27FC236}">
                <a16:creationId xmlns:a16="http://schemas.microsoft.com/office/drawing/2014/main" id="{565B7E53-8FCB-431D-92D2-E74838C66D8B}"/>
              </a:ext>
            </a:extLst>
          </p:cNvPr>
          <p:cNvSpPr>
            <a:spLocks xmlns:a="http://schemas.openxmlformats.org/drawingml/2006/main" noGrp="1"/>
          </p:cNvSpPr>
          <p:nvPr/>
        </p:nvSpPr>
        <p:spPr>
          <a:xfrm xmlns:a="http://schemas.openxmlformats.org/drawingml/2006/main">
            <a:off x="2400300" y="2000250"/>
            <a:ext cx="6267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626262"/>
                </a:solidFill>
                <a:latin typeface="Noto Sans KR"/>
                <a:ea typeface="Noto Sans KR"/>
                <a:cs typeface="Noto Sans KR"/>
              </a:defRPr>
            </a:defPPr>
          </a:lstStyle>
          <a:p xmlns:a="http://schemas.openxmlformats.org/drawingml/2006/main">
            <a:pPr algn="l">
              <a:defRPr sz="1125" b="0">
                <a:solidFill>
                  <a:srgbClr val="626262"/>
                </a:solidFill>
                <a:latin typeface="Noto Sans KR"/>
                <a:ea typeface="Noto Sans KR"/>
                <a:cs typeface="Noto Sans KR"/>
              </a:defRPr>
            </a:pPr>
            <a:r>
              <a:rPr sz="1125" b="0">
                <a:solidFill>
                  <a:srgbClr val="626262"/>
                </a:solidFill>
                <a:latin typeface="Noto Sans KR"/>
                <a:ea typeface="Noto Sans KR"/>
                <a:cs typeface="Noto Sans KR"/>
                <a:hlinkClick xmlns:r="http://schemas.openxmlformats.org/officeDocument/2006/relationships" r:id="Ra5bb2bbf30b34470"/>
              </a:rPr>
              <a:t>법치뉴스 2026.04.28</a:t>
            </a:r>
          </a:p>
        </p:txBody>
      </p:sp>
      <p:pic>
        <p:nvPicPr>
          <p:cNvPr id="8" name="">
            <a:extLst xmlns:a="http://schemas.openxmlformats.org/drawingml/2006/main">
              <a:ext uri="{FF2B5EF4-FFF2-40B4-BE49-F238E27FC236}">
                <a16:creationId xmlns:a16="http://schemas.microsoft.com/office/drawing/2014/main" id="{0E1504F0-4D91-4B3F-BB1B-91C0A5D9EFEB}"/>
              </a:ext>
            </a:extLst>
          </p:cNvPr>
          <p:cNvPicPr>
            <a:picLocks xmlns:a="http://schemas.openxmlformats.org/drawingml/2006/main" noChangeAspect="1"/>
          </p:cNvPicPr>
          <p:nvPr/>
        </p:nvPicPr>
        <p:blipFill>
          <a:blip xmlns:r="http://schemas.openxmlformats.org/officeDocument/2006/relationships" xmlns:a="http://schemas.openxmlformats.org/drawingml/2006/main" r:embed="Rfc2e7e28043e4355"/>
          <a:stretch xmlns:a="http://schemas.openxmlformats.org/drawingml/2006/main"/>
        </p:blipFill>
        <p:spPr>
          <a:xfrm xmlns:a="http://schemas.openxmlformats.org/drawingml/2006/main">
            <a:off x="743903" y="2534603"/>
            <a:ext cx="293370" cy="293370"/>
          </a:xfrm>
          <a:prstGeom xmlns:a="http://schemas.openxmlformats.org/drawingml/2006/main" prst="rect">
            <a:avLst/>
          </a:prstGeom>
        </p:spPr>
      </p:pic>
      <p:sp>
        <p:nvSpPr>
          <p:cNvPr id="9" name="임대 계약">
            <a:extLst xmlns:a="http://schemas.openxmlformats.org/drawingml/2006/main">
              <a:ext uri="{FF2B5EF4-FFF2-40B4-BE49-F238E27FC236}">
                <a16:creationId xmlns:a16="http://schemas.microsoft.com/office/drawing/2014/main" id="{B6BC3A20-081D-4084-B141-6EBC85D54E01}"/>
              </a:ext>
            </a:extLst>
          </p:cNvPr>
          <p:cNvSpPr>
            <a:spLocks xmlns:a="http://schemas.openxmlformats.org/drawingml/2006/main" noGrp="1"/>
          </p:cNvSpPr>
          <p:nvPr/>
        </p:nvSpPr>
        <p:spPr>
          <a:xfrm xmlns:a="http://schemas.openxmlformats.org/drawingml/2006/main">
            <a:off x="447675" y="3009900"/>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626262"/>
                </a:solidFill>
                <a:latin typeface="Noto Sans KR"/>
                <a:ea typeface="Noto Sans KR"/>
                <a:cs typeface="Noto Sans KR"/>
              </a:defRPr>
            </a:defPPr>
          </a:lstStyle>
          <a:p xmlns:a="http://schemas.openxmlformats.org/drawingml/2006/main">
            <a:pPr algn="l">
              <a:defRPr sz="1575" b="0">
                <a:solidFill>
                  <a:srgbClr val="626262"/>
                </a:solidFill>
                <a:latin typeface="Noto Sans KR"/>
                <a:ea typeface="Noto Sans KR"/>
                <a:cs typeface="Noto Sans KR"/>
              </a:defRPr>
            </a:pPr>
            <a:r>
              <a:rPr sz="1575" b="0">
                <a:solidFill>
                  <a:srgbClr val="626262"/>
                </a:solidFill>
                <a:latin typeface="Noto Sans KR"/>
                <a:ea typeface="Noto Sans KR"/>
                <a:cs typeface="Noto Sans KR"/>
              </a:rPr>
              <a:t>임대 계약</a:t>
            </a:r>
          </a:p>
        </p:txBody>
      </p:sp>
      <p:pic>
        <p:nvPicPr>
          <p:cNvPr id="10" name="">
            <a:extLst xmlns:a="http://schemas.openxmlformats.org/drawingml/2006/main">
              <a:ext uri="{FF2B5EF4-FFF2-40B4-BE49-F238E27FC236}">
                <a16:creationId xmlns:a16="http://schemas.microsoft.com/office/drawing/2014/main" id="{4EC40769-417F-48A6-9752-1C8C4B029487}"/>
              </a:ext>
            </a:extLst>
          </p:cNvPr>
          <p:cNvPicPr>
            <a:picLocks xmlns:a="http://schemas.openxmlformats.org/drawingml/2006/main" noChangeAspect="1"/>
          </p:cNvPicPr>
          <p:nvPr/>
        </p:nvPicPr>
        <p:blipFill>
          <a:blip xmlns:r="http://schemas.openxmlformats.org/officeDocument/2006/relationships" xmlns:a="http://schemas.openxmlformats.org/drawingml/2006/main" r:embed="R3fdbcdc90f564be4"/>
          <a:stretch xmlns:a="http://schemas.openxmlformats.org/drawingml/2006/main"/>
        </p:blipFill>
        <p:spPr>
          <a:xfrm xmlns:a="http://schemas.openxmlformats.org/drawingml/2006/main">
            <a:off x="2390775" y="2539215"/>
            <a:ext cx="6276975" cy="360345"/>
          </a:xfrm>
          <a:prstGeom xmlns:a="http://schemas.openxmlformats.org/drawingml/2006/main" prst="rect">
            <a:avLst/>
          </a:prstGeom>
        </p:spPr>
      </p:pic>
      <p:sp>
        <p:nvSpPr>
          <p:cNvPr id="11" name="충청투데이 2026.07.10">
            <a:extLst xmlns:a="http://schemas.openxmlformats.org/drawingml/2006/main">
              <a:ext uri="{FF2B5EF4-FFF2-40B4-BE49-F238E27FC236}">
                <a16:creationId xmlns:a16="http://schemas.microsoft.com/office/drawing/2014/main" id="{5DBAB526-33C1-446F-93CC-7167FDB5E2DC}"/>
              </a:ext>
            </a:extLst>
          </p:cNvPr>
          <p:cNvSpPr>
            <a:spLocks xmlns:a="http://schemas.openxmlformats.org/drawingml/2006/main" noGrp="1"/>
          </p:cNvSpPr>
          <p:nvPr/>
        </p:nvSpPr>
        <p:spPr>
          <a:xfrm xmlns:a="http://schemas.openxmlformats.org/drawingml/2006/main">
            <a:off x="2400300" y="3133725"/>
            <a:ext cx="6267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626262"/>
                </a:solidFill>
                <a:latin typeface="Noto Sans KR"/>
                <a:ea typeface="Noto Sans KR"/>
                <a:cs typeface="Noto Sans KR"/>
              </a:defRPr>
            </a:defPPr>
          </a:lstStyle>
          <a:p xmlns:a="http://schemas.openxmlformats.org/drawingml/2006/main">
            <a:pPr algn="l">
              <a:defRPr sz="1125" b="0">
                <a:solidFill>
                  <a:srgbClr val="626262"/>
                </a:solidFill>
                <a:latin typeface="Noto Sans KR"/>
                <a:ea typeface="Noto Sans KR"/>
                <a:cs typeface="Noto Sans KR"/>
              </a:defRPr>
            </a:pPr>
            <a:r>
              <a:rPr sz="1125" b="0">
                <a:solidFill>
                  <a:srgbClr val="626262"/>
                </a:solidFill>
                <a:latin typeface="Noto Sans KR"/>
                <a:ea typeface="Noto Sans KR"/>
                <a:cs typeface="Noto Sans KR"/>
                <a:hlinkClick xmlns:r="http://schemas.openxmlformats.org/officeDocument/2006/relationships" r:id="Rd729c8357d99463c"/>
              </a:rPr>
              <a:t>충청투데이 2026.07.10</a:t>
            </a:r>
          </a:p>
        </p:txBody>
      </p:sp>
      <p:pic>
        <p:nvPicPr>
          <p:cNvPr id="12" name="">
            <a:extLst xmlns:a="http://schemas.openxmlformats.org/drawingml/2006/main">
              <a:ext uri="{FF2B5EF4-FFF2-40B4-BE49-F238E27FC236}">
                <a16:creationId xmlns:a16="http://schemas.microsoft.com/office/drawing/2014/main" id="{A1E83270-9AE0-498C-A8D8-EA193EFD0ADC}"/>
              </a:ext>
            </a:extLst>
          </p:cNvPr>
          <p:cNvPicPr>
            <a:picLocks xmlns:a="http://schemas.openxmlformats.org/drawingml/2006/main" noChangeAspect="1"/>
          </p:cNvPicPr>
          <p:nvPr/>
        </p:nvPicPr>
        <p:blipFill>
          <a:blip xmlns:r="http://schemas.openxmlformats.org/officeDocument/2006/relationships" xmlns:a="http://schemas.openxmlformats.org/drawingml/2006/main" r:embed="R5c7bf39d3b7b4c5d"/>
          <a:stretch xmlns:a="http://schemas.openxmlformats.org/drawingml/2006/main"/>
        </p:blipFill>
        <p:spPr>
          <a:xfrm xmlns:a="http://schemas.openxmlformats.org/drawingml/2006/main">
            <a:off x="743903" y="3668078"/>
            <a:ext cx="293370" cy="293370"/>
          </a:xfrm>
          <a:prstGeom xmlns:a="http://schemas.openxmlformats.org/drawingml/2006/main" prst="rect">
            <a:avLst/>
          </a:prstGeom>
        </p:spPr>
      </p:pic>
      <p:sp>
        <p:nvSpPr>
          <p:cNvPr id="13" name="대표권">
            <a:extLst xmlns:a="http://schemas.openxmlformats.org/drawingml/2006/main">
              <a:ext uri="{FF2B5EF4-FFF2-40B4-BE49-F238E27FC236}">
                <a16:creationId xmlns:a16="http://schemas.microsoft.com/office/drawing/2014/main" id="{788B6AD8-D799-4D3A-87CD-659329520939}"/>
              </a:ext>
            </a:extLst>
          </p:cNvPr>
          <p:cNvSpPr>
            <a:spLocks xmlns:a="http://schemas.openxmlformats.org/drawingml/2006/main" noGrp="1"/>
          </p:cNvSpPr>
          <p:nvPr/>
        </p:nvSpPr>
        <p:spPr>
          <a:xfrm xmlns:a="http://schemas.openxmlformats.org/drawingml/2006/main">
            <a:off x="447675" y="4143375"/>
            <a:ext cx="1790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626262"/>
                </a:solidFill>
                <a:latin typeface="Noto Sans KR"/>
                <a:ea typeface="Noto Sans KR"/>
                <a:cs typeface="Noto Sans KR"/>
              </a:defRPr>
            </a:defPPr>
          </a:lstStyle>
          <a:p xmlns:a="http://schemas.openxmlformats.org/drawingml/2006/main">
            <a:pPr algn="l">
              <a:defRPr sz="1575" b="0">
                <a:solidFill>
                  <a:srgbClr val="626262"/>
                </a:solidFill>
                <a:latin typeface="Noto Sans KR"/>
                <a:ea typeface="Noto Sans KR"/>
                <a:cs typeface="Noto Sans KR"/>
              </a:defRPr>
            </a:pPr>
            <a:r>
              <a:rPr sz="1575" b="0">
                <a:solidFill>
                  <a:srgbClr val="626262"/>
                </a:solidFill>
                <a:latin typeface="Noto Sans KR"/>
                <a:ea typeface="Noto Sans KR"/>
                <a:cs typeface="Noto Sans KR"/>
              </a:rPr>
              <a:t>대표권</a:t>
            </a:r>
          </a:p>
        </p:txBody>
      </p:sp>
      <p:pic>
        <p:nvPicPr>
          <p:cNvPr id="14" name="">
            <a:extLst xmlns:a="http://schemas.openxmlformats.org/drawingml/2006/main">
              <a:ext uri="{FF2B5EF4-FFF2-40B4-BE49-F238E27FC236}">
                <a16:creationId xmlns:a16="http://schemas.microsoft.com/office/drawing/2014/main" id="{3BAA3DE9-2B47-4617-A89F-7C8059242B47}"/>
              </a:ext>
            </a:extLst>
          </p:cNvPr>
          <p:cNvPicPr>
            <a:picLocks xmlns:a="http://schemas.openxmlformats.org/drawingml/2006/main" noChangeAspect="1"/>
          </p:cNvPicPr>
          <p:nvPr/>
        </p:nvPicPr>
        <p:blipFill>
          <a:blip xmlns:r="http://schemas.openxmlformats.org/officeDocument/2006/relationships" xmlns:a="http://schemas.openxmlformats.org/drawingml/2006/main" r:embed="R7e75b17d7e4945a5"/>
          <a:stretch xmlns:a="http://schemas.openxmlformats.org/drawingml/2006/main"/>
        </p:blipFill>
        <p:spPr>
          <a:xfrm xmlns:a="http://schemas.openxmlformats.org/drawingml/2006/main">
            <a:off x="2390775" y="3523577"/>
            <a:ext cx="6276975" cy="839545"/>
          </a:xfrm>
          <a:prstGeom xmlns:a="http://schemas.openxmlformats.org/drawingml/2006/main" prst="rect">
            <a:avLst/>
          </a:prstGeom>
        </p:spPr>
      </p:pic>
      <p:sp>
        <p:nvSpPr>
          <p:cNvPr id="15" name="한경BUSINESS 2026.07.24">
            <a:extLst xmlns:a="http://schemas.openxmlformats.org/drawingml/2006/main">
              <a:ext uri="{FF2B5EF4-FFF2-40B4-BE49-F238E27FC236}">
                <a16:creationId xmlns:a16="http://schemas.microsoft.com/office/drawing/2014/main" id="{C2265609-B91A-4195-95C9-B47BB2544A5F}"/>
              </a:ext>
            </a:extLst>
          </p:cNvPr>
          <p:cNvSpPr>
            <a:spLocks xmlns:a="http://schemas.openxmlformats.org/drawingml/2006/main" noGrp="1"/>
          </p:cNvSpPr>
          <p:nvPr/>
        </p:nvSpPr>
        <p:spPr>
          <a:xfrm xmlns:a="http://schemas.openxmlformats.org/drawingml/2006/main">
            <a:off x="2400300" y="4467225"/>
            <a:ext cx="6267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b="0">
                <a:solidFill>
                  <a:srgbClr val="626262"/>
                </a:solidFill>
                <a:latin typeface="Noto Sans KR"/>
                <a:ea typeface="Noto Sans KR"/>
                <a:cs typeface="Noto Sans KR"/>
              </a:defRPr>
            </a:defPPr>
          </a:lstStyle>
          <a:p xmlns:a="http://schemas.openxmlformats.org/drawingml/2006/main">
            <a:pPr algn="l">
              <a:defRPr sz="1125" b="0">
                <a:solidFill>
                  <a:srgbClr val="626262"/>
                </a:solidFill>
                <a:latin typeface="Noto Sans KR"/>
                <a:ea typeface="Noto Sans KR"/>
                <a:cs typeface="Noto Sans KR"/>
              </a:defRPr>
            </a:pPr>
            <a:r>
              <a:rPr sz="1125" b="0">
                <a:solidFill>
                  <a:srgbClr val="626262"/>
                </a:solidFill>
                <a:latin typeface="Noto Sans KR"/>
                <a:ea typeface="Noto Sans KR"/>
                <a:cs typeface="Noto Sans KR"/>
                <a:hlinkClick xmlns:r="http://schemas.openxmlformats.org/officeDocument/2006/relationships" r:id="R8b2d66fc892c4c7b"/>
              </a:rPr>
              <a:t>한경BUSINESS 2026.07.24</a:t>
            </a:r>
          </a:p>
        </p:txBody>
      </p:sp>
    </p:spTree>
    <p:extLst>
      <p:ext uri="{BB962C8B-B14F-4D97-AF65-F5344CB8AC3E}">
        <p14:creationId xmlns:p14="http://schemas.microsoft.com/office/powerpoint/2010/main" val="2677759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21" name="Template artwork 10021"/>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2" name="Template artwork 10022"/>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3" name="Template artwork 10023"/>
          <p:cNvSpPr>
            <a:spLocks xmlns:a="http://schemas.openxmlformats.org/drawingml/2006/main" noGrp="1"/>
          </p:cNvSpPr>
          <p:nvPr/>
        </p:nvSpPr>
        <p:spPr>
          <a:xfrm xmlns:a="http://schemas.openxmlformats.org/drawingml/2006/main">
            <a:off x="7581900" y="1409700"/>
            <a:ext cx="1000125" cy="1000125"/>
          </a:xfrm>
          <a:prstGeom xmlns:a="http://schemas.openxmlformats.org/drawingml/2006/main" prst="ellipse">
            <a:avLst/>
          </a:prstGeom>
          <a:solidFill xmlns:a="http://schemas.openxmlformats.org/drawingml/2006/main">
            <a:srgbClr val="D05258"/>
          </a:solidFill>
          <a:ln xmlns:a="http://schemas.openxmlformats.org/drawingml/2006/main" w="19050" cap="flat" cmpd="sng">
            <a:solidFill>
              <a:srgbClr val="D05258"/>
            </a:solidFill>
            <a:prstDash val="solid"/>
            <a:round/>
          </a:ln>
        </p:spPr>
        <p:txBody>
          <a:bodyPr xmlns:a="http://schemas.openxmlformats.org/drawingml/2006/main"/>
          <a:lstStyle xmlns:a="http://schemas.openxmlformats.org/drawingml/2006/main"/>
          <a:p xmlns:a="http://schemas.openxmlformats.org/drawingml/2006/main"/>
        </p:txBody>
      </p:sp>
      <p:sp>
        <p:nvSpPr>
          <p:cNvPr id="9" name="7">
            <a:extLst xmlns:a="http://schemas.openxmlformats.org/drawingml/2006/main">
              <a:ext uri="{FF2B5EF4-FFF2-40B4-BE49-F238E27FC236}">
                <a16:creationId xmlns:a16="http://schemas.microsoft.com/office/drawing/2014/main" id="{C581D2D6-7D86-40CC-A8E1-E1CF12D53FBB}"/>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7</a:t>
            </a:r>
          </a:p>
        </p:txBody>
      </p:sp>
      <p:sp>
        <p:nvSpPr>
          <p:cNvPr id="2" name="명문가">
            <a:extLst xmlns:a="http://schemas.openxmlformats.org/drawingml/2006/main">
              <a:ext uri="{FF2B5EF4-FFF2-40B4-BE49-F238E27FC236}">
                <a16:creationId xmlns:a16="http://schemas.microsoft.com/office/drawing/2014/main" id="{FD0457E9-4810-4CAE-AC2D-989527932DC6}"/>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종중 관련 공개 판례 검색">
            <a:extLst xmlns:a="http://schemas.openxmlformats.org/drawingml/2006/main">
              <a:ext uri="{FF2B5EF4-FFF2-40B4-BE49-F238E27FC236}">
                <a16:creationId xmlns:a16="http://schemas.microsoft.com/office/drawing/2014/main" id="{6ADAABD4-051E-431F-A496-BC3E2CCCD8ED}"/>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종중 관련 공개 판례 검색</a:t>
            </a:r>
          </a:p>
        </p:txBody>
      </p:sp>
      <p:sp>
        <p:nvSpPr>
          <p:cNvPr id="4" name="누적 검색 결과    연간 분쟁 건수와 다름    2026.10.09 조회">
            <a:extLst xmlns:a="http://schemas.openxmlformats.org/drawingml/2006/main">
              <a:ext uri="{FF2B5EF4-FFF2-40B4-BE49-F238E27FC236}">
                <a16:creationId xmlns:a16="http://schemas.microsoft.com/office/drawing/2014/main" id="{362C6206-FACB-46EE-A818-EA85934C112A}"/>
              </a:ext>
            </a:extLst>
          </p:cNvPr>
          <p:cNvSpPr>
            <a:spLocks xmlns:a="http://schemas.openxmlformats.org/drawingml/2006/main" noGrp="1"/>
          </p:cNvSpPr>
          <p:nvPr/>
        </p:nvSpPr>
        <p:spPr>
          <a:xfrm xmlns:a="http://schemas.openxmlformats.org/drawingml/2006/main">
            <a:off x="476250" y="455295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rPr>
              <a:t>누적 검색 결과    연간 분쟁 건수와 다름    2026.10.09 조회</a:t>
            </a:r>
          </a:p>
        </p:txBody>
      </p:sp>
      <p:sp>
        <p:nvSpPr>
          <p:cNvPr id="5" name="1,416">
            <a:extLst xmlns:a="http://schemas.openxmlformats.org/drawingml/2006/main">
              <a:ext uri="{FF2B5EF4-FFF2-40B4-BE49-F238E27FC236}">
                <a16:creationId xmlns:a16="http://schemas.microsoft.com/office/drawing/2014/main" id="{E343A625-26FA-4BE0-A710-24B79E623032}"/>
              </a:ext>
            </a:extLst>
          </p:cNvPr>
          <p:cNvSpPr>
            <a:spLocks xmlns:a="http://schemas.openxmlformats.org/drawingml/2006/main" noGrp="1"/>
          </p:cNvSpPr>
          <p:nvPr/>
        </p:nvSpPr>
        <p:spPr>
          <a:xfrm xmlns:a="http://schemas.openxmlformats.org/drawingml/2006/main">
            <a:off x="485775" y="990600"/>
            <a:ext cx="60579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325" b="0">
                <a:solidFill>
                  <a:srgbClr val="D05258"/>
                </a:solidFill>
                <a:latin typeface="Calibri Light"/>
                <a:ea typeface="Calibri Light"/>
                <a:cs typeface="Calibri Light"/>
              </a:defRPr>
            </a:defPPr>
          </a:lstStyle>
          <a:p xmlns:a="http://schemas.openxmlformats.org/drawingml/2006/main">
            <a:pPr algn="l">
              <a:defRPr sz="11325" b="0">
                <a:solidFill>
                  <a:srgbClr val="D05258"/>
                </a:solidFill>
                <a:latin typeface="Calibri Light"/>
                <a:ea typeface="Calibri Light"/>
                <a:cs typeface="Calibri Light"/>
              </a:defRPr>
            </a:pPr>
            <a:r>
              <a:rPr sz="11325" b="0">
                <a:solidFill>
                  <a:srgbClr val="D05258"/>
                </a:solidFill>
                <a:latin typeface="Calibri Light"/>
                <a:ea typeface="Calibri Light"/>
                <a:cs typeface="Calibri Light"/>
              </a:rPr>
              <a:t>1,416</a:t>
            </a:r>
          </a:p>
        </p:txBody>
      </p:sp>
      <p:sp>
        <p:nvSpPr>
          <p:cNvPr id="6" name="건">
            <a:extLst xmlns:a="http://schemas.openxmlformats.org/drawingml/2006/main">
              <a:ext uri="{FF2B5EF4-FFF2-40B4-BE49-F238E27FC236}">
                <a16:creationId xmlns:a16="http://schemas.microsoft.com/office/drawing/2014/main" id="{72FF5254-33E1-4199-A75E-0ACD8068E304}"/>
              </a:ext>
            </a:extLst>
          </p:cNvPr>
          <p:cNvSpPr>
            <a:spLocks xmlns:a="http://schemas.openxmlformats.org/drawingml/2006/main" noGrp="1"/>
          </p:cNvSpPr>
          <p:nvPr/>
        </p:nvSpPr>
        <p:spPr>
          <a:xfrm xmlns:a="http://schemas.openxmlformats.org/drawingml/2006/main">
            <a:off x="4143375" y="2076450"/>
            <a:ext cx="1066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0">
                <a:solidFill>
                  <a:srgbClr val="D05258"/>
                </a:solidFill>
                <a:latin typeface="Noto Sans KR"/>
                <a:ea typeface="Noto Sans KR"/>
                <a:cs typeface="Noto Sans KR"/>
              </a:defRPr>
            </a:defPPr>
          </a:lstStyle>
          <a:p xmlns:a="http://schemas.openxmlformats.org/drawingml/2006/main">
            <a:pPr algn="l">
              <a:defRPr sz="2925" b="0">
                <a:solidFill>
                  <a:srgbClr val="D05258"/>
                </a:solidFill>
                <a:latin typeface="Noto Sans KR"/>
                <a:ea typeface="Noto Sans KR"/>
                <a:cs typeface="Noto Sans KR"/>
              </a:defRPr>
            </a:pPr>
            <a:r>
              <a:rPr sz="2925" b="0">
                <a:solidFill>
                  <a:srgbClr val="D05258"/>
                </a:solidFill>
                <a:latin typeface="Noto Sans KR"/>
                <a:ea typeface="Noto Sans KR"/>
                <a:cs typeface="Noto Sans KR"/>
              </a:rPr>
              <a:t>건</a:t>
            </a:r>
          </a:p>
        </p:txBody>
      </p:sp>
      <p:pic>
        <p:nvPicPr>
          <p:cNvPr id="7" name="">
            <a:extLst xmlns:a="http://schemas.openxmlformats.org/drawingml/2006/main">
              <a:ext uri="{FF2B5EF4-FFF2-40B4-BE49-F238E27FC236}">
                <a16:creationId xmlns:a16="http://schemas.microsoft.com/office/drawing/2014/main" id="{F44F6CB2-4428-479B-8701-7C69EBDE069A}"/>
              </a:ext>
            </a:extLst>
          </p:cNvPr>
          <p:cNvPicPr>
            <a:picLocks xmlns:a="http://schemas.openxmlformats.org/drawingml/2006/main" noChangeAspect="1"/>
          </p:cNvPicPr>
          <p:nvPr/>
        </p:nvPicPr>
        <p:blipFill>
          <a:blip xmlns:r="http://schemas.openxmlformats.org/officeDocument/2006/relationships" xmlns:a="http://schemas.openxmlformats.org/drawingml/2006/main" r:embed="R0808059613154116"/>
          <a:stretch xmlns:a="http://schemas.openxmlformats.org/drawingml/2006/main"/>
        </p:blipFill>
        <p:spPr>
          <a:xfrm xmlns:a="http://schemas.openxmlformats.org/drawingml/2006/main">
            <a:off x="7801928" y="1629728"/>
            <a:ext cx="560070" cy="56007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3B25078-DC42-4430-8BE2-96C4ABEA0035}"/>
              </a:ext>
            </a:extLst>
          </p:cNvPr>
          <p:cNvPicPr>
            <a:picLocks xmlns:a="http://schemas.openxmlformats.org/drawingml/2006/main" noChangeAspect="1"/>
          </p:cNvPicPr>
          <p:nvPr/>
        </p:nvPicPr>
        <p:blipFill>
          <a:blip xmlns:r="http://schemas.openxmlformats.org/officeDocument/2006/relationships" xmlns:a="http://schemas.openxmlformats.org/drawingml/2006/main" r:embed="R851f44efa9794532"/>
          <a:stretch xmlns:a="http://schemas.openxmlformats.org/drawingml/2006/main"/>
        </p:blipFill>
        <p:spPr>
          <a:xfrm xmlns:a="http://schemas.openxmlformats.org/drawingml/2006/main">
            <a:off x="1294911" y="3019425"/>
            <a:ext cx="6582753" cy="1352550"/>
          </a:xfrm>
          <a:prstGeom xmlns:a="http://schemas.openxmlformats.org/drawingml/2006/main" prst="rect">
            <a:avLst/>
          </a:prstGeom>
        </p:spPr>
      </p:pic>
    </p:spTree>
    <p:extLst>
      <p:ext uri="{BB962C8B-B14F-4D97-AF65-F5344CB8AC3E}">
        <p14:creationId xmlns:p14="http://schemas.microsoft.com/office/powerpoint/2010/main" val="5291627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24" name="Template artwork 10024"/>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5" name="Template artwork 10025"/>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 name="8">
            <a:extLst xmlns:a="http://schemas.openxmlformats.org/drawingml/2006/main">
              <a:ext uri="{FF2B5EF4-FFF2-40B4-BE49-F238E27FC236}">
                <a16:creationId xmlns:a16="http://schemas.microsoft.com/office/drawing/2014/main" id="{D01308E5-DE01-403A-8578-F1BF0F12CCE4}"/>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8</a:t>
            </a:r>
          </a:p>
        </p:txBody>
      </p:sp>
      <p:sp>
        <p:nvSpPr>
          <p:cNvPr id="2" name="명문가">
            <a:extLst xmlns:a="http://schemas.openxmlformats.org/drawingml/2006/main">
              <a:ext uri="{FF2B5EF4-FFF2-40B4-BE49-F238E27FC236}">
                <a16:creationId xmlns:a16="http://schemas.microsoft.com/office/drawing/2014/main" id="{6DA39781-A303-4A37-85D9-2AC8A42ADF1B}"/>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보도 사례의 시간과 금액">
            <a:extLst xmlns:a="http://schemas.openxmlformats.org/drawingml/2006/main">
              <a:ext uri="{FF2B5EF4-FFF2-40B4-BE49-F238E27FC236}">
                <a16:creationId xmlns:a16="http://schemas.microsoft.com/office/drawing/2014/main" id="{B10092B7-061D-46BC-9872-B3AB031D5835}"/>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보도 사례의 시간과 금액</a:t>
            </a:r>
          </a:p>
        </p:txBody>
      </p:sp>
      <p:sp>
        <p:nvSpPr>
          <p:cNvPr id="4" name="약 4년">
            <a:extLst xmlns:a="http://schemas.openxmlformats.org/drawingml/2006/main">
              <a:ext uri="{FF2B5EF4-FFF2-40B4-BE49-F238E27FC236}">
                <a16:creationId xmlns:a16="http://schemas.microsoft.com/office/drawing/2014/main" id="{A38E6A8D-001F-4534-89EE-C2F65D4899B3}"/>
              </a:ext>
            </a:extLst>
          </p:cNvPr>
          <p:cNvSpPr>
            <a:spLocks xmlns:a="http://schemas.openxmlformats.org/drawingml/2006/main" noGrp="1"/>
          </p:cNvSpPr>
          <p:nvPr/>
        </p:nvSpPr>
        <p:spPr>
          <a:xfrm xmlns:a="http://schemas.openxmlformats.org/drawingml/2006/main">
            <a:off x="552450" y="1419225"/>
            <a:ext cx="3581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275" b="0">
                <a:solidFill>
                  <a:srgbClr val="6BBADD"/>
                </a:solidFill>
                <a:latin typeface="Calibri Light"/>
                <a:ea typeface="Calibri Light"/>
                <a:cs typeface="Calibri Light"/>
              </a:defRPr>
            </a:defPPr>
          </a:lstStyle>
          <a:p xmlns:a="http://schemas.openxmlformats.org/drawingml/2006/main">
            <a:pPr algn="ctr">
              <a:defRPr sz="7275" b="0">
                <a:solidFill>
                  <a:srgbClr val="6BBADD"/>
                </a:solidFill>
                <a:latin typeface="Calibri Light"/>
                <a:ea typeface="Calibri Light"/>
                <a:cs typeface="Calibri Light"/>
              </a:defRPr>
            </a:pPr>
            <a:r>
              <a:rPr sz="7275" b="0">
                <a:solidFill>
                  <a:srgbClr val="6BBADD"/>
                </a:solidFill>
                <a:latin typeface="Calibri Light"/>
                <a:ea typeface="Calibri Light"/>
                <a:cs typeface="Calibri Light"/>
              </a:rPr>
              <a:t>약 4년</a:t>
            </a:r>
          </a:p>
        </p:txBody>
      </p:sp>
      <p:sp>
        <p:nvSpPr>
          <p:cNvPr id="5" name="법정 다툼">
            <a:extLst xmlns:a="http://schemas.openxmlformats.org/drawingml/2006/main">
              <a:ext uri="{FF2B5EF4-FFF2-40B4-BE49-F238E27FC236}">
                <a16:creationId xmlns:a16="http://schemas.microsoft.com/office/drawing/2014/main" id="{693FA8E5-AEA8-4ED5-B5B5-DEFF70C953D6}"/>
              </a:ext>
            </a:extLst>
          </p:cNvPr>
          <p:cNvSpPr>
            <a:spLocks xmlns:a="http://schemas.openxmlformats.org/drawingml/2006/main" noGrp="1"/>
          </p:cNvSpPr>
          <p:nvPr/>
        </p:nvSpPr>
        <p:spPr>
          <a:xfrm xmlns:a="http://schemas.openxmlformats.org/drawingml/2006/main">
            <a:off x="552450" y="3124200"/>
            <a:ext cx="358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626262"/>
                </a:solidFill>
                <a:latin typeface="Noto Sans KR"/>
                <a:ea typeface="Noto Sans KR"/>
                <a:cs typeface="Noto Sans KR"/>
              </a:defRPr>
            </a:defPPr>
          </a:lstStyle>
          <a:p xmlns:a="http://schemas.openxmlformats.org/drawingml/2006/main">
            <a:pPr algn="ctr">
              <a:defRPr sz="2100" b="0">
                <a:solidFill>
                  <a:srgbClr val="626262"/>
                </a:solidFill>
                <a:latin typeface="Noto Sans KR"/>
                <a:ea typeface="Noto Sans KR"/>
                <a:cs typeface="Noto Sans KR"/>
              </a:defRPr>
            </a:pPr>
            <a:r>
              <a:rPr sz="2100" b="0">
                <a:solidFill>
                  <a:srgbClr val="626262"/>
                </a:solidFill>
                <a:latin typeface="Noto Sans KR"/>
                <a:ea typeface="Noto Sans KR"/>
                <a:cs typeface="Noto Sans KR"/>
              </a:rPr>
              <a:t>법정 다툼</a:t>
            </a:r>
          </a:p>
        </p:txBody>
      </p:sp>
      <p:sp>
        <p:nvSpPr>
          <p:cNvPr id="6" name="전주MBC 보도 사례">
            <a:extLst xmlns:a="http://schemas.openxmlformats.org/drawingml/2006/main">
              <a:ext uri="{FF2B5EF4-FFF2-40B4-BE49-F238E27FC236}">
                <a16:creationId xmlns:a16="http://schemas.microsoft.com/office/drawing/2014/main" id="{779D023A-367C-4BE9-8357-261648100919}"/>
              </a:ext>
            </a:extLst>
          </p:cNvPr>
          <p:cNvSpPr>
            <a:spLocks xmlns:a="http://schemas.openxmlformats.org/drawingml/2006/main" noGrp="1"/>
          </p:cNvSpPr>
          <p:nvPr/>
        </p:nvSpPr>
        <p:spPr>
          <a:xfrm xmlns:a="http://schemas.openxmlformats.org/drawingml/2006/main">
            <a:off x="552450" y="3848100"/>
            <a:ext cx="3581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50" b="0">
                <a:solidFill>
                  <a:srgbClr val="626262"/>
                </a:solidFill>
                <a:latin typeface="Noto Sans KR"/>
                <a:ea typeface="Noto Sans KR"/>
                <a:cs typeface="Noto Sans KR"/>
              </a:defRPr>
            </a:defPPr>
          </a:lstStyle>
          <a:p xmlns:a="http://schemas.openxmlformats.org/drawingml/2006/main">
            <a:pPr algn="ctr">
              <a:defRPr sz="1350" b="0">
                <a:solidFill>
                  <a:srgbClr val="626262"/>
                </a:solidFill>
                <a:latin typeface="Noto Sans KR"/>
                <a:ea typeface="Noto Sans KR"/>
                <a:cs typeface="Noto Sans KR"/>
              </a:defRPr>
            </a:pPr>
            <a:r>
              <a:rPr sz="1350" b="0">
                <a:solidFill>
                  <a:srgbClr val="626262"/>
                </a:solidFill>
                <a:latin typeface="Noto Sans KR"/>
                <a:ea typeface="Noto Sans KR"/>
                <a:cs typeface="Noto Sans KR"/>
              </a:rPr>
              <a:t>전주MBC 보도 사례</a:t>
            </a:r>
          </a:p>
        </p:txBody>
      </p:sp>
      <p:sp>
        <p:nvSpPr>
          <p:cNvPr id="7" name="41.85">
            <a:extLst xmlns:a="http://schemas.openxmlformats.org/drawingml/2006/main">
              <a:ext uri="{FF2B5EF4-FFF2-40B4-BE49-F238E27FC236}">
                <a16:creationId xmlns:a16="http://schemas.microsoft.com/office/drawing/2014/main" id="{55D4807F-1AEB-4A5A-A922-93A6DC70D3F0}"/>
              </a:ext>
            </a:extLst>
          </p:cNvPr>
          <p:cNvSpPr>
            <a:spLocks xmlns:a="http://schemas.openxmlformats.org/drawingml/2006/main" noGrp="1"/>
          </p:cNvSpPr>
          <p:nvPr/>
        </p:nvSpPr>
        <p:spPr>
          <a:xfrm xmlns:a="http://schemas.openxmlformats.org/drawingml/2006/main">
            <a:off x="4600575" y="1381125"/>
            <a:ext cx="4000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8025" b="0">
                <a:solidFill>
                  <a:srgbClr val="D05258"/>
                </a:solidFill>
                <a:latin typeface="Calibri Light"/>
                <a:ea typeface="Calibri Light"/>
                <a:cs typeface="Calibri Light"/>
              </a:defRPr>
            </a:defPPr>
          </a:lstStyle>
          <a:p xmlns:a="http://schemas.openxmlformats.org/drawingml/2006/main">
            <a:pPr algn="ctr">
              <a:defRPr sz="8025" b="0">
                <a:solidFill>
                  <a:srgbClr val="D05258"/>
                </a:solidFill>
                <a:latin typeface="Calibri Light"/>
                <a:ea typeface="Calibri Light"/>
                <a:cs typeface="Calibri Light"/>
              </a:defRPr>
            </a:pPr>
            <a:r>
              <a:rPr sz="8025" b="0">
                <a:solidFill>
                  <a:srgbClr val="D05258"/>
                </a:solidFill>
                <a:latin typeface="Calibri Light"/>
                <a:ea typeface="Calibri Light"/>
                <a:cs typeface="Calibri Light"/>
              </a:rPr>
              <a:t>41.85</a:t>
            </a:r>
          </a:p>
        </p:txBody>
      </p:sp>
      <p:sp>
        <p:nvSpPr>
          <p:cNvPr id="8" name="억원의 매매대금">
            <a:extLst xmlns:a="http://schemas.openxmlformats.org/drawingml/2006/main">
              <a:ext uri="{FF2B5EF4-FFF2-40B4-BE49-F238E27FC236}">
                <a16:creationId xmlns:a16="http://schemas.microsoft.com/office/drawing/2014/main" id="{C15D8C57-9CF1-48CC-A0DE-20529639D725}"/>
              </a:ext>
            </a:extLst>
          </p:cNvPr>
          <p:cNvSpPr>
            <a:spLocks xmlns:a="http://schemas.openxmlformats.org/drawingml/2006/main" noGrp="1"/>
          </p:cNvSpPr>
          <p:nvPr/>
        </p:nvSpPr>
        <p:spPr>
          <a:xfrm xmlns:a="http://schemas.openxmlformats.org/drawingml/2006/main">
            <a:off x="4600575" y="3124200"/>
            <a:ext cx="4000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0">
                <a:solidFill>
                  <a:srgbClr val="626262"/>
                </a:solidFill>
                <a:latin typeface="Noto Sans KR"/>
                <a:ea typeface="Noto Sans KR"/>
                <a:cs typeface="Noto Sans KR"/>
              </a:defRPr>
            </a:defPPr>
          </a:lstStyle>
          <a:p xmlns:a="http://schemas.openxmlformats.org/drawingml/2006/main">
            <a:pPr algn="ctr">
              <a:defRPr sz="2025" b="0">
                <a:solidFill>
                  <a:srgbClr val="626262"/>
                </a:solidFill>
                <a:latin typeface="Noto Sans KR"/>
                <a:ea typeface="Noto Sans KR"/>
                <a:cs typeface="Noto Sans KR"/>
              </a:defRPr>
            </a:pPr>
            <a:r>
              <a:rPr sz="2025" b="0">
                <a:solidFill>
                  <a:srgbClr val="626262"/>
                </a:solidFill>
                <a:latin typeface="Noto Sans KR"/>
                <a:ea typeface="Noto Sans KR"/>
                <a:cs typeface="Noto Sans KR"/>
              </a:rPr>
              <a:t>억원의 매매대금</a:t>
            </a:r>
          </a:p>
        </p:txBody>
      </p:sp>
      <p:sp>
        <p:nvSpPr>
          <p:cNvPr id="9" name="한경BUSINESS 보도 사례">
            <a:extLst xmlns:a="http://schemas.openxmlformats.org/drawingml/2006/main">
              <a:ext uri="{FF2B5EF4-FFF2-40B4-BE49-F238E27FC236}">
                <a16:creationId xmlns:a16="http://schemas.microsoft.com/office/drawing/2014/main" id="{30AF10CD-C5CE-4F5E-AD6D-865DB6CFF9A3}"/>
              </a:ext>
            </a:extLst>
          </p:cNvPr>
          <p:cNvSpPr>
            <a:spLocks xmlns:a="http://schemas.openxmlformats.org/drawingml/2006/main" noGrp="1"/>
          </p:cNvSpPr>
          <p:nvPr/>
        </p:nvSpPr>
        <p:spPr>
          <a:xfrm xmlns:a="http://schemas.openxmlformats.org/drawingml/2006/main">
            <a:off x="4600575" y="3848100"/>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350" b="0">
                <a:solidFill>
                  <a:srgbClr val="626262"/>
                </a:solidFill>
                <a:latin typeface="Noto Sans KR"/>
                <a:ea typeface="Noto Sans KR"/>
                <a:cs typeface="Noto Sans KR"/>
              </a:defRPr>
            </a:defPPr>
          </a:lstStyle>
          <a:p xmlns:a="http://schemas.openxmlformats.org/drawingml/2006/main">
            <a:pPr algn="ctr">
              <a:defRPr sz="1350" b="0">
                <a:solidFill>
                  <a:srgbClr val="626262"/>
                </a:solidFill>
                <a:latin typeface="Noto Sans KR"/>
                <a:ea typeface="Noto Sans KR"/>
                <a:cs typeface="Noto Sans KR"/>
              </a:defRPr>
            </a:pPr>
            <a:r>
              <a:rPr sz="1350" b="0">
                <a:solidFill>
                  <a:srgbClr val="626262"/>
                </a:solidFill>
                <a:latin typeface="Noto Sans KR"/>
                <a:ea typeface="Noto Sans KR"/>
                <a:cs typeface="Noto Sans KR"/>
              </a:rPr>
              <a:t>한경BUSINESS 보도 사례</a:t>
            </a:r>
          </a:p>
        </p:txBody>
      </p:sp>
    </p:spTree>
    <p:extLst>
      <p:ext uri="{BB962C8B-B14F-4D97-AF65-F5344CB8AC3E}">
        <p14:creationId xmlns:p14="http://schemas.microsoft.com/office/powerpoint/2010/main" val="6713409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26" name="Template artwork 10026"/>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7" name="Template artwork 10027"/>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8" name="Template artwork 10028"/>
          <p:cNvSpPr>
            <a:spLocks xmlns:a="http://schemas.openxmlformats.org/drawingml/2006/main" noGrp="1"/>
          </p:cNvSpPr>
          <p:nvPr/>
        </p:nvSpPr>
        <p:spPr>
          <a:xfrm xmlns:a="http://schemas.openxmlformats.org/drawingml/2006/main">
            <a:off x="733425" y="1419225"/>
            <a:ext cx="1733550" cy="173355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029" name="Template artwork 10029"/>
          <p:cNvSpPr>
            <a:spLocks xmlns:a="http://schemas.openxmlformats.org/drawingml/2006/main" noGrp="1"/>
          </p:cNvSpPr>
          <p:nvPr/>
        </p:nvSpPr>
        <p:spPr>
          <a:xfrm xmlns:a="http://schemas.openxmlformats.org/drawingml/2006/main">
            <a:off x="3705225" y="1419225"/>
            <a:ext cx="1733550" cy="1733550"/>
          </a:xfrm>
          <a:prstGeom xmlns:a="http://schemas.openxmlformats.org/drawingml/2006/main" prst="ellipse">
            <a:avLst/>
          </a:prstGeom>
          <a:solidFill xmlns:a="http://schemas.openxmlformats.org/drawingml/2006/main">
            <a:srgbClr val="EEAD2A"/>
          </a:solidFill>
          <a:ln xmlns:a="http://schemas.openxmlformats.org/drawingml/2006/main" w="19050" cap="flat" cmpd="sng">
            <a:solidFill>
              <a:srgbClr val="EEAD2A"/>
            </a:solidFill>
            <a:prstDash val="solid"/>
            <a:round/>
          </a:ln>
        </p:spPr>
        <p:txBody>
          <a:bodyPr xmlns:a="http://schemas.openxmlformats.org/drawingml/2006/main"/>
          <a:lstStyle xmlns:a="http://schemas.openxmlformats.org/drawingml/2006/main"/>
          <a:p xmlns:a="http://schemas.openxmlformats.org/drawingml/2006/main"/>
        </p:txBody>
      </p:sp>
      <p:sp>
        <p:nvSpPr>
          <p:cNvPr id="10030" name="Template artwork 10030"/>
          <p:cNvSpPr>
            <a:spLocks xmlns:a="http://schemas.openxmlformats.org/drawingml/2006/main" noGrp="1"/>
          </p:cNvSpPr>
          <p:nvPr/>
        </p:nvSpPr>
        <p:spPr>
          <a:xfrm xmlns:a="http://schemas.openxmlformats.org/drawingml/2006/main">
            <a:off x="6677025" y="1419225"/>
            <a:ext cx="1733550" cy="1733550"/>
          </a:xfrm>
          <a:prstGeom xmlns:a="http://schemas.openxmlformats.org/drawingml/2006/main" prst="ellipse">
            <a:avLst/>
          </a:prstGeom>
          <a:solidFill xmlns:a="http://schemas.openxmlformats.org/drawingml/2006/main">
            <a:srgbClr val="D05258"/>
          </a:solidFill>
          <a:ln xmlns:a="http://schemas.openxmlformats.org/drawingml/2006/main" w="19050" cap="flat" cmpd="sng">
            <a:solidFill>
              <a:srgbClr val="D05258"/>
            </a:solidFill>
            <a:prstDash val="solid"/>
            <a:round/>
          </a:ln>
        </p:spPr>
        <p:txBody>
          <a:bodyPr xmlns:a="http://schemas.openxmlformats.org/drawingml/2006/main"/>
          <a:lstStyle xmlns:a="http://schemas.openxmlformats.org/drawingml/2006/main"/>
          <a:p xmlns:a="http://schemas.openxmlformats.org/drawingml/2006/main"/>
        </p:txBody>
      </p:sp>
      <p:sp>
        <p:nvSpPr>
          <p:cNvPr id="13" name="9">
            <a:extLst xmlns:a="http://schemas.openxmlformats.org/drawingml/2006/main">
              <a:ext uri="{FF2B5EF4-FFF2-40B4-BE49-F238E27FC236}">
                <a16:creationId xmlns:a16="http://schemas.microsoft.com/office/drawing/2014/main" id="{7C4494DA-A142-445F-9608-174E97677DFC}"/>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9</a:t>
            </a:r>
          </a:p>
        </p:txBody>
      </p:sp>
      <p:sp>
        <p:nvSpPr>
          <p:cNvPr id="2" name="명문가">
            <a:extLst xmlns:a="http://schemas.openxmlformats.org/drawingml/2006/main">
              <a:ext uri="{FF2B5EF4-FFF2-40B4-BE49-F238E27FC236}">
                <a16:creationId xmlns:a16="http://schemas.microsoft.com/office/drawing/2014/main" id="{42889352-AF59-43F6-930E-BF929D3B07ED}"/>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재산과 기록을 이어받는 일">
            <a:extLst xmlns:a="http://schemas.openxmlformats.org/drawingml/2006/main">
              <a:ext uri="{FF2B5EF4-FFF2-40B4-BE49-F238E27FC236}">
                <a16:creationId xmlns:a16="http://schemas.microsoft.com/office/drawing/2014/main" id="{68C8AA77-52DA-4899-8D97-118255321920}"/>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재산과 기록을 이어받는 일</a:t>
            </a:r>
          </a:p>
        </p:txBody>
      </p:sp>
      <p:pic>
        <p:nvPicPr>
          <p:cNvPr id="4" name="">
            <a:extLst xmlns:a="http://schemas.openxmlformats.org/drawingml/2006/main">
              <a:ext uri="{FF2B5EF4-FFF2-40B4-BE49-F238E27FC236}">
                <a16:creationId xmlns:a16="http://schemas.microsoft.com/office/drawing/2014/main" id="{8CFD60A2-2111-4FF7-B51F-4C49C6AF924B}"/>
              </a:ext>
            </a:extLst>
          </p:cNvPr>
          <p:cNvPicPr>
            <a:picLocks xmlns:a="http://schemas.openxmlformats.org/drawingml/2006/main" noChangeAspect="1"/>
          </p:cNvPicPr>
          <p:nvPr/>
        </p:nvPicPr>
        <p:blipFill>
          <a:blip xmlns:r="http://schemas.openxmlformats.org/officeDocument/2006/relationships" xmlns:a="http://schemas.openxmlformats.org/drawingml/2006/main" r:embed="R122153c3d6d942d0"/>
          <a:stretch xmlns:a="http://schemas.openxmlformats.org/drawingml/2006/main"/>
        </p:blipFill>
        <p:spPr>
          <a:xfrm xmlns:a="http://schemas.openxmlformats.org/drawingml/2006/main">
            <a:off x="1114806" y="1800606"/>
            <a:ext cx="970788" cy="970788"/>
          </a:xfrm>
          <a:prstGeom xmlns:a="http://schemas.openxmlformats.org/drawingml/2006/main" prst="rect">
            <a:avLst/>
          </a:prstGeom>
        </p:spPr>
      </p:pic>
      <p:sp>
        <p:nvSpPr>
          <p:cNvPr id="5" name="과거의 유산">
            <a:extLst xmlns:a="http://schemas.openxmlformats.org/drawingml/2006/main">
              <a:ext uri="{FF2B5EF4-FFF2-40B4-BE49-F238E27FC236}">
                <a16:creationId xmlns:a16="http://schemas.microsoft.com/office/drawing/2014/main" id="{3DFDD71C-44D2-42CC-8CDB-57B4487A1A55}"/>
              </a:ext>
            </a:extLst>
          </p:cNvPr>
          <p:cNvSpPr>
            <a:spLocks xmlns:a="http://schemas.openxmlformats.org/drawingml/2006/main" noGrp="1"/>
          </p:cNvSpPr>
          <p:nvPr/>
        </p:nvSpPr>
        <p:spPr>
          <a:xfrm xmlns:a="http://schemas.openxmlformats.org/drawingml/2006/main">
            <a:off x="438150" y="3381375"/>
            <a:ext cx="2314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626262"/>
                </a:solidFill>
                <a:latin typeface="Noto Sans KR"/>
                <a:ea typeface="Noto Sans KR"/>
                <a:cs typeface="Noto Sans KR"/>
              </a:defRPr>
            </a:defPPr>
          </a:lstStyle>
          <a:p xmlns:a="http://schemas.openxmlformats.org/drawingml/2006/main">
            <a:pPr algn="ctr">
              <a:defRPr sz="1875" b="0">
                <a:solidFill>
                  <a:srgbClr val="626262"/>
                </a:solidFill>
                <a:latin typeface="Noto Sans KR"/>
                <a:ea typeface="Noto Sans KR"/>
                <a:cs typeface="Noto Sans KR"/>
              </a:defRPr>
            </a:pPr>
            <a:r>
              <a:rPr sz="1875" b="0">
                <a:solidFill>
                  <a:srgbClr val="626262"/>
                </a:solidFill>
                <a:latin typeface="Noto Sans KR"/>
                <a:ea typeface="Noto Sans KR"/>
                <a:cs typeface="Noto Sans KR"/>
              </a:rPr>
              <a:t>과거의 유산</a:t>
            </a:r>
          </a:p>
        </p:txBody>
      </p:sp>
      <p:sp>
        <p:nvSpPr>
          <p:cNvPr id="6" name="공동재산">
            <a:extLst xmlns:a="http://schemas.openxmlformats.org/drawingml/2006/main">
              <a:ext uri="{FF2B5EF4-FFF2-40B4-BE49-F238E27FC236}">
                <a16:creationId xmlns:a16="http://schemas.microsoft.com/office/drawing/2014/main" id="{00C6D2F3-5DF9-450D-A82F-FECFA774043D}"/>
              </a:ext>
            </a:extLst>
          </p:cNvPr>
          <p:cNvSpPr>
            <a:spLocks xmlns:a="http://schemas.openxmlformats.org/drawingml/2006/main" noGrp="1"/>
          </p:cNvSpPr>
          <p:nvPr/>
        </p:nvSpPr>
        <p:spPr>
          <a:xfrm xmlns:a="http://schemas.openxmlformats.org/drawingml/2006/main">
            <a:off x="438150" y="3943350"/>
            <a:ext cx="2314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b="0">
                <a:solidFill>
                  <a:srgbClr val="626262"/>
                </a:solidFill>
                <a:latin typeface="Noto Sans KR"/>
                <a:ea typeface="Noto Sans KR"/>
                <a:cs typeface="Noto Sans KR"/>
              </a:defRPr>
            </a:defPPr>
          </a:lstStyle>
          <a:p xmlns:a="http://schemas.openxmlformats.org/drawingml/2006/main">
            <a:pPr algn="ctr">
              <a:defRPr sz="1500" b="0">
                <a:solidFill>
                  <a:srgbClr val="626262"/>
                </a:solidFill>
                <a:latin typeface="Noto Sans KR"/>
                <a:ea typeface="Noto Sans KR"/>
                <a:cs typeface="Noto Sans KR"/>
              </a:defRPr>
            </a:pPr>
            <a:r>
              <a:rPr sz="1500" b="0">
                <a:solidFill>
                  <a:srgbClr val="626262"/>
                </a:solidFill>
                <a:latin typeface="Noto Sans KR"/>
                <a:ea typeface="Noto Sans KR"/>
                <a:cs typeface="Noto Sans KR"/>
              </a:rPr>
              <a:t>공동재산</a:t>
            </a:r>
          </a:p>
        </p:txBody>
      </p:sp>
      <p:pic>
        <p:nvPicPr>
          <p:cNvPr id="7" name="">
            <a:extLst xmlns:a="http://schemas.openxmlformats.org/drawingml/2006/main">
              <a:ext uri="{FF2B5EF4-FFF2-40B4-BE49-F238E27FC236}">
                <a16:creationId xmlns:a16="http://schemas.microsoft.com/office/drawing/2014/main" id="{24B2916F-EC9A-4798-A9A3-3C1EB9A57EB5}"/>
              </a:ext>
            </a:extLst>
          </p:cNvPr>
          <p:cNvPicPr>
            <a:picLocks xmlns:a="http://schemas.openxmlformats.org/drawingml/2006/main" noChangeAspect="1"/>
          </p:cNvPicPr>
          <p:nvPr/>
        </p:nvPicPr>
        <p:blipFill>
          <a:blip xmlns:r="http://schemas.openxmlformats.org/officeDocument/2006/relationships" xmlns:a="http://schemas.openxmlformats.org/drawingml/2006/main" r:embed="R5f03e2f382f34657"/>
          <a:stretch xmlns:a="http://schemas.openxmlformats.org/drawingml/2006/main"/>
        </p:blipFill>
        <p:spPr>
          <a:xfrm xmlns:a="http://schemas.openxmlformats.org/drawingml/2006/main">
            <a:off x="4086606" y="1800606"/>
            <a:ext cx="970788" cy="970788"/>
          </a:xfrm>
          <a:prstGeom xmlns:a="http://schemas.openxmlformats.org/drawingml/2006/main" prst="rect">
            <a:avLst/>
          </a:prstGeom>
        </p:spPr>
      </p:pic>
      <p:sp>
        <p:nvSpPr>
          <p:cNvPr id="8" name="현재의 일상">
            <a:extLst xmlns:a="http://schemas.openxmlformats.org/drawingml/2006/main">
              <a:ext uri="{FF2B5EF4-FFF2-40B4-BE49-F238E27FC236}">
                <a16:creationId xmlns:a16="http://schemas.microsoft.com/office/drawing/2014/main" id="{61E32F1F-B22C-41CC-80DD-FCAB38D20A31}"/>
              </a:ext>
            </a:extLst>
          </p:cNvPr>
          <p:cNvSpPr>
            <a:spLocks xmlns:a="http://schemas.openxmlformats.org/drawingml/2006/main" noGrp="1"/>
          </p:cNvSpPr>
          <p:nvPr/>
        </p:nvSpPr>
        <p:spPr>
          <a:xfrm xmlns:a="http://schemas.openxmlformats.org/drawingml/2006/main">
            <a:off x="3409950" y="3381375"/>
            <a:ext cx="2314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626262"/>
                </a:solidFill>
                <a:latin typeface="Noto Sans KR"/>
                <a:ea typeface="Noto Sans KR"/>
                <a:cs typeface="Noto Sans KR"/>
              </a:defRPr>
            </a:defPPr>
          </a:lstStyle>
          <a:p xmlns:a="http://schemas.openxmlformats.org/drawingml/2006/main">
            <a:pPr algn="ctr">
              <a:defRPr sz="1875" b="0">
                <a:solidFill>
                  <a:srgbClr val="626262"/>
                </a:solidFill>
                <a:latin typeface="Noto Sans KR"/>
                <a:ea typeface="Noto Sans KR"/>
                <a:cs typeface="Noto Sans KR"/>
              </a:defRPr>
            </a:pPr>
            <a:r>
              <a:rPr sz="1875" b="0">
                <a:solidFill>
                  <a:srgbClr val="626262"/>
                </a:solidFill>
                <a:latin typeface="Noto Sans KR"/>
                <a:ea typeface="Noto Sans KR"/>
                <a:cs typeface="Noto Sans KR"/>
              </a:rPr>
              <a:t>현재의 일상</a:t>
            </a:r>
          </a:p>
        </p:txBody>
      </p:sp>
      <p:sp>
        <p:nvSpPr>
          <p:cNvPr id="9" name="회의, 동의, 기록">
            <a:extLst xmlns:a="http://schemas.openxmlformats.org/drawingml/2006/main">
              <a:ext uri="{FF2B5EF4-FFF2-40B4-BE49-F238E27FC236}">
                <a16:creationId xmlns:a16="http://schemas.microsoft.com/office/drawing/2014/main" id="{53ECE861-AB3A-4F07-92D2-2FB4BBF2A6A2}"/>
              </a:ext>
            </a:extLst>
          </p:cNvPr>
          <p:cNvSpPr>
            <a:spLocks xmlns:a="http://schemas.openxmlformats.org/drawingml/2006/main" noGrp="1"/>
          </p:cNvSpPr>
          <p:nvPr/>
        </p:nvSpPr>
        <p:spPr>
          <a:xfrm xmlns:a="http://schemas.openxmlformats.org/drawingml/2006/main">
            <a:off x="3409950" y="3943350"/>
            <a:ext cx="2314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b="0">
                <a:solidFill>
                  <a:srgbClr val="626262"/>
                </a:solidFill>
                <a:latin typeface="Noto Sans KR"/>
                <a:ea typeface="Noto Sans KR"/>
                <a:cs typeface="Noto Sans KR"/>
              </a:defRPr>
            </a:defPPr>
          </a:lstStyle>
          <a:p xmlns:a="http://schemas.openxmlformats.org/drawingml/2006/main">
            <a:pPr algn="ctr">
              <a:defRPr sz="1500" b="0">
                <a:solidFill>
                  <a:srgbClr val="626262"/>
                </a:solidFill>
                <a:latin typeface="Noto Sans KR"/>
                <a:ea typeface="Noto Sans KR"/>
                <a:cs typeface="Noto Sans KR"/>
              </a:defRPr>
            </a:pPr>
            <a:r>
              <a:rPr sz="1500" b="0">
                <a:solidFill>
                  <a:srgbClr val="626262"/>
                </a:solidFill>
                <a:latin typeface="Noto Sans KR"/>
                <a:ea typeface="Noto Sans KR"/>
                <a:cs typeface="Noto Sans KR"/>
              </a:rPr>
              <a:t>회의, 동의, 기록</a:t>
            </a:r>
          </a:p>
        </p:txBody>
      </p:sp>
      <p:pic>
        <p:nvPicPr>
          <p:cNvPr id="10" name="">
            <a:extLst xmlns:a="http://schemas.openxmlformats.org/drawingml/2006/main">
              <a:ext uri="{FF2B5EF4-FFF2-40B4-BE49-F238E27FC236}">
                <a16:creationId xmlns:a16="http://schemas.microsoft.com/office/drawing/2014/main" id="{8C2FF02B-E458-46D4-855D-562286E52548}"/>
              </a:ext>
            </a:extLst>
          </p:cNvPr>
          <p:cNvPicPr>
            <a:picLocks xmlns:a="http://schemas.openxmlformats.org/drawingml/2006/main" noChangeAspect="1"/>
          </p:cNvPicPr>
          <p:nvPr/>
        </p:nvPicPr>
        <p:blipFill>
          <a:blip xmlns:r="http://schemas.openxmlformats.org/officeDocument/2006/relationships" xmlns:a="http://schemas.openxmlformats.org/drawingml/2006/main" r:embed="R6a72d28ecb144757"/>
          <a:stretch xmlns:a="http://schemas.openxmlformats.org/drawingml/2006/main"/>
        </p:blipFill>
        <p:spPr>
          <a:xfrm xmlns:a="http://schemas.openxmlformats.org/drawingml/2006/main">
            <a:off x="7058406" y="1800606"/>
            <a:ext cx="970788" cy="970788"/>
          </a:xfrm>
          <a:prstGeom xmlns:a="http://schemas.openxmlformats.org/drawingml/2006/main" prst="rect">
            <a:avLst/>
          </a:prstGeom>
        </p:spPr>
      </p:pic>
      <p:sp>
        <p:nvSpPr>
          <p:cNvPr id="11" name="다음 세대의 관리">
            <a:extLst xmlns:a="http://schemas.openxmlformats.org/drawingml/2006/main">
              <a:ext uri="{FF2B5EF4-FFF2-40B4-BE49-F238E27FC236}">
                <a16:creationId xmlns:a16="http://schemas.microsoft.com/office/drawing/2014/main" id="{C41AB561-F416-4D2B-8462-FEB15AF80AD9}"/>
              </a:ext>
            </a:extLst>
          </p:cNvPr>
          <p:cNvSpPr>
            <a:spLocks xmlns:a="http://schemas.openxmlformats.org/drawingml/2006/main" noGrp="1"/>
          </p:cNvSpPr>
          <p:nvPr/>
        </p:nvSpPr>
        <p:spPr>
          <a:xfrm xmlns:a="http://schemas.openxmlformats.org/drawingml/2006/main">
            <a:off x="6381750" y="3381375"/>
            <a:ext cx="23145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626262"/>
                </a:solidFill>
                <a:latin typeface="Noto Sans KR"/>
                <a:ea typeface="Noto Sans KR"/>
                <a:cs typeface="Noto Sans KR"/>
              </a:defRPr>
            </a:defPPr>
          </a:lstStyle>
          <a:p xmlns:a="http://schemas.openxmlformats.org/drawingml/2006/main">
            <a:pPr algn="ctr">
              <a:defRPr sz="1875" b="0">
                <a:solidFill>
                  <a:srgbClr val="626262"/>
                </a:solidFill>
                <a:latin typeface="Noto Sans KR"/>
                <a:ea typeface="Noto Sans KR"/>
                <a:cs typeface="Noto Sans KR"/>
              </a:defRPr>
            </a:pPr>
            <a:r>
              <a:rPr sz="1875" b="0">
                <a:solidFill>
                  <a:srgbClr val="626262"/>
                </a:solidFill>
                <a:latin typeface="Noto Sans KR"/>
                <a:ea typeface="Noto Sans KR"/>
                <a:cs typeface="Noto Sans KR"/>
              </a:rPr>
              <a:t>다음 세대의 관리</a:t>
            </a:r>
          </a:p>
        </p:txBody>
      </p:sp>
      <p:sp>
        <p:nvSpPr>
          <p:cNvPr id="12" name="인수인계">
            <a:extLst xmlns:a="http://schemas.openxmlformats.org/drawingml/2006/main">
              <a:ext uri="{FF2B5EF4-FFF2-40B4-BE49-F238E27FC236}">
                <a16:creationId xmlns:a16="http://schemas.microsoft.com/office/drawing/2014/main" id="{0FB62A25-89F1-41A1-8334-7861785D16EB}"/>
              </a:ext>
            </a:extLst>
          </p:cNvPr>
          <p:cNvSpPr>
            <a:spLocks xmlns:a="http://schemas.openxmlformats.org/drawingml/2006/main" noGrp="1"/>
          </p:cNvSpPr>
          <p:nvPr/>
        </p:nvSpPr>
        <p:spPr>
          <a:xfrm xmlns:a="http://schemas.openxmlformats.org/drawingml/2006/main">
            <a:off x="6381750" y="3943350"/>
            <a:ext cx="2314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b="0">
                <a:solidFill>
                  <a:srgbClr val="626262"/>
                </a:solidFill>
                <a:latin typeface="Noto Sans KR"/>
                <a:ea typeface="Noto Sans KR"/>
                <a:cs typeface="Noto Sans KR"/>
              </a:defRPr>
            </a:defPPr>
          </a:lstStyle>
          <a:p xmlns:a="http://schemas.openxmlformats.org/drawingml/2006/main">
            <a:pPr algn="ctr">
              <a:defRPr sz="1500" b="0">
                <a:solidFill>
                  <a:srgbClr val="626262"/>
                </a:solidFill>
                <a:latin typeface="Noto Sans KR"/>
                <a:ea typeface="Noto Sans KR"/>
                <a:cs typeface="Noto Sans KR"/>
              </a:defRPr>
            </a:pPr>
            <a:r>
              <a:rPr sz="1500" b="0">
                <a:solidFill>
                  <a:srgbClr val="626262"/>
                </a:solidFill>
                <a:latin typeface="Noto Sans KR"/>
                <a:ea typeface="Noto Sans KR"/>
                <a:cs typeface="Noto Sans KR"/>
              </a:rPr>
              <a:t>인수인계</a:t>
            </a:r>
          </a:p>
        </p:txBody>
      </p:sp>
    </p:spTree>
    <p:extLst>
      <p:ext uri="{BB962C8B-B14F-4D97-AF65-F5344CB8AC3E}">
        <p14:creationId xmlns:p14="http://schemas.microsoft.com/office/powerpoint/2010/main" val="2138765456"/>
      </p:ext>
    </p:extLst>
  </p:cSld>
</p:sld>
</file>

<file path=ppt/slides/slide10.xml><?xml version="1.0" encoding="utf-8"?>
<p:sld xmlns:p="http://schemas.openxmlformats.org/presentationml/2006/main">
  <p:cSld>
    <p:bg>
      <p:bgPr>
        <a:solidFill xmlns:a="http://schemas.openxmlformats.org/drawingml/2006/main">
          <a:srgbClr val="1B1B1B"/>
        </a:solidFill>
      </p:bgPr>
    </p:bg>
    <p:spTree>
      <p:nvGrpSpPr>
        <p:cNvPr id="1" name=""/>
        <p:cNvGrpSpPr/>
        <p:nvPr/>
      </p:nvGrpSpPr>
      <p:grpSpPr>
        <a:xfrm xmlns:a="http://schemas.openxmlformats.org/drawingml/2006/main"/>
      </p:grpSpPr>
      <p:sp>
        <p:nvSpPr>
          <p:cNvPr id="10031" name="Template artwork 10031"/>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2" name="Template artwork 10032"/>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D05258">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4" name="10">
            <a:extLst xmlns:a="http://schemas.openxmlformats.org/drawingml/2006/main">
              <a:ext uri="{FF2B5EF4-FFF2-40B4-BE49-F238E27FC236}">
                <a16:creationId xmlns:a16="http://schemas.microsoft.com/office/drawing/2014/main" id="{F2E1FC6D-F85B-46AD-A3CC-4EE7D7A8EC92}"/>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10</a:t>
            </a:r>
          </a:p>
        </p:txBody>
      </p:sp>
      <p:sp>
        <p:nvSpPr>
          <p:cNvPr id="2" name="명문가">
            <a:extLst xmlns:a="http://schemas.openxmlformats.org/drawingml/2006/main">
              <a:ext uri="{FF2B5EF4-FFF2-40B4-BE49-F238E27FC236}">
                <a16:creationId xmlns:a16="http://schemas.microsoft.com/office/drawing/2014/main" id="{A40AB646-953F-446C-B618-740249D5829C}"/>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D8D8D8"/>
                </a:solidFill>
                <a:latin typeface="Noto Sans KR"/>
                <a:ea typeface="Noto Sans KR"/>
                <a:cs typeface="Noto Sans KR"/>
              </a:defRPr>
            </a:defPPr>
          </a:lstStyle>
          <a:p xmlns:a="http://schemas.openxmlformats.org/drawingml/2006/main">
            <a:pPr algn="l">
              <a:defRPr sz="900" b="0">
                <a:solidFill>
                  <a:srgbClr val="D8D8D8"/>
                </a:solidFill>
                <a:latin typeface="Noto Sans KR"/>
                <a:ea typeface="Noto Sans KR"/>
                <a:cs typeface="Noto Sans KR"/>
              </a:defRPr>
            </a:pPr>
            <a:r>
              <a:rPr sz="900" b="0">
                <a:solidFill>
                  <a:srgbClr val="D8D8D8"/>
                </a:solidFill>
                <a:latin typeface="Noto Sans KR"/>
                <a:ea typeface="Noto Sans KR"/>
                <a:cs typeface="Noto Sans KR"/>
              </a:rPr>
              <a:t>명문가</a:t>
            </a:r>
          </a:p>
        </p:txBody>
      </p:sp>
      <p:sp>
        <p:nvSpPr>
          <p:cNvPr id="3" name="한 번 실패했습니다">
            <a:extLst xmlns:a="http://schemas.openxmlformats.org/drawingml/2006/main">
              <a:ext uri="{FF2B5EF4-FFF2-40B4-BE49-F238E27FC236}">
                <a16:creationId xmlns:a16="http://schemas.microsoft.com/office/drawing/2014/main" id="{430C8FE2-4260-4E77-98BF-B5B6D213EC5E}"/>
              </a:ext>
            </a:extLst>
          </p:cNvPr>
          <p:cNvSpPr>
            <a:spLocks xmlns:a="http://schemas.openxmlformats.org/drawingml/2006/main" noGrp="1"/>
          </p:cNvSpPr>
          <p:nvPr/>
        </p:nvSpPr>
        <p:spPr>
          <a:xfrm xmlns:a="http://schemas.openxmlformats.org/drawingml/2006/main">
            <a:off x="723900" y="1495425"/>
            <a:ext cx="76962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0">
                <a:solidFill>
                  <a:srgbClr val="FFFFFF"/>
                </a:solidFill>
                <a:latin typeface="Noto Sans KR"/>
                <a:ea typeface="Noto Sans KR"/>
                <a:cs typeface="Noto Sans KR"/>
              </a:defRPr>
            </a:defPPr>
          </a:lstStyle>
          <a:p xmlns:a="http://schemas.openxmlformats.org/drawingml/2006/main">
            <a:pPr algn="l">
              <a:defRPr sz="4425" b="0">
                <a:solidFill>
                  <a:srgbClr val="FFFFFF"/>
                </a:solidFill>
                <a:latin typeface="Noto Sans KR"/>
                <a:ea typeface="Noto Sans KR"/>
                <a:cs typeface="Noto Sans KR"/>
              </a:defRPr>
            </a:pPr>
            <a:r>
              <a:rPr sz="4425" b="0">
                <a:solidFill>
                  <a:srgbClr val="FFFFFF"/>
                </a:solidFill>
                <a:latin typeface="Noto Sans KR"/>
                <a:ea typeface="Noto Sans KR"/>
                <a:cs typeface="Noto Sans KR"/>
              </a:rPr>
              <a:t>한 번</a:t>
            </a:r>
          </a:p>
          <a:p xmlns:a="http://schemas.openxmlformats.org/drawingml/2006/main">
            <a:pPr algn="l">
              <a:defRPr sz="4425" b="0">
                <a:solidFill>
                  <a:srgbClr val="FFFFFF"/>
                </a:solidFill>
                <a:latin typeface="Noto Sans KR"/>
                <a:ea typeface="Noto Sans KR"/>
                <a:cs typeface="Noto Sans KR"/>
              </a:defRPr>
            </a:pPr>
            <a:r>
              <a:rPr sz="4425" b="0">
                <a:solidFill>
                  <a:srgbClr val="FFFFFF"/>
                </a:solidFill>
                <a:latin typeface="Noto Sans KR"/>
                <a:ea typeface="Noto Sans KR"/>
                <a:cs typeface="Noto Sans KR"/>
              </a:rPr>
              <a:t>실패했습니다</a:t>
            </a:r>
          </a:p>
        </p:txBody>
      </p:sp>
    </p:spTree>
    <p:extLst>
      <p:ext uri="{BB962C8B-B14F-4D97-AF65-F5344CB8AC3E}">
        <p14:creationId xmlns:p14="http://schemas.microsoft.com/office/powerpoint/2010/main" val="185715953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33" name="Template artwork 10033"/>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4" name="Template artwork 10034"/>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5" name="Template artwork 10035"/>
          <p:cNvSpPr>
            <a:spLocks xmlns:a="http://schemas.openxmlformats.org/drawingml/2006/main" noGrp="1"/>
          </p:cNvSpPr>
          <p:nvPr/>
        </p:nvSpPr>
        <p:spPr>
          <a:xfrm xmlns:a="http://schemas.openxmlformats.org/drawingml/2006/main">
            <a:off x="723900" y="1428750"/>
            <a:ext cx="1752600" cy="175260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036" name="Template artwork 10036"/>
          <p:cNvSpPr>
            <a:spLocks xmlns:a="http://schemas.openxmlformats.org/drawingml/2006/main" noGrp="1"/>
          </p:cNvSpPr>
          <p:nvPr/>
        </p:nvSpPr>
        <p:spPr>
          <a:xfrm xmlns:a="http://schemas.openxmlformats.org/drawingml/2006/main">
            <a:off x="3705225" y="1428750"/>
            <a:ext cx="1752600" cy="1752600"/>
          </a:xfrm>
          <a:prstGeom xmlns:a="http://schemas.openxmlformats.org/drawingml/2006/main" prst="ellipse">
            <a:avLst/>
          </a:prstGeom>
          <a:solidFill xmlns:a="http://schemas.openxmlformats.org/drawingml/2006/main">
            <a:srgbClr val="ABCA48"/>
          </a:solidFill>
          <a:ln xmlns:a="http://schemas.openxmlformats.org/drawingml/2006/main" w="19050" cap="flat" cmpd="sng">
            <a:solidFill>
              <a:srgbClr val="ABCA48"/>
            </a:solidFill>
            <a:prstDash val="solid"/>
            <a:round/>
          </a:ln>
        </p:spPr>
        <p:txBody>
          <a:bodyPr xmlns:a="http://schemas.openxmlformats.org/drawingml/2006/main"/>
          <a:lstStyle xmlns:a="http://schemas.openxmlformats.org/drawingml/2006/main"/>
          <a:p xmlns:a="http://schemas.openxmlformats.org/drawingml/2006/main"/>
        </p:txBody>
      </p:sp>
      <p:sp>
        <p:nvSpPr>
          <p:cNvPr id="10037" name="Template artwork 10037"/>
          <p:cNvSpPr>
            <a:spLocks xmlns:a="http://schemas.openxmlformats.org/drawingml/2006/main" noGrp="1"/>
          </p:cNvSpPr>
          <p:nvPr/>
        </p:nvSpPr>
        <p:spPr>
          <a:xfrm xmlns:a="http://schemas.openxmlformats.org/drawingml/2006/main">
            <a:off x="6686550" y="1428750"/>
            <a:ext cx="1752600" cy="1752600"/>
          </a:xfrm>
          <a:prstGeom xmlns:a="http://schemas.openxmlformats.org/drawingml/2006/main" prst="ellipse">
            <a:avLst/>
          </a:prstGeom>
          <a:solidFill xmlns:a="http://schemas.openxmlformats.org/drawingml/2006/main">
            <a:srgbClr val="D05258"/>
          </a:solidFill>
          <a:ln xmlns:a="http://schemas.openxmlformats.org/drawingml/2006/main" w="19050" cap="flat" cmpd="sng">
            <a:solidFill>
              <a:srgbClr val="D05258"/>
            </a:solidFill>
            <a:prstDash val="solid"/>
            <a:round/>
          </a:ln>
        </p:spPr>
        <p:txBody>
          <a:bodyPr xmlns:a="http://schemas.openxmlformats.org/drawingml/2006/main"/>
          <a:lstStyle xmlns:a="http://schemas.openxmlformats.org/drawingml/2006/main"/>
          <a:p xmlns:a="http://schemas.openxmlformats.org/drawingml/2006/main"/>
        </p:txBody>
      </p:sp>
      <p:sp>
        <p:nvSpPr>
          <p:cNvPr id="11" name="11">
            <a:extLst xmlns:a="http://schemas.openxmlformats.org/drawingml/2006/main">
              <a:ext uri="{FF2B5EF4-FFF2-40B4-BE49-F238E27FC236}">
                <a16:creationId xmlns:a16="http://schemas.microsoft.com/office/drawing/2014/main" id="{202A6E3F-F46D-434A-ADDB-1A2A7ACF2223}"/>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11</a:t>
            </a:r>
          </a:p>
        </p:txBody>
      </p:sp>
      <p:sp>
        <p:nvSpPr>
          <p:cNvPr id="2" name="명문가">
            <a:extLst xmlns:a="http://schemas.openxmlformats.org/drawingml/2006/main">
              <a:ext uri="{FF2B5EF4-FFF2-40B4-BE49-F238E27FC236}">
                <a16:creationId xmlns:a16="http://schemas.microsoft.com/office/drawing/2014/main" id="{1AB17740-609B-4380-82D6-5771D710AA5C}"/>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AI와 다시 시작">
            <a:extLst xmlns:a="http://schemas.openxmlformats.org/drawingml/2006/main">
              <a:ext uri="{FF2B5EF4-FFF2-40B4-BE49-F238E27FC236}">
                <a16:creationId xmlns:a16="http://schemas.microsoft.com/office/drawing/2014/main" id="{AB32226E-24D0-4B33-83FA-C9A14912D2E9}"/>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AI와 다시 시작</a:t>
            </a:r>
          </a:p>
        </p:txBody>
      </p:sp>
      <p:sp>
        <p:nvSpPr>
          <p:cNvPr id="4" name="구현 목표">
            <a:extLst xmlns:a="http://schemas.openxmlformats.org/drawingml/2006/main">
              <a:ext uri="{FF2B5EF4-FFF2-40B4-BE49-F238E27FC236}">
                <a16:creationId xmlns:a16="http://schemas.microsoft.com/office/drawing/2014/main" id="{E3818036-DBB7-409A-AF36-E2F2B7ACD175}"/>
              </a:ext>
            </a:extLst>
          </p:cNvPr>
          <p:cNvSpPr>
            <a:spLocks xmlns:a="http://schemas.openxmlformats.org/drawingml/2006/main" noGrp="1"/>
          </p:cNvSpPr>
          <p:nvPr/>
        </p:nvSpPr>
        <p:spPr>
          <a:xfrm xmlns:a="http://schemas.openxmlformats.org/drawingml/2006/main">
            <a:off x="476250" y="455295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rPr>
              <a:t>구현 목표</a:t>
            </a:r>
          </a:p>
        </p:txBody>
      </p:sp>
      <p:pic>
        <p:nvPicPr>
          <p:cNvPr id="5" name="">
            <a:extLst xmlns:a="http://schemas.openxmlformats.org/drawingml/2006/main">
              <a:ext uri="{FF2B5EF4-FFF2-40B4-BE49-F238E27FC236}">
                <a16:creationId xmlns:a16="http://schemas.microsoft.com/office/drawing/2014/main" id="{B186D5BA-4BC9-4F0F-8D97-B02616B416FE}"/>
              </a:ext>
            </a:extLst>
          </p:cNvPr>
          <p:cNvPicPr>
            <a:picLocks xmlns:a="http://schemas.openxmlformats.org/drawingml/2006/main" noChangeAspect="1"/>
          </p:cNvPicPr>
          <p:nvPr/>
        </p:nvPicPr>
        <p:blipFill>
          <a:blip xmlns:r="http://schemas.openxmlformats.org/officeDocument/2006/relationships" xmlns:a="http://schemas.openxmlformats.org/drawingml/2006/main" r:embed="Rc5c497aa67714c13"/>
          <a:stretch xmlns:a="http://schemas.openxmlformats.org/drawingml/2006/main"/>
        </p:blipFill>
        <p:spPr>
          <a:xfrm xmlns:a="http://schemas.openxmlformats.org/drawingml/2006/main">
            <a:off x="1109472" y="1814322"/>
            <a:ext cx="981456" cy="981456"/>
          </a:xfrm>
          <a:prstGeom xmlns:a="http://schemas.openxmlformats.org/drawingml/2006/main" prst="rect">
            <a:avLst/>
          </a:prstGeom>
        </p:spPr>
      </p:pic>
      <p:sp>
        <p:nvSpPr>
          <p:cNvPr id="6" name="전사">
            <a:extLst xmlns:a="http://schemas.openxmlformats.org/drawingml/2006/main">
              <a:ext uri="{FF2B5EF4-FFF2-40B4-BE49-F238E27FC236}">
                <a16:creationId xmlns:a16="http://schemas.microsoft.com/office/drawing/2014/main" id="{E5834D10-7DC6-4C93-8E27-D422B516635E}"/>
              </a:ext>
            </a:extLst>
          </p:cNvPr>
          <p:cNvSpPr>
            <a:spLocks xmlns:a="http://schemas.openxmlformats.org/drawingml/2006/main" noGrp="1"/>
          </p:cNvSpPr>
          <p:nvPr/>
        </p:nvSpPr>
        <p:spPr>
          <a:xfrm xmlns:a="http://schemas.openxmlformats.org/drawingml/2006/main">
            <a:off x="381000" y="3619500"/>
            <a:ext cx="243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0">
                <a:solidFill>
                  <a:srgbClr val="626262"/>
                </a:solidFill>
                <a:latin typeface="Noto Sans KR"/>
                <a:ea typeface="Noto Sans KR"/>
                <a:cs typeface="Noto Sans KR"/>
              </a:defRPr>
            </a:defPPr>
          </a:lstStyle>
          <a:p xmlns:a="http://schemas.openxmlformats.org/drawingml/2006/main">
            <a:pPr algn="ctr">
              <a:defRPr sz="2175" b="0">
                <a:solidFill>
                  <a:srgbClr val="626262"/>
                </a:solidFill>
                <a:latin typeface="Noto Sans KR"/>
                <a:ea typeface="Noto Sans KR"/>
                <a:cs typeface="Noto Sans KR"/>
              </a:defRPr>
            </a:pPr>
            <a:r>
              <a:rPr sz="2175" b="0">
                <a:solidFill>
                  <a:srgbClr val="626262"/>
                </a:solidFill>
                <a:latin typeface="Noto Sans KR"/>
                <a:ea typeface="Noto Sans KR"/>
                <a:cs typeface="Noto Sans KR"/>
              </a:rPr>
              <a:t>전사</a:t>
            </a:r>
          </a:p>
        </p:txBody>
      </p:sp>
      <p:pic>
        <p:nvPicPr>
          <p:cNvPr id="7" name="">
            <a:extLst xmlns:a="http://schemas.openxmlformats.org/drawingml/2006/main">
              <a:ext uri="{FF2B5EF4-FFF2-40B4-BE49-F238E27FC236}">
                <a16:creationId xmlns:a16="http://schemas.microsoft.com/office/drawing/2014/main" id="{E7229319-24B8-4B3F-8E55-ABF4EE4496A3}"/>
              </a:ext>
            </a:extLst>
          </p:cNvPr>
          <p:cNvPicPr>
            <a:picLocks xmlns:a="http://schemas.openxmlformats.org/drawingml/2006/main" noChangeAspect="1"/>
          </p:cNvPicPr>
          <p:nvPr/>
        </p:nvPicPr>
        <p:blipFill>
          <a:blip xmlns:r="http://schemas.openxmlformats.org/officeDocument/2006/relationships" xmlns:a="http://schemas.openxmlformats.org/drawingml/2006/main" r:embed="R776b37d2fe414b8b"/>
          <a:stretch xmlns:a="http://schemas.openxmlformats.org/drawingml/2006/main"/>
        </p:blipFill>
        <p:spPr>
          <a:xfrm xmlns:a="http://schemas.openxmlformats.org/drawingml/2006/main">
            <a:off x="4090797" y="1814322"/>
            <a:ext cx="981456" cy="981456"/>
          </a:xfrm>
          <a:prstGeom xmlns:a="http://schemas.openxmlformats.org/drawingml/2006/main" prst="rect">
            <a:avLst/>
          </a:prstGeom>
        </p:spPr>
      </p:pic>
      <p:sp>
        <p:nvSpPr>
          <p:cNvPr id="8" name="문서 초안">
            <a:extLst xmlns:a="http://schemas.openxmlformats.org/drawingml/2006/main">
              <a:ext uri="{FF2B5EF4-FFF2-40B4-BE49-F238E27FC236}">
                <a16:creationId xmlns:a16="http://schemas.microsoft.com/office/drawing/2014/main" id="{14899E30-F167-4121-9BAE-66B67E050E9D}"/>
              </a:ext>
            </a:extLst>
          </p:cNvPr>
          <p:cNvSpPr>
            <a:spLocks xmlns:a="http://schemas.openxmlformats.org/drawingml/2006/main" noGrp="1"/>
          </p:cNvSpPr>
          <p:nvPr/>
        </p:nvSpPr>
        <p:spPr>
          <a:xfrm xmlns:a="http://schemas.openxmlformats.org/drawingml/2006/main">
            <a:off x="3362325" y="3619500"/>
            <a:ext cx="243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0">
                <a:solidFill>
                  <a:srgbClr val="626262"/>
                </a:solidFill>
                <a:latin typeface="Noto Sans KR"/>
                <a:ea typeface="Noto Sans KR"/>
                <a:cs typeface="Noto Sans KR"/>
              </a:defRPr>
            </a:defPPr>
          </a:lstStyle>
          <a:p xmlns:a="http://schemas.openxmlformats.org/drawingml/2006/main">
            <a:pPr algn="ctr">
              <a:defRPr sz="2175" b="0">
                <a:solidFill>
                  <a:srgbClr val="626262"/>
                </a:solidFill>
                <a:latin typeface="Noto Sans KR"/>
                <a:ea typeface="Noto Sans KR"/>
                <a:cs typeface="Noto Sans KR"/>
              </a:defRPr>
            </a:pPr>
            <a:r>
              <a:rPr sz="2175" b="0">
                <a:solidFill>
                  <a:srgbClr val="626262"/>
                </a:solidFill>
                <a:latin typeface="Noto Sans KR"/>
                <a:ea typeface="Noto Sans KR"/>
                <a:cs typeface="Noto Sans KR"/>
              </a:rPr>
              <a:t>문서 초안</a:t>
            </a:r>
          </a:p>
        </p:txBody>
      </p:sp>
      <p:pic>
        <p:nvPicPr>
          <p:cNvPr id="9" name="">
            <a:extLst xmlns:a="http://schemas.openxmlformats.org/drawingml/2006/main">
              <a:ext uri="{FF2B5EF4-FFF2-40B4-BE49-F238E27FC236}">
                <a16:creationId xmlns:a16="http://schemas.microsoft.com/office/drawing/2014/main" id="{471DDDD7-52F2-4B34-BAEE-30E140048FB3}"/>
              </a:ext>
            </a:extLst>
          </p:cNvPr>
          <p:cNvPicPr>
            <a:picLocks xmlns:a="http://schemas.openxmlformats.org/drawingml/2006/main" noChangeAspect="1"/>
          </p:cNvPicPr>
          <p:nvPr/>
        </p:nvPicPr>
        <p:blipFill>
          <a:blip xmlns:r="http://schemas.openxmlformats.org/officeDocument/2006/relationships" xmlns:a="http://schemas.openxmlformats.org/drawingml/2006/main" r:embed="R7b5d2abfe7e342c2"/>
          <a:stretch xmlns:a="http://schemas.openxmlformats.org/drawingml/2006/main"/>
        </p:blipFill>
        <p:spPr>
          <a:xfrm xmlns:a="http://schemas.openxmlformats.org/drawingml/2006/main">
            <a:off x="7072122" y="1814322"/>
            <a:ext cx="981456" cy="981456"/>
          </a:xfrm>
          <a:prstGeom xmlns:a="http://schemas.openxmlformats.org/drawingml/2006/main" prst="rect">
            <a:avLst/>
          </a:prstGeom>
        </p:spPr>
      </p:pic>
      <p:sp>
        <p:nvSpPr>
          <p:cNvPr id="10" name="자료 비교">
            <a:extLst xmlns:a="http://schemas.openxmlformats.org/drawingml/2006/main">
              <a:ext uri="{FF2B5EF4-FFF2-40B4-BE49-F238E27FC236}">
                <a16:creationId xmlns:a16="http://schemas.microsoft.com/office/drawing/2014/main" id="{32B7D937-E0A0-47C9-8833-258D7E0DE2A2}"/>
              </a:ext>
            </a:extLst>
          </p:cNvPr>
          <p:cNvSpPr>
            <a:spLocks xmlns:a="http://schemas.openxmlformats.org/drawingml/2006/main" noGrp="1"/>
          </p:cNvSpPr>
          <p:nvPr/>
        </p:nvSpPr>
        <p:spPr>
          <a:xfrm xmlns:a="http://schemas.openxmlformats.org/drawingml/2006/main">
            <a:off x="6343650" y="3619500"/>
            <a:ext cx="243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0">
                <a:solidFill>
                  <a:srgbClr val="626262"/>
                </a:solidFill>
                <a:latin typeface="Noto Sans KR"/>
                <a:ea typeface="Noto Sans KR"/>
                <a:cs typeface="Noto Sans KR"/>
              </a:defRPr>
            </a:defPPr>
          </a:lstStyle>
          <a:p xmlns:a="http://schemas.openxmlformats.org/drawingml/2006/main">
            <a:pPr algn="ctr">
              <a:defRPr sz="2175" b="0">
                <a:solidFill>
                  <a:srgbClr val="626262"/>
                </a:solidFill>
                <a:latin typeface="Noto Sans KR"/>
                <a:ea typeface="Noto Sans KR"/>
                <a:cs typeface="Noto Sans KR"/>
              </a:defRPr>
            </a:pPr>
            <a:r>
              <a:rPr sz="2175" b="0">
                <a:solidFill>
                  <a:srgbClr val="626262"/>
                </a:solidFill>
                <a:latin typeface="Noto Sans KR"/>
                <a:ea typeface="Noto Sans KR"/>
                <a:cs typeface="Noto Sans KR"/>
              </a:rPr>
              <a:t>자료 비교</a:t>
            </a:r>
          </a:p>
        </p:txBody>
      </p:sp>
    </p:spTree>
    <p:extLst>
      <p:ext uri="{BB962C8B-B14F-4D97-AF65-F5344CB8AC3E}">
        <p14:creationId xmlns:p14="http://schemas.microsoft.com/office/powerpoint/2010/main" val="12770116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38" name="Template artwork 10038"/>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9" name="Template artwork 10039"/>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0" name="Template artwork 10040"/>
          <p:cNvSpPr>
            <a:spLocks xmlns:a="http://schemas.openxmlformats.org/drawingml/2006/main" noGrp="1"/>
          </p:cNvSpPr>
          <p:nvPr/>
        </p:nvSpPr>
        <p:spPr>
          <a:xfrm xmlns:a="http://schemas.openxmlformats.org/drawingml/2006/main">
            <a:off x="5972175" y="1609725"/>
            <a:ext cx="2400300" cy="240030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7" name="12">
            <a:extLst xmlns:a="http://schemas.openxmlformats.org/drawingml/2006/main">
              <a:ext uri="{FF2B5EF4-FFF2-40B4-BE49-F238E27FC236}">
                <a16:creationId xmlns:a16="http://schemas.microsoft.com/office/drawing/2014/main" id="{522A4126-AEA7-45EF-9EA6-6450CC2A5DC3}"/>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12</a:t>
            </a:r>
          </a:p>
        </p:txBody>
      </p:sp>
      <p:sp>
        <p:nvSpPr>
          <p:cNvPr id="2" name="명문가">
            <a:extLst xmlns:a="http://schemas.openxmlformats.org/drawingml/2006/main">
              <a:ext uri="{FF2B5EF4-FFF2-40B4-BE49-F238E27FC236}">
                <a16:creationId xmlns:a16="http://schemas.microsoft.com/office/drawing/2014/main" id="{BF2ACC3F-E0EF-4125-BEA2-527BFA577F35}"/>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우리 가문은">
            <a:extLst xmlns:a="http://schemas.openxmlformats.org/drawingml/2006/main">
              <a:ext uri="{FF2B5EF4-FFF2-40B4-BE49-F238E27FC236}">
                <a16:creationId xmlns:a16="http://schemas.microsoft.com/office/drawing/2014/main" id="{C1F550B5-4A71-4862-913F-F6A975241FF5}"/>
              </a:ext>
            </a:extLst>
          </p:cNvPr>
          <p:cNvSpPr>
            <a:spLocks xmlns:a="http://schemas.openxmlformats.org/drawingml/2006/main" noGrp="1"/>
          </p:cNvSpPr>
          <p:nvPr/>
        </p:nvSpPr>
        <p:spPr>
          <a:xfrm xmlns:a="http://schemas.openxmlformats.org/drawingml/2006/main">
            <a:off x="590550" y="1485900"/>
            <a:ext cx="451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325" b="0">
                <a:solidFill>
                  <a:srgbClr val="626262"/>
                </a:solidFill>
                <a:latin typeface="Noto Sans KR"/>
                <a:ea typeface="Noto Sans KR"/>
                <a:cs typeface="Noto Sans KR"/>
              </a:defRPr>
            </a:defPPr>
          </a:lstStyle>
          <a:p xmlns:a="http://schemas.openxmlformats.org/drawingml/2006/main">
            <a:pPr algn="l">
              <a:defRPr sz="2325" b="0">
                <a:solidFill>
                  <a:srgbClr val="626262"/>
                </a:solidFill>
                <a:latin typeface="Noto Sans KR"/>
                <a:ea typeface="Noto Sans KR"/>
                <a:cs typeface="Noto Sans KR"/>
              </a:defRPr>
            </a:pPr>
            <a:r>
              <a:rPr sz="2325" b="0">
                <a:solidFill>
                  <a:srgbClr val="626262"/>
                </a:solidFill>
                <a:latin typeface="Noto Sans KR"/>
                <a:ea typeface="Noto Sans KR"/>
                <a:cs typeface="Noto Sans KR"/>
              </a:rPr>
              <a:t>우리 가문은</a:t>
            </a:r>
          </a:p>
        </p:txBody>
      </p:sp>
      <p:sp>
        <p:nvSpPr>
          <p:cNvPr id="4" name="명문가">
            <a:extLst xmlns:a="http://schemas.openxmlformats.org/drawingml/2006/main">
              <a:ext uri="{FF2B5EF4-FFF2-40B4-BE49-F238E27FC236}">
                <a16:creationId xmlns:a16="http://schemas.microsoft.com/office/drawing/2014/main" id="{CAF7EB9C-5690-4E76-B619-1FE986732315}"/>
              </a:ext>
            </a:extLst>
          </p:cNvPr>
          <p:cNvSpPr>
            <a:spLocks xmlns:a="http://schemas.openxmlformats.org/drawingml/2006/main" noGrp="1"/>
          </p:cNvSpPr>
          <p:nvPr/>
        </p:nvSpPr>
        <p:spPr>
          <a:xfrm xmlns:a="http://schemas.openxmlformats.org/drawingml/2006/main">
            <a:off x="552450" y="2028825"/>
            <a:ext cx="48291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600" b="0">
                <a:solidFill>
                  <a:srgbClr val="6BBADD"/>
                </a:solidFill>
                <a:latin typeface="Noto Sans KR"/>
                <a:ea typeface="Noto Sans KR"/>
                <a:cs typeface="Noto Sans KR"/>
              </a:defRPr>
            </a:defPPr>
          </a:lstStyle>
          <a:p xmlns:a="http://schemas.openxmlformats.org/drawingml/2006/main">
            <a:pPr algn="l">
              <a:defRPr sz="6600" b="0">
                <a:solidFill>
                  <a:srgbClr val="6BBADD"/>
                </a:solidFill>
                <a:latin typeface="Noto Sans KR"/>
                <a:ea typeface="Noto Sans KR"/>
                <a:cs typeface="Noto Sans KR"/>
              </a:defRPr>
            </a:pPr>
            <a:r>
              <a:rPr sz="6600" b="0">
                <a:solidFill>
                  <a:srgbClr val="6BBADD"/>
                </a:solidFill>
                <a:latin typeface="Noto Sans KR"/>
                <a:ea typeface="Noto Sans KR"/>
                <a:cs typeface="Noto Sans KR"/>
              </a:rPr>
              <a:t>명문가</a:t>
            </a:r>
          </a:p>
        </p:txBody>
      </p:sp>
      <p:sp>
        <p:nvSpPr>
          <p:cNvPr id="5" name="종중 운영과 자료 검토">
            <a:extLst xmlns:a="http://schemas.openxmlformats.org/drawingml/2006/main">
              <a:ext uri="{FF2B5EF4-FFF2-40B4-BE49-F238E27FC236}">
                <a16:creationId xmlns:a16="http://schemas.microsoft.com/office/drawing/2014/main" id="{E34036E7-54CD-4B00-9EB0-8B8998C51BFC}"/>
              </a:ext>
            </a:extLst>
          </p:cNvPr>
          <p:cNvSpPr>
            <a:spLocks xmlns:a="http://schemas.openxmlformats.org/drawingml/2006/main" noGrp="1"/>
          </p:cNvSpPr>
          <p:nvPr/>
        </p:nvSpPr>
        <p:spPr>
          <a:xfrm xmlns:a="http://schemas.openxmlformats.org/drawingml/2006/main">
            <a:off x="600075" y="3714750"/>
            <a:ext cx="4591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0">
                <a:solidFill>
                  <a:srgbClr val="626262"/>
                </a:solidFill>
                <a:latin typeface="Noto Sans KR"/>
                <a:ea typeface="Noto Sans KR"/>
                <a:cs typeface="Noto Sans KR"/>
              </a:defRPr>
            </a:defPPr>
          </a:lstStyle>
          <a:p xmlns:a="http://schemas.openxmlformats.org/drawingml/2006/main">
            <a:pPr algn="l">
              <a:defRPr sz="1875" b="0">
                <a:solidFill>
                  <a:srgbClr val="626262"/>
                </a:solidFill>
                <a:latin typeface="Noto Sans KR"/>
                <a:ea typeface="Noto Sans KR"/>
                <a:cs typeface="Noto Sans KR"/>
              </a:defRPr>
            </a:pPr>
            <a:r>
              <a:rPr sz="1875" b="0">
                <a:solidFill>
                  <a:srgbClr val="626262"/>
                </a:solidFill>
                <a:latin typeface="Noto Sans KR"/>
                <a:ea typeface="Noto Sans KR"/>
                <a:cs typeface="Noto Sans KR"/>
              </a:rPr>
              <a:t>종중 운영과 자료 검토</a:t>
            </a:r>
          </a:p>
        </p:txBody>
      </p:sp>
      <p:pic>
        <p:nvPicPr>
          <p:cNvPr id="6" name="">
            <a:extLst xmlns:a="http://schemas.openxmlformats.org/drawingml/2006/main">
              <a:ext uri="{FF2B5EF4-FFF2-40B4-BE49-F238E27FC236}">
                <a16:creationId xmlns:a16="http://schemas.microsoft.com/office/drawing/2014/main" id="{EDD20166-539B-4A5B-BD51-7D7B1D5C5FB7}"/>
              </a:ext>
            </a:extLst>
          </p:cNvPr>
          <p:cNvPicPr>
            <a:picLocks xmlns:a="http://schemas.openxmlformats.org/drawingml/2006/main" noChangeAspect="1"/>
          </p:cNvPicPr>
          <p:nvPr/>
        </p:nvPicPr>
        <p:blipFill>
          <a:blip xmlns:r="http://schemas.openxmlformats.org/officeDocument/2006/relationships" xmlns:a="http://schemas.openxmlformats.org/drawingml/2006/main" r:embed="R3b977914aa9c4d3a"/>
          <a:stretch xmlns:a="http://schemas.openxmlformats.org/drawingml/2006/main"/>
        </p:blipFill>
        <p:spPr>
          <a:xfrm xmlns:a="http://schemas.openxmlformats.org/drawingml/2006/main">
            <a:off x="6500241" y="2137791"/>
            <a:ext cx="1344168" cy="1344168"/>
          </a:xfrm>
          <a:prstGeom xmlns:a="http://schemas.openxmlformats.org/drawingml/2006/main" prst="rect">
            <a:avLst/>
          </a:prstGeom>
        </p:spPr>
      </p:pic>
    </p:spTree>
    <p:extLst>
      <p:ext uri="{BB962C8B-B14F-4D97-AF65-F5344CB8AC3E}">
        <p14:creationId xmlns:p14="http://schemas.microsoft.com/office/powerpoint/2010/main" val="148644606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41" name="Template artwork 10041"/>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2" name="Template artwork 10042"/>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3" name="Template artwork 10043"/>
          <p:cNvSpPr>
            <a:spLocks xmlns:a="http://schemas.openxmlformats.org/drawingml/2006/main" noGrp="1"/>
          </p:cNvSpPr>
          <p:nvPr/>
        </p:nvSpPr>
        <p:spPr>
          <a:xfrm xmlns:a="http://schemas.openxmlformats.org/drawingml/2006/main">
            <a:off x="647700" y="2143125"/>
            <a:ext cx="1238250" cy="123825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044" name="Template artwork 10044"/>
          <p:cNvSpPr>
            <a:spLocks xmlns:a="http://schemas.openxmlformats.org/drawingml/2006/main" noGrp="1"/>
          </p:cNvSpPr>
          <p:nvPr/>
        </p:nvSpPr>
        <p:spPr>
          <a:xfrm xmlns:a="http://schemas.openxmlformats.org/drawingml/2006/main">
            <a:off x="3848100" y="1838325"/>
            <a:ext cx="1495425" cy="1495425"/>
          </a:xfrm>
          <a:prstGeom xmlns:a="http://schemas.openxmlformats.org/drawingml/2006/main" prst="ellipse">
            <a:avLst/>
          </a:prstGeom>
          <a:solidFill xmlns:a="http://schemas.openxmlformats.org/drawingml/2006/main">
            <a:srgbClr val="EEAD2A"/>
          </a:solidFill>
          <a:ln xmlns:a="http://schemas.openxmlformats.org/drawingml/2006/main" w="19050" cap="flat" cmpd="sng">
            <a:solidFill>
              <a:srgbClr val="EEAD2A"/>
            </a:solidFill>
            <a:prstDash val="solid"/>
            <a:round/>
          </a:ln>
        </p:spPr>
        <p:txBody>
          <a:bodyPr xmlns:a="http://schemas.openxmlformats.org/drawingml/2006/main"/>
          <a:lstStyle xmlns:a="http://schemas.openxmlformats.org/drawingml/2006/main"/>
          <a:p xmlns:a="http://schemas.openxmlformats.org/drawingml/2006/main"/>
        </p:txBody>
      </p:sp>
      <p:sp>
        <p:nvSpPr>
          <p:cNvPr id="10045" name="Template artwork 10045"/>
          <p:cNvSpPr>
            <a:spLocks xmlns:a="http://schemas.openxmlformats.org/drawingml/2006/main" noGrp="1"/>
          </p:cNvSpPr>
          <p:nvPr/>
        </p:nvSpPr>
        <p:spPr>
          <a:xfrm xmlns:a="http://schemas.openxmlformats.org/drawingml/2006/main">
            <a:off x="7610475" y="1657350"/>
            <a:ext cx="800100" cy="800100"/>
          </a:xfrm>
          <a:prstGeom xmlns:a="http://schemas.openxmlformats.org/drawingml/2006/main" prst="ellipse">
            <a:avLst/>
          </a:prstGeom>
          <a:solidFill xmlns:a="http://schemas.openxmlformats.org/drawingml/2006/main">
            <a:srgbClr val="ABCA48"/>
          </a:solidFill>
          <a:ln xmlns:a="http://schemas.openxmlformats.org/drawingml/2006/main" w="19050" cap="flat" cmpd="sng">
            <a:solidFill>
              <a:srgbClr val="ABCA48"/>
            </a:solidFill>
            <a:prstDash val="solid"/>
            <a:round/>
          </a:ln>
        </p:spPr>
        <p:txBody>
          <a:bodyPr xmlns:a="http://schemas.openxmlformats.org/drawingml/2006/main"/>
          <a:lstStyle xmlns:a="http://schemas.openxmlformats.org/drawingml/2006/main"/>
          <a:p xmlns:a="http://schemas.openxmlformats.org/drawingml/2006/main"/>
        </p:txBody>
      </p:sp>
      <p:sp>
        <p:nvSpPr>
          <p:cNvPr id="10046" name="Template artwork 10046"/>
          <p:cNvSpPr>
            <a:spLocks xmlns:a="http://schemas.openxmlformats.org/drawingml/2006/main" noGrp="1"/>
          </p:cNvSpPr>
          <p:nvPr/>
        </p:nvSpPr>
        <p:spPr>
          <a:xfrm xmlns:a="http://schemas.openxmlformats.org/drawingml/2006/main">
            <a:off x="7610475" y="3152775"/>
            <a:ext cx="800100" cy="800100"/>
          </a:xfrm>
          <a:prstGeom xmlns:a="http://schemas.openxmlformats.org/drawingml/2006/main" prst="ellipse">
            <a:avLst/>
          </a:prstGeom>
          <a:solidFill xmlns:a="http://schemas.openxmlformats.org/drawingml/2006/main">
            <a:srgbClr val="D05258"/>
          </a:solidFill>
          <a:ln xmlns:a="http://schemas.openxmlformats.org/drawingml/2006/main" w="19050" cap="flat" cmpd="sng">
            <a:solidFill>
              <a:srgbClr val="D05258"/>
            </a:solidFill>
            <a:prstDash val="solid"/>
            <a:round/>
          </a:ln>
        </p:spPr>
        <p:txBody>
          <a:bodyPr xmlns:a="http://schemas.openxmlformats.org/drawingml/2006/main"/>
          <a:lstStyle xmlns:a="http://schemas.openxmlformats.org/drawingml/2006/main"/>
          <a:p xmlns:a="http://schemas.openxmlformats.org/drawingml/2006/main"/>
        </p:txBody>
      </p:sp>
      <p:sp>
        <p:nvSpPr>
          <p:cNvPr id="17" name="13">
            <a:extLst xmlns:a="http://schemas.openxmlformats.org/drawingml/2006/main">
              <a:ext uri="{FF2B5EF4-FFF2-40B4-BE49-F238E27FC236}">
                <a16:creationId xmlns:a16="http://schemas.microsoft.com/office/drawing/2014/main" id="{352116D3-0CCC-447A-A18E-CC5F918CAB38}"/>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13</a:t>
            </a:r>
          </a:p>
        </p:txBody>
      </p:sp>
      <p:sp>
        <p:nvSpPr>
          <p:cNvPr id="2" name="명문가">
            <a:extLst xmlns:a="http://schemas.openxmlformats.org/drawingml/2006/main">
              <a:ext uri="{FF2B5EF4-FFF2-40B4-BE49-F238E27FC236}">
                <a16:creationId xmlns:a16="http://schemas.microsoft.com/office/drawing/2014/main" id="{F83A2E0D-8B8E-4FAD-A5B2-CDFA5DAFAF39}"/>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모듈러 모놀리스">
            <a:extLst xmlns:a="http://schemas.openxmlformats.org/drawingml/2006/main">
              <a:ext uri="{FF2B5EF4-FFF2-40B4-BE49-F238E27FC236}">
                <a16:creationId xmlns:a16="http://schemas.microsoft.com/office/drawing/2014/main" id="{E0863976-CB4A-498C-86F1-C645F3DD545D}"/>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모듈러 모놀리스</a:t>
            </a:r>
          </a:p>
        </p:txBody>
      </p:sp>
      <p:sp>
        <p:nvSpPr>
          <p:cNvPr id="4" name="설계안    외부 업무는 mock으로 교체">
            <a:extLst xmlns:a="http://schemas.openxmlformats.org/drawingml/2006/main">
              <a:ext uri="{FF2B5EF4-FFF2-40B4-BE49-F238E27FC236}">
                <a16:creationId xmlns:a16="http://schemas.microsoft.com/office/drawing/2014/main" id="{7417E531-FB8F-44F6-985D-3F9B68AB751B}"/>
              </a:ext>
            </a:extLst>
          </p:cNvPr>
          <p:cNvSpPr>
            <a:spLocks xmlns:a="http://schemas.openxmlformats.org/drawingml/2006/main" noGrp="1"/>
          </p:cNvSpPr>
          <p:nvPr/>
        </p:nvSpPr>
        <p:spPr>
          <a:xfrm xmlns:a="http://schemas.openxmlformats.org/drawingml/2006/main">
            <a:off x="476250" y="455295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rPr>
              <a:t>설계안    외부 업무는 mock으로 교체</a:t>
            </a:r>
          </a:p>
        </p:txBody>
      </p:sp>
      <p:sp>
        <p:nvSpPr>
          <p:cNvPr id="5" name="CLJS + Vinext">
            <a:extLst xmlns:a="http://schemas.openxmlformats.org/drawingml/2006/main">
              <a:ext uri="{FF2B5EF4-FFF2-40B4-BE49-F238E27FC236}">
                <a16:creationId xmlns:a16="http://schemas.microsoft.com/office/drawing/2014/main" id="{6694BEBD-3C50-4527-9DCD-45F6D6BC78E6}"/>
              </a:ext>
            </a:extLst>
          </p:cNvPr>
          <p:cNvSpPr>
            <a:spLocks xmlns:a="http://schemas.openxmlformats.org/drawingml/2006/main" noGrp="1"/>
          </p:cNvSpPr>
          <p:nvPr/>
        </p:nvSpPr>
        <p:spPr>
          <a:xfrm xmlns:a="http://schemas.openxmlformats.org/drawingml/2006/main">
            <a:off x="476250" y="96202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b="0">
                <a:solidFill>
                  <a:srgbClr val="626262"/>
                </a:solidFill>
                <a:latin typeface="Noto Sans KR"/>
                <a:ea typeface="Noto Sans KR"/>
                <a:cs typeface="Noto Sans KR"/>
              </a:defRPr>
            </a:defPPr>
          </a:lstStyle>
          <a:p xmlns:a="http://schemas.openxmlformats.org/drawingml/2006/main">
            <a:pPr algn="l">
              <a:defRPr sz="1725" b="0">
                <a:solidFill>
                  <a:srgbClr val="626262"/>
                </a:solidFill>
                <a:latin typeface="Noto Sans KR"/>
                <a:ea typeface="Noto Sans KR"/>
                <a:cs typeface="Noto Sans KR"/>
              </a:defRPr>
            </a:pPr>
            <a:r>
              <a:rPr sz="1725" b="0">
                <a:solidFill>
                  <a:srgbClr val="626262"/>
                </a:solidFill>
                <a:latin typeface="Noto Sans KR"/>
                <a:ea typeface="Noto Sans KR"/>
                <a:cs typeface="Noto Sans KR"/>
              </a:rPr>
              <a:t>CLJS + Vinext</a:t>
            </a:r>
          </a:p>
        </p:txBody>
      </p:sp>
      <p:sp>
        <p:nvSpPr>
          <p:cNvPr id="6" name="PBT   cljs.test + test.check">
            <a:extLst xmlns:a="http://schemas.openxmlformats.org/drawingml/2006/main">
              <a:ext uri="{FF2B5EF4-FFF2-40B4-BE49-F238E27FC236}">
                <a16:creationId xmlns:a16="http://schemas.microsoft.com/office/drawing/2014/main" id="{77D4594C-4C19-4D18-BE32-1C1CA2F6905C}"/>
              </a:ext>
            </a:extLst>
          </p:cNvPr>
          <p:cNvSpPr>
            <a:spLocks xmlns:a="http://schemas.openxmlformats.org/drawingml/2006/main" noGrp="1"/>
          </p:cNvSpPr>
          <p:nvPr/>
        </p:nvSpPr>
        <p:spPr>
          <a:xfrm xmlns:a="http://schemas.openxmlformats.org/drawingml/2006/main">
            <a:off x="4533900" y="1000125"/>
            <a:ext cx="4133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425" b="0">
                <a:solidFill>
                  <a:srgbClr val="626262"/>
                </a:solidFill>
                <a:latin typeface="Noto Sans KR"/>
                <a:ea typeface="Noto Sans KR"/>
                <a:cs typeface="Noto Sans KR"/>
              </a:defRPr>
            </a:defPPr>
          </a:lstStyle>
          <a:p xmlns:a="http://schemas.openxmlformats.org/drawingml/2006/main">
            <a:pPr algn="r">
              <a:defRPr sz="1425" b="0">
                <a:solidFill>
                  <a:srgbClr val="626262"/>
                </a:solidFill>
                <a:latin typeface="Noto Sans KR"/>
                <a:ea typeface="Noto Sans KR"/>
                <a:cs typeface="Noto Sans KR"/>
              </a:defRPr>
            </a:pPr>
            <a:r>
              <a:rPr sz="1425" b="0">
                <a:solidFill>
                  <a:srgbClr val="626262"/>
                </a:solidFill>
                <a:latin typeface="Noto Sans KR"/>
                <a:ea typeface="Noto Sans KR"/>
                <a:cs typeface="Noto Sans KR"/>
              </a:rPr>
              <a:t>PBT   cljs.test + test.check</a:t>
            </a:r>
          </a:p>
        </p:txBody>
      </p:sp>
      <p:pic>
        <p:nvPicPr>
          <p:cNvPr id="7" name="">
            <a:extLst xmlns:a="http://schemas.openxmlformats.org/drawingml/2006/main">
              <a:ext uri="{FF2B5EF4-FFF2-40B4-BE49-F238E27FC236}">
                <a16:creationId xmlns:a16="http://schemas.microsoft.com/office/drawing/2014/main" id="{E025467F-1F91-4D0D-AF08-189400535AA9}"/>
              </a:ext>
            </a:extLst>
          </p:cNvPr>
          <p:cNvPicPr>
            <a:picLocks xmlns:a="http://schemas.openxmlformats.org/drawingml/2006/main" noChangeAspect="1"/>
          </p:cNvPicPr>
          <p:nvPr/>
        </p:nvPicPr>
        <p:blipFill>
          <a:blip xmlns:r="http://schemas.openxmlformats.org/officeDocument/2006/relationships" xmlns:a="http://schemas.openxmlformats.org/drawingml/2006/main" r:embed="Reb4c6d2ef1334e38"/>
          <a:stretch xmlns:a="http://schemas.openxmlformats.org/drawingml/2006/main"/>
        </p:blipFill>
        <p:spPr>
          <a:xfrm xmlns:a="http://schemas.openxmlformats.org/drawingml/2006/main">
            <a:off x="920115" y="2415540"/>
            <a:ext cx="693420" cy="69342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82F38D5-364E-4924-AE0A-094E479A8FFE}"/>
              </a:ext>
            </a:extLst>
          </p:cNvPr>
          <p:cNvPicPr>
            <a:picLocks xmlns:a="http://schemas.openxmlformats.org/drawingml/2006/main" noChangeAspect="1"/>
          </p:cNvPicPr>
          <p:nvPr/>
        </p:nvPicPr>
        <p:blipFill>
          <a:blip xmlns:r="http://schemas.openxmlformats.org/officeDocument/2006/relationships" xmlns:a="http://schemas.openxmlformats.org/drawingml/2006/main" r:embed="R2b39006b9fea4840"/>
          <a:stretch xmlns:a="http://schemas.openxmlformats.org/drawingml/2006/main"/>
        </p:blipFill>
        <p:spPr>
          <a:xfrm xmlns:a="http://schemas.openxmlformats.org/drawingml/2006/main">
            <a:off x="2428875" y="2590800"/>
            <a:ext cx="352425" cy="35242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40498FE-A82E-4D5E-83AB-F37881890C79}"/>
              </a:ext>
            </a:extLst>
          </p:cNvPr>
          <p:cNvPicPr>
            <a:picLocks xmlns:a="http://schemas.openxmlformats.org/drawingml/2006/main" noChangeAspect="1"/>
          </p:cNvPicPr>
          <p:nvPr/>
        </p:nvPicPr>
        <p:blipFill>
          <a:blip xmlns:r="http://schemas.openxmlformats.org/officeDocument/2006/relationships" xmlns:a="http://schemas.openxmlformats.org/drawingml/2006/main" r:embed="R4b72174a8f7a4ee9"/>
          <a:stretch xmlns:a="http://schemas.openxmlformats.org/drawingml/2006/main"/>
        </p:blipFill>
        <p:spPr>
          <a:xfrm xmlns:a="http://schemas.openxmlformats.org/drawingml/2006/main">
            <a:off x="4177094" y="2167319"/>
            <a:ext cx="837438" cy="837438"/>
          </a:xfrm>
          <a:prstGeom xmlns:a="http://schemas.openxmlformats.org/drawingml/2006/main" prst="rect">
            <a:avLst/>
          </a:prstGeom>
        </p:spPr>
      </p:pic>
      <p:sp>
        <p:nvSpPr>
          <p:cNvPr id="10" name="모듈 공개 기능">
            <a:extLst xmlns:a="http://schemas.openxmlformats.org/drawingml/2006/main">
              <a:ext uri="{FF2B5EF4-FFF2-40B4-BE49-F238E27FC236}">
                <a16:creationId xmlns:a16="http://schemas.microsoft.com/office/drawing/2014/main" id="{1073D80A-A9C4-49CE-8B00-B05D14D193F2}"/>
              </a:ext>
            </a:extLst>
          </p:cNvPr>
          <p:cNvSpPr>
            <a:spLocks xmlns:a="http://schemas.openxmlformats.org/drawingml/2006/main" noGrp="1"/>
          </p:cNvSpPr>
          <p:nvPr/>
        </p:nvSpPr>
        <p:spPr>
          <a:xfrm xmlns:a="http://schemas.openxmlformats.org/drawingml/2006/main">
            <a:off x="3133725" y="3552825"/>
            <a:ext cx="2914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626262"/>
                </a:solidFill>
                <a:latin typeface="Noto Sans KR"/>
                <a:ea typeface="Noto Sans KR"/>
                <a:cs typeface="Noto Sans KR"/>
              </a:defRPr>
            </a:defPPr>
          </a:lstStyle>
          <a:p xmlns:a="http://schemas.openxmlformats.org/drawingml/2006/main">
            <a:pPr algn="ctr">
              <a:defRPr sz="1800" b="0">
                <a:solidFill>
                  <a:srgbClr val="626262"/>
                </a:solidFill>
                <a:latin typeface="Noto Sans KR"/>
                <a:ea typeface="Noto Sans KR"/>
                <a:cs typeface="Noto Sans KR"/>
              </a:defRPr>
            </a:pPr>
            <a:r>
              <a:rPr sz="1800" b="0">
                <a:solidFill>
                  <a:srgbClr val="626262"/>
                </a:solidFill>
                <a:latin typeface="Noto Sans KR"/>
                <a:ea typeface="Noto Sans KR"/>
                <a:cs typeface="Noto Sans KR"/>
              </a:rPr>
              <a:t>모듈 공개 기능</a:t>
            </a:r>
          </a:p>
        </p:txBody>
      </p:sp>
      <p:sp>
        <p:nvSpPr>
          <p:cNvPr id="11" name="명부  회의  문서 재산  회계  검토">
            <a:extLst xmlns:a="http://schemas.openxmlformats.org/drawingml/2006/main">
              <a:ext uri="{FF2B5EF4-FFF2-40B4-BE49-F238E27FC236}">
                <a16:creationId xmlns:a16="http://schemas.microsoft.com/office/drawing/2014/main" id="{99C36470-E788-4EDB-868F-A12FAFC9C0CE}"/>
              </a:ext>
            </a:extLst>
          </p:cNvPr>
          <p:cNvSpPr>
            <a:spLocks xmlns:a="http://schemas.openxmlformats.org/drawingml/2006/main" noGrp="1"/>
          </p:cNvSpPr>
          <p:nvPr/>
        </p:nvSpPr>
        <p:spPr>
          <a:xfrm xmlns:a="http://schemas.openxmlformats.org/drawingml/2006/main">
            <a:off x="3133725" y="3990975"/>
            <a:ext cx="2914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b="0">
                <a:solidFill>
                  <a:srgbClr val="626262"/>
                </a:solidFill>
                <a:latin typeface="Noto Sans KR"/>
                <a:ea typeface="Noto Sans KR"/>
                <a:cs typeface="Noto Sans KR"/>
              </a:defRPr>
            </a:defPPr>
          </a:lstStyle>
          <a:p xmlns:a="http://schemas.openxmlformats.org/drawingml/2006/main">
            <a:pPr algn="ctr">
              <a:defRPr sz="1500" b="0">
                <a:solidFill>
                  <a:srgbClr val="626262"/>
                </a:solidFill>
                <a:latin typeface="Noto Sans KR"/>
                <a:ea typeface="Noto Sans KR"/>
                <a:cs typeface="Noto Sans KR"/>
              </a:defRPr>
            </a:pPr>
            <a:r>
              <a:rPr sz="1500" b="0">
                <a:solidFill>
                  <a:srgbClr val="626262"/>
                </a:solidFill>
                <a:latin typeface="Noto Sans KR"/>
                <a:ea typeface="Noto Sans KR"/>
                <a:cs typeface="Noto Sans KR"/>
              </a:rPr>
              <a:t>명부  회의  문서</a:t>
            </a:r>
          </a:p>
          <a:p xmlns:a="http://schemas.openxmlformats.org/drawingml/2006/main">
            <a:pPr algn="ctr">
              <a:defRPr sz="1500" b="0">
                <a:solidFill>
                  <a:srgbClr val="626262"/>
                </a:solidFill>
                <a:latin typeface="Noto Sans KR"/>
                <a:ea typeface="Noto Sans KR"/>
                <a:cs typeface="Noto Sans KR"/>
              </a:defRPr>
            </a:pPr>
            <a:r>
              <a:rPr sz="1500" b="0">
                <a:solidFill>
                  <a:srgbClr val="626262"/>
                </a:solidFill>
                <a:latin typeface="Noto Sans KR"/>
                <a:ea typeface="Noto Sans KR"/>
                <a:cs typeface="Noto Sans KR"/>
              </a:rPr>
              <a:t>재산  회계  검토</a:t>
            </a:r>
          </a:p>
        </p:txBody>
      </p:sp>
      <p:pic>
        <p:nvPicPr>
          <p:cNvPr id="12" name="">
            <a:extLst xmlns:a="http://schemas.openxmlformats.org/drawingml/2006/main">
              <a:ext uri="{FF2B5EF4-FFF2-40B4-BE49-F238E27FC236}">
                <a16:creationId xmlns:a16="http://schemas.microsoft.com/office/drawing/2014/main" id="{E2B1DAA6-56A4-4DD0-AA0B-353C16AAC641}"/>
              </a:ext>
            </a:extLst>
          </p:cNvPr>
          <p:cNvPicPr>
            <a:picLocks xmlns:a="http://schemas.openxmlformats.org/drawingml/2006/main" noChangeAspect="1"/>
          </p:cNvPicPr>
          <p:nvPr/>
        </p:nvPicPr>
        <p:blipFill>
          <a:blip xmlns:r="http://schemas.openxmlformats.org/officeDocument/2006/relationships" xmlns:a="http://schemas.openxmlformats.org/drawingml/2006/main" r:embed="R78704ccbd6c24ae6"/>
          <a:stretch xmlns:a="http://schemas.openxmlformats.org/drawingml/2006/main"/>
        </p:blipFill>
        <p:spPr>
          <a:xfrm xmlns:a="http://schemas.openxmlformats.org/drawingml/2006/main">
            <a:off x="6410325" y="2590800"/>
            <a:ext cx="352425" cy="352425"/>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74737031-351D-4642-AF50-DED9AA83E0B6}"/>
              </a:ext>
            </a:extLst>
          </p:cNvPr>
          <p:cNvPicPr>
            <a:picLocks xmlns:a="http://schemas.openxmlformats.org/drawingml/2006/main" noChangeAspect="1"/>
          </p:cNvPicPr>
          <p:nvPr/>
        </p:nvPicPr>
        <p:blipFill>
          <a:blip xmlns:r="http://schemas.openxmlformats.org/officeDocument/2006/relationships" xmlns:a="http://schemas.openxmlformats.org/drawingml/2006/main" r:embed="Re219bd90b5c942cc"/>
          <a:stretch xmlns:a="http://schemas.openxmlformats.org/drawingml/2006/main"/>
        </p:blipFill>
        <p:spPr>
          <a:xfrm xmlns:a="http://schemas.openxmlformats.org/drawingml/2006/main">
            <a:off x="7786497" y="1833372"/>
            <a:ext cx="448056" cy="448056"/>
          </a:xfrm>
          <a:prstGeom xmlns:a="http://schemas.openxmlformats.org/drawingml/2006/main" prst="rect">
            <a:avLst/>
          </a:prstGeom>
        </p:spPr>
      </p:pic>
      <p:sp>
        <p:nvSpPr>
          <p:cNvPr id="14" name="D1 + R2">
            <a:extLst xmlns:a="http://schemas.openxmlformats.org/drawingml/2006/main">
              <a:ext uri="{FF2B5EF4-FFF2-40B4-BE49-F238E27FC236}">
                <a16:creationId xmlns:a16="http://schemas.microsoft.com/office/drawing/2014/main" id="{2007FE4D-CC32-47D0-A7AE-6D2B19412996}"/>
              </a:ext>
            </a:extLst>
          </p:cNvPr>
          <p:cNvSpPr>
            <a:spLocks xmlns:a="http://schemas.openxmlformats.org/drawingml/2006/main" noGrp="1"/>
          </p:cNvSpPr>
          <p:nvPr/>
        </p:nvSpPr>
        <p:spPr>
          <a:xfrm xmlns:a="http://schemas.openxmlformats.org/drawingml/2006/main">
            <a:off x="7124700" y="2543175"/>
            <a:ext cx="1752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26262"/>
                </a:solidFill>
                <a:latin typeface="Noto Sans KR"/>
                <a:ea typeface="Noto Sans KR"/>
                <a:cs typeface="Noto Sans KR"/>
              </a:defRPr>
            </a:defPPr>
          </a:lstStyle>
          <a:p xmlns:a="http://schemas.openxmlformats.org/drawingml/2006/main">
            <a:pPr algn="ctr">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D1 + R2</a:t>
            </a:r>
          </a:p>
        </p:txBody>
      </p:sp>
      <p:pic>
        <p:nvPicPr>
          <p:cNvPr id="15" name="">
            <a:extLst xmlns:a="http://schemas.openxmlformats.org/drawingml/2006/main">
              <a:ext uri="{FF2B5EF4-FFF2-40B4-BE49-F238E27FC236}">
                <a16:creationId xmlns:a16="http://schemas.microsoft.com/office/drawing/2014/main" id="{BE47D287-0446-4FD9-8EAE-27B56BAC51C0}"/>
              </a:ext>
            </a:extLst>
          </p:cNvPr>
          <p:cNvPicPr>
            <a:picLocks xmlns:a="http://schemas.openxmlformats.org/drawingml/2006/main" noChangeAspect="1"/>
          </p:cNvPicPr>
          <p:nvPr/>
        </p:nvPicPr>
        <p:blipFill>
          <a:blip xmlns:r="http://schemas.openxmlformats.org/officeDocument/2006/relationships" xmlns:a="http://schemas.openxmlformats.org/drawingml/2006/main" r:embed="Ra638a4a02a6c44c2"/>
          <a:stretch xmlns:a="http://schemas.openxmlformats.org/drawingml/2006/main"/>
        </p:blipFill>
        <p:spPr>
          <a:xfrm xmlns:a="http://schemas.openxmlformats.org/drawingml/2006/main">
            <a:off x="7786497" y="3328797"/>
            <a:ext cx="448056" cy="448056"/>
          </a:xfrm>
          <a:prstGeom xmlns:a="http://schemas.openxmlformats.org/drawingml/2006/main" prst="rect">
            <a:avLst/>
          </a:prstGeom>
        </p:spPr>
      </p:pic>
      <p:sp>
        <p:nvSpPr>
          <p:cNvPr id="16" name="OpenAI">
            <a:extLst xmlns:a="http://schemas.openxmlformats.org/drawingml/2006/main">
              <a:ext uri="{FF2B5EF4-FFF2-40B4-BE49-F238E27FC236}">
                <a16:creationId xmlns:a16="http://schemas.microsoft.com/office/drawing/2014/main" id="{8D9830D3-C0EF-4C2C-8F29-5326C4CA2D33}"/>
              </a:ext>
            </a:extLst>
          </p:cNvPr>
          <p:cNvSpPr>
            <a:spLocks xmlns:a="http://schemas.openxmlformats.org/drawingml/2006/main" noGrp="1"/>
          </p:cNvSpPr>
          <p:nvPr/>
        </p:nvSpPr>
        <p:spPr>
          <a:xfrm xmlns:a="http://schemas.openxmlformats.org/drawingml/2006/main">
            <a:off x="7124700" y="4048125"/>
            <a:ext cx="1752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26262"/>
                </a:solidFill>
                <a:latin typeface="Noto Sans KR"/>
                <a:ea typeface="Noto Sans KR"/>
                <a:cs typeface="Noto Sans KR"/>
              </a:defRPr>
            </a:defPPr>
          </a:lstStyle>
          <a:p xmlns:a="http://schemas.openxmlformats.org/drawingml/2006/main">
            <a:pPr algn="ctr">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OpenAI</a:t>
            </a:r>
          </a:p>
        </p:txBody>
      </p:sp>
    </p:spTree>
    <p:extLst>
      <p:ext uri="{BB962C8B-B14F-4D97-AF65-F5344CB8AC3E}">
        <p14:creationId xmlns:p14="http://schemas.microsoft.com/office/powerpoint/2010/main" val="151801871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47" name="Template artwork 10047"/>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8" name="Template artwork 10048"/>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9" name="Template artwork 10049"/>
          <p:cNvSpPr>
            <a:spLocks xmlns:a="http://schemas.openxmlformats.org/drawingml/2006/main" noGrp="1"/>
          </p:cNvSpPr>
          <p:nvPr/>
        </p:nvSpPr>
        <p:spPr>
          <a:xfrm xmlns:a="http://schemas.openxmlformats.org/drawingml/2006/main">
            <a:off x="504825" y="1685925"/>
            <a:ext cx="1390650" cy="139065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050" name="Template artwork 10050"/>
          <p:cNvSpPr>
            <a:spLocks xmlns:a="http://schemas.openxmlformats.org/drawingml/2006/main" noGrp="1"/>
          </p:cNvSpPr>
          <p:nvPr/>
        </p:nvSpPr>
        <p:spPr>
          <a:xfrm xmlns:a="http://schemas.openxmlformats.org/drawingml/2006/main">
            <a:off x="2714625" y="1685925"/>
            <a:ext cx="1390650" cy="1390650"/>
          </a:xfrm>
          <a:prstGeom xmlns:a="http://schemas.openxmlformats.org/drawingml/2006/main" prst="ellipse">
            <a:avLst/>
          </a:prstGeom>
          <a:solidFill xmlns:a="http://schemas.openxmlformats.org/drawingml/2006/main">
            <a:srgbClr val="EEAD2A"/>
          </a:solidFill>
          <a:ln xmlns:a="http://schemas.openxmlformats.org/drawingml/2006/main" w="19050" cap="flat" cmpd="sng">
            <a:solidFill>
              <a:srgbClr val="EEAD2A"/>
            </a:solidFill>
            <a:prstDash val="solid"/>
            <a:round/>
          </a:ln>
        </p:spPr>
        <p:txBody>
          <a:bodyPr xmlns:a="http://schemas.openxmlformats.org/drawingml/2006/main"/>
          <a:lstStyle xmlns:a="http://schemas.openxmlformats.org/drawingml/2006/main"/>
          <a:p xmlns:a="http://schemas.openxmlformats.org/drawingml/2006/main"/>
        </p:txBody>
      </p:sp>
      <p:sp>
        <p:nvSpPr>
          <p:cNvPr id="10051" name="Template artwork 10051"/>
          <p:cNvSpPr>
            <a:spLocks xmlns:a="http://schemas.openxmlformats.org/drawingml/2006/main" noGrp="1"/>
          </p:cNvSpPr>
          <p:nvPr/>
        </p:nvSpPr>
        <p:spPr>
          <a:xfrm xmlns:a="http://schemas.openxmlformats.org/drawingml/2006/main">
            <a:off x="4924425" y="1685925"/>
            <a:ext cx="1390650" cy="1390650"/>
          </a:xfrm>
          <a:prstGeom xmlns:a="http://schemas.openxmlformats.org/drawingml/2006/main" prst="ellipse">
            <a:avLst/>
          </a:prstGeom>
          <a:solidFill xmlns:a="http://schemas.openxmlformats.org/drawingml/2006/main">
            <a:srgbClr val="ABCA48"/>
          </a:solidFill>
          <a:ln xmlns:a="http://schemas.openxmlformats.org/drawingml/2006/main" w="19050" cap="flat" cmpd="sng">
            <a:solidFill>
              <a:srgbClr val="ABCA48"/>
            </a:solidFill>
            <a:prstDash val="solid"/>
            <a:round/>
          </a:ln>
        </p:spPr>
        <p:txBody>
          <a:bodyPr xmlns:a="http://schemas.openxmlformats.org/drawingml/2006/main"/>
          <a:lstStyle xmlns:a="http://schemas.openxmlformats.org/drawingml/2006/main"/>
          <a:p xmlns:a="http://schemas.openxmlformats.org/drawingml/2006/main"/>
        </p:txBody>
      </p:sp>
      <p:sp>
        <p:nvSpPr>
          <p:cNvPr id="10052" name="Template artwork 10052"/>
          <p:cNvSpPr>
            <a:spLocks xmlns:a="http://schemas.openxmlformats.org/drawingml/2006/main" noGrp="1"/>
          </p:cNvSpPr>
          <p:nvPr/>
        </p:nvSpPr>
        <p:spPr>
          <a:xfrm xmlns:a="http://schemas.openxmlformats.org/drawingml/2006/main">
            <a:off x="7134225" y="1685925"/>
            <a:ext cx="1390650" cy="1390650"/>
          </a:xfrm>
          <a:prstGeom xmlns:a="http://schemas.openxmlformats.org/drawingml/2006/main" prst="ellipse">
            <a:avLst/>
          </a:prstGeom>
          <a:solidFill xmlns:a="http://schemas.openxmlformats.org/drawingml/2006/main">
            <a:srgbClr val="D05258"/>
          </a:solidFill>
          <a:ln xmlns:a="http://schemas.openxmlformats.org/drawingml/2006/main" w="19050" cap="flat" cmpd="sng">
            <a:solidFill>
              <a:srgbClr val="D05258"/>
            </a:solidFill>
            <a:prstDash val="solid"/>
            <a:round/>
          </a:ln>
        </p:spPr>
        <p:txBody>
          <a:bodyPr xmlns:a="http://schemas.openxmlformats.org/drawingml/2006/main"/>
          <a:lstStyle xmlns:a="http://schemas.openxmlformats.org/drawingml/2006/main"/>
          <a:p xmlns:a="http://schemas.openxmlformats.org/drawingml/2006/main"/>
        </p:txBody>
      </p:sp>
      <p:sp>
        <p:nvSpPr>
          <p:cNvPr id="16" name="14">
            <a:extLst xmlns:a="http://schemas.openxmlformats.org/drawingml/2006/main">
              <a:ext uri="{FF2B5EF4-FFF2-40B4-BE49-F238E27FC236}">
                <a16:creationId xmlns:a16="http://schemas.microsoft.com/office/drawing/2014/main" id="{C892A9B8-E439-40FA-9293-ADBFBA22024F}"/>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14</a:t>
            </a:r>
          </a:p>
        </p:txBody>
      </p:sp>
      <p:sp>
        <p:nvSpPr>
          <p:cNvPr id="2" name="명문가">
            <a:extLst xmlns:a="http://schemas.openxmlformats.org/drawingml/2006/main">
              <a:ext uri="{FF2B5EF4-FFF2-40B4-BE49-F238E27FC236}">
                <a16:creationId xmlns:a16="http://schemas.microsoft.com/office/drawing/2014/main" id="{B0475B33-5F2B-4A90-86AB-61A1F97D2BB3}"/>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설립부터 검토까지">
            <a:extLst xmlns:a="http://schemas.openxmlformats.org/drawingml/2006/main">
              <a:ext uri="{FF2B5EF4-FFF2-40B4-BE49-F238E27FC236}">
                <a16:creationId xmlns:a16="http://schemas.microsoft.com/office/drawing/2014/main" id="{8B52FA0D-A733-4285-8127-A0FF1CCF40A1}"/>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설립부터 검토까지</a:t>
            </a:r>
          </a:p>
        </p:txBody>
      </p:sp>
      <p:sp>
        <p:nvSpPr>
          <p:cNvPr id="4" name="구현 목표">
            <a:extLst xmlns:a="http://schemas.openxmlformats.org/drawingml/2006/main">
              <a:ext uri="{FF2B5EF4-FFF2-40B4-BE49-F238E27FC236}">
                <a16:creationId xmlns:a16="http://schemas.microsoft.com/office/drawing/2014/main" id="{E1CBEAF3-4510-4916-9D6C-261780BBEF03}"/>
              </a:ext>
            </a:extLst>
          </p:cNvPr>
          <p:cNvSpPr>
            <a:spLocks xmlns:a="http://schemas.openxmlformats.org/drawingml/2006/main" noGrp="1"/>
          </p:cNvSpPr>
          <p:nvPr/>
        </p:nvSpPr>
        <p:spPr>
          <a:xfrm xmlns:a="http://schemas.openxmlformats.org/drawingml/2006/main">
            <a:off x="476250" y="455295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rPr>
              <a:t>구현 목표</a:t>
            </a:r>
          </a:p>
        </p:txBody>
      </p:sp>
      <p:pic>
        <p:nvPicPr>
          <p:cNvPr id="5" name="">
            <a:extLst xmlns:a="http://schemas.openxmlformats.org/drawingml/2006/main">
              <a:ext uri="{FF2B5EF4-FFF2-40B4-BE49-F238E27FC236}">
                <a16:creationId xmlns:a16="http://schemas.microsoft.com/office/drawing/2014/main" id="{64983485-FFD5-4A64-A949-65581D40AACD}"/>
              </a:ext>
            </a:extLst>
          </p:cNvPr>
          <p:cNvPicPr>
            <a:picLocks xmlns:a="http://schemas.openxmlformats.org/drawingml/2006/main" noChangeAspect="1"/>
          </p:cNvPicPr>
          <p:nvPr/>
        </p:nvPicPr>
        <p:blipFill>
          <a:blip xmlns:r="http://schemas.openxmlformats.org/officeDocument/2006/relationships" xmlns:a="http://schemas.openxmlformats.org/drawingml/2006/main" r:embed="Rdbd72c9bdebb415b"/>
          <a:stretch xmlns:a="http://schemas.openxmlformats.org/drawingml/2006/main"/>
        </p:blipFill>
        <p:spPr>
          <a:xfrm xmlns:a="http://schemas.openxmlformats.org/drawingml/2006/main">
            <a:off x="810768" y="1991868"/>
            <a:ext cx="778764" cy="778764"/>
          </a:xfrm>
          <a:prstGeom xmlns:a="http://schemas.openxmlformats.org/drawingml/2006/main" prst="rect">
            <a:avLst/>
          </a:prstGeom>
        </p:spPr>
      </p:pic>
      <p:sp>
        <p:nvSpPr>
          <p:cNvPr id="6" name="설립 준비">
            <a:extLst xmlns:a="http://schemas.openxmlformats.org/drawingml/2006/main">
              <a:ext uri="{FF2B5EF4-FFF2-40B4-BE49-F238E27FC236}">
                <a16:creationId xmlns:a16="http://schemas.microsoft.com/office/drawing/2014/main" id="{CDB69101-FA8A-4366-BFF7-E634CCDD67B6}"/>
              </a:ext>
            </a:extLst>
          </p:cNvPr>
          <p:cNvSpPr>
            <a:spLocks xmlns:a="http://schemas.openxmlformats.org/drawingml/2006/main" noGrp="1"/>
          </p:cNvSpPr>
          <p:nvPr/>
        </p:nvSpPr>
        <p:spPr>
          <a:xfrm xmlns:a="http://schemas.openxmlformats.org/drawingml/2006/main">
            <a:off x="285750" y="3562350"/>
            <a:ext cx="1828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626262"/>
                </a:solidFill>
                <a:latin typeface="Noto Sans KR"/>
                <a:ea typeface="Noto Sans KR"/>
                <a:cs typeface="Noto Sans KR"/>
              </a:defRPr>
            </a:defPPr>
          </a:lstStyle>
          <a:p xmlns:a="http://schemas.openxmlformats.org/drawingml/2006/main">
            <a:pPr algn="ctr">
              <a:defRPr sz="1875" b="0">
                <a:solidFill>
                  <a:srgbClr val="626262"/>
                </a:solidFill>
                <a:latin typeface="Noto Sans KR"/>
                <a:ea typeface="Noto Sans KR"/>
                <a:cs typeface="Noto Sans KR"/>
              </a:defRPr>
            </a:pPr>
            <a:r>
              <a:rPr sz="1875" b="0">
                <a:solidFill>
                  <a:srgbClr val="626262"/>
                </a:solidFill>
                <a:latin typeface="Noto Sans KR"/>
                <a:ea typeface="Noto Sans KR"/>
                <a:cs typeface="Noto Sans KR"/>
              </a:rPr>
              <a:t>설립 준비</a:t>
            </a:r>
          </a:p>
        </p:txBody>
      </p:sp>
      <p:pic>
        <p:nvPicPr>
          <p:cNvPr id="7" name="">
            <a:extLst xmlns:a="http://schemas.openxmlformats.org/drawingml/2006/main">
              <a:ext uri="{FF2B5EF4-FFF2-40B4-BE49-F238E27FC236}">
                <a16:creationId xmlns:a16="http://schemas.microsoft.com/office/drawing/2014/main" id="{8AF3D345-1F0D-4F58-ADD0-9855D4E2F26E}"/>
              </a:ext>
            </a:extLst>
          </p:cNvPr>
          <p:cNvPicPr>
            <a:picLocks xmlns:a="http://schemas.openxmlformats.org/drawingml/2006/main" noChangeAspect="1"/>
          </p:cNvPicPr>
          <p:nvPr/>
        </p:nvPicPr>
        <p:blipFill>
          <a:blip xmlns:r="http://schemas.openxmlformats.org/officeDocument/2006/relationships" xmlns:a="http://schemas.openxmlformats.org/drawingml/2006/main" r:embed="R2806dfa2de54455c"/>
          <a:stretch xmlns:a="http://schemas.openxmlformats.org/drawingml/2006/main"/>
        </p:blipFill>
        <p:spPr>
          <a:xfrm xmlns:a="http://schemas.openxmlformats.org/drawingml/2006/main">
            <a:off x="2171700" y="2209800"/>
            <a:ext cx="266700" cy="2667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5444696-B66C-45C6-97FA-C932A398418E}"/>
              </a:ext>
            </a:extLst>
          </p:cNvPr>
          <p:cNvPicPr>
            <a:picLocks xmlns:a="http://schemas.openxmlformats.org/drawingml/2006/main" noChangeAspect="1"/>
          </p:cNvPicPr>
          <p:nvPr/>
        </p:nvPicPr>
        <p:blipFill>
          <a:blip xmlns:r="http://schemas.openxmlformats.org/officeDocument/2006/relationships" xmlns:a="http://schemas.openxmlformats.org/drawingml/2006/main" r:embed="Rb1b21ca34a1042b6"/>
          <a:stretch xmlns:a="http://schemas.openxmlformats.org/drawingml/2006/main"/>
        </p:blipFill>
        <p:spPr>
          <a:xfrm xmlns:a="http://schemas.openxmlformats.org/drawingml/2006/main">
            <a:off x="3020568" y="1991868"/>
            <a:ext cx="778764" cy="778764"/>
          </a:xfrm>
          <a:prstGeom xmlns:a="http://schemas.openxmlformats.org/drawingml/2006/main" prst="rect">
            <a:avLst/>
          </a:prstGeom>
        </p:spPr>
      </p:pic>
      <p:sp>
        <p:nvSpPr>
          <p:cNvPr id="9" name="운영">
            <a:extLst xmlns:a="http://schemas.openxmlformats.org/drawingml/2006/main">
              <a:ext uri="{FF2B5EF4-FFF2-40B4-BE49-F238E27FC236}">
                <a16:creationId xmlns:a16="http://schemas.microsoft.com/office/drawing/2014/main" id="{D7AE808D-8992-4C2F-A61D-2164CA9FCC27}"/>
              </a:ext>
            </a:extLst>
          </p:cNvPr>
          <p:cNvSpPr>
            <a:spLocks xmlns:a="http://schemas.openxmlformats.org/drawingml/2006/main" noGrp="1"/>
          </p:cNvSpPr>
          <p:nvPr/>
        </p:nvSpPr>
        <p:spPr>
          <a:xfrm xmlns:a="http://schemas.openxmlformats.org/drawingml/2006/main">
            <a:off x="2495550" y="3562350"/>
            <a:ext cx="1828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626262"/>
                </a:solidFill>
                <a:latin typeface="Noto Sans KR"/>
                <a:ea typeface="Noto Sans KR"/>
                <a:cs typeface="Noto Sans KR"/>
              </a:defRPr>
            </a:defPPr>
          </a:lstStyle>
          <a:p xmlns:a="http://schemas.openxmlformats.org/drawingml/2006/main">
            <a:pPr algn="ctr">
              <a:defRPr sz="1875" b="0">
                <a:solidFill>
                  <a:srgbClr val="626262"/>
                </a:solidFill>
                <a:latin typeface="Noto Sans KR"/>
                <a:ea typeface="Noto Sans KR"/>
                <a:cs typeface="Noto Sans KR"/>
              </a:defRPr>
            </a:pPr>
            <a:r>
              <a:rPr sz="1875" b="0">
                <a:solidFill>
                  <a:srgbClr val="626262"/>
                </a:solidFill>
                <a:latin typeface="Noto Sans KR"/>
                <a:ea typeface="Noto Sans KR"/>
                <a:cs typeface="Noto Sans KR"/>
              </a:rPr>
              <a:t>운영</a:t>
            </a:r>
          </a:p>
        </p:txBody>
      </p:sp>
      <p:pic>
        <p:nvPicPr>
          <p:cNvPr id="10" name="">
            <a:extLst xmlns:a="http://schemas.openxmlformats.org/drawingml/2006/main">
              <a:ext uri="{FF2B5EF4-FFF2-40B4-BE49-F238E27FC236}">
                <a16:creationId xmlns:a16="http://schemas.microsoft.com/office/drawing/2014/main" id="{5CA00356-A0AD-4FAA-A65C-2777C1D3F4CB}"/>
              </a:ext>
            </a:extLst>
          </p:cNvPr>
          <p:cNvPicPr>
            <a:picLocks xmlns:a="http://schemas.openxmlformats.org/drawingml/2006/main" noChangeAspect="1"/>
          </p:cNvPicPr>
          <p:nvPr/>
        </p:nvPicPr>
        <p:blipFill>
          <a:blip xmlns:r="http://schemas.openxmlformats.org/officeDocument/2006/relationships" xmlns:a="http://schemas.openxmlformats.org/drawingml/2006/main" r:embed="R1da7e255bbe64d8d"/>
          <a:stretch xmlns:a="http://schemas.openxmlformats.org/drawingml/2006/main"/>
        </p:blipFill>
        <p:spPr>
          <a:xfrm xmlns:a="http://schemas.openxmlformats.org/drawingml/2006/main">
            <a:off x="4381500" y="2209800"/>
            <a:ext cx="266700" cy="2667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EF432D89-A9DB-4256-93F4-FA247E126B96}"/>
              </a:ext>
            </a:extLst>
          </p:cNvPr>
          <p:cNvPicPr>
            <a:picLocks xmlns:a="http://schemas.openxmlformats.org/drawingml/2006/main" noChangeAspect="1"/>
          </p:cNvPicPr>
          <p:nvPr/>
        </p:nvPicPr>
        <p:blipFill>
          <a:blip xmlns:r="http://schemas.openxmlformats.org/officeDocument/2006/relationships" xmlns:a="http://schemas.openxmlformats.org/drawingml/2006/main" r:embed="R109f5a4858744acf"/>
          <a:stretch xmlns:a="http://schemas.openxmlformats.org/drawingml/2006/main"/>
        </p:blipFill>
        <p:spPr>
          <a:xfrm xmlns:a="http://schemas.openxmlformats.org/drawingml/2006/main">
            <a:off x="5230368" y="1991868"/>
            <a:ext cx="778764" cy="778764"/>
          </a:xfrm>
          <a:prstGeom xmlns:a="http://schemas.openxmlformats.org/drawingml/2006/main" prst="rect">
            <a:avLst/>
          </a:prstGeom>
        </p:spPr>
      </p:pic>
      <p:sp>
        <p:nvSpPr>
          <p:cNvPr id="12" name="동의">
            <a:extLst xmlns:a="http://schemas.openxmlformats.org/drawingml/2006/main">
              <a:ext uri="{FF2B5EF4-FFF2-40B4-BE49-F238E27FC236}">
                <a16:creationId xmlns:a16="http://schemas.microsoft.com/office/drawing/2014/main" id="{5649FE33-5CD2-4614-BAD0-947EFFCFA157}"/>
              </a:ext>
            </a:extLst>
          </p:cNvPr>
          <p:cNvSpPr>
            <a:spLocks xmlns:a="http://schemas.openxmlformats.org/drawingml/2006/main" noGrp="1"/>
          </p:cNvSpPr>
          <p:nvPr/>
        </p:nvSpPr>
        <p:spPr>
          <a:xfrm xmlns:a="http://schemas.openxmlformats.org/drawingml/2006/main">
            <a:off x="4705350" y="3562350"/>
            <a:ext cx="1828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626262"/>
                </a:solidFill>
                <a:latin typeface="Noto Sans KR"/>
                <a:ea typeface="Noto Sans KR"/>
                <a:cs typeface="Noto Sans KR"/>
              </a:defRPr>
            </a:defPPr>
          </a:lstStyle>
          <a:p xmlns:a="http://schemas.openxmlformats.org/drawingml/2006/main">
            <a:pPr algn="ctr">
              <a:defRPr sz="1875" b="0">
                <a:solidFill>
                  <a:srgbClr val="626262"/>
                </a:solidFill>
                <a:latin typeface="Noto Sans KR"/>
                <a:ea typeface="Noto Sans KR"/>
                <a:cs typeface="Noto Sans KR"/>
              </a:defRPr>
            </a:pPr>
            <a:r>
              <a:rPr sz="1875" b="0">
                <a:solidFill>
                  <a:srgbClr val="626262"/>
                </a:solidFill>
                <a:latin typeface="Noto Sans KR"/>
                <a:ea typeface="Noto Sans KR"/>
                <a:cs typeface="Noto Sans KR"/>
              </a:rPr>
              <a:t>동의</a:t>
            </a:r>
          </a:p>
        </p:txBody>
      </p:sp>
      <p:pic>
        <p:nvPicPr>
          <p:cNvPr id="13" name="">
            <a:extLst xmlns:a="http://schemas.openxmlformats.org/drawingml/2006/main">
              <a:ext uri="{FF2B5EF4-FFF2-40B4-BE49-F238E27FC236}">
                <a16:creationId xmlns:a16="http://schemas.microsoft.com/office/drawing/2014/main" id="{9484FA5B-2DE0-44CE-BAE2-D6A472E80560}"/>
              </a:ext>
            </a:extLst>
          </p:cNvPr>
          <p:cNvPicPr>
            <a:picLocks xmlns:a="http://schemas.openxmlformats.org/drawingml/2006/main" noChangeAspect="1"/>
          </p:cNvPicPr>
          <p:nvPr/>
        </p:nvPicPr>
        <p:blipFill>
          <a:blip xmlns:r="http://schemas.openxmlformats.org/officeDocument/2006/relationships" xmlns:a="http://schemas.openxmlformats.org/drawingml/2006/main" r:embed="R245dfe2910ce47a6"/>
          <a:stretch xmlns:a="http://schemas.openxmlformats.org/drawingml/2006/main"/>
        </p:blipFill>
        <p:spPr>
          <a:xfrm xmlns:a="http://schemas.openxmlformats.org/drawingml/2006/main">
            <a:off x="6591300" y="2209800"/>
            <a:ext cx="266700" cy="26670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FD93F3D9-0A13-4F52-AC98-6FBE4970A349}"/>
              </a:ext>
            </a:extLst>
          </p:cNvPr>
          <p:cNvPicPr>
            <a:picLocks xmlns:a="http://schemas.openxmlformats.org/drawingml/2006/main" noChangeAspect="1"/>
          </p:cNvPicPr>
          <p:nvPr/>
        </p:nvPicPr>
        <p:blipFill>
          <a:blip xmlns:r="http://schemas.openxmlformats.org/officeDocument/2006/relationships" xmlns:a="http://schemas.openxmlformats.org/drawingml/2006/main" r:embed="R810e1dac6d6f4724"/>
          <a:stretch xmlns:a="http://schemas.openxmlformats.org/drawingml/2006/main"/>
        </p:blipFill>
        <p:spPr>
          <a:xfrm xmlns:a="http://schemas.openxmlformats.org/drawingml/2006/main">
            <a:off x="7440168" y="1991868"/>
            <a:ext cx="778764" cy="778764"/>
          </a:xfrm>
          <a:prstGeom xmlns:a="http://schemas.openxmlformats.org/drawingml/2006/main" prst="rect">
            <a:avLst/>
          </a:prstGeom>
        </p:spPr>
      </p:pic>
      <p:sp>
        <p:nvSpPr>
          <p:cNvPr id="15" name="법률 확인">
            <a:extLst xmlns:a="http://schemas.openxmlformats.org/drawingml/2006/main">
              <a:ext uri="{FF2B5EF4-FFF2-40B4-BE49-F238E27FC236}">
                <a16:creationId xmlns:a16="http://schemas.microsoft.com/office/drawing/2014/main" id="{D8910779-83B8-42F7-A564-B8073A9B063B}"/>
              </a:ext>
            </a:extLst>
          </p:cNvPr>
          <p:cNvSpPr>
            <a:spLocks xmlns:a="http://schemas.openxmlformats.org/drawingml/2006/main" noGrp="1"/>
          </p:cNvSpPr>
          <p:nvPr/>
        </p:nvSpPr>
        <p:spPr>
          <a:xfrm xmlns:a="http://schemas.openxmlformats.org/drawingml/2006/main">
            <a:off x="6915150" y="3562350"/>
            <a:ext cx="1828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626262"/>
                </a:solidFill>
                <a:latin typeface="Noto Sans KR"/>
                <a:ea typeface="Noto Sans KR"/>
                <a:cs typeface="Noto Sans KR"/>
              </a:defRPr>
            </a:defPPr>
          </a:lstStyle>
          <a:p xmlns:a="http://schemas.openxmlformats.org/drawingml/2006/main">
            <a:pPr algn="ctr">
              <a:defRPr sz="1875" b="0">
                <a:solidFill>
                  <a:srgbClr val="626262"/>
                </a:solidFill>
                <a:latin typeface="Noto Sans KR"/>
                <a:ea typeface="Noto Sans KR"/>
                <a:cs typeface="Noto Sans KR"/>
              </a:defRPr>
            </a:pPr>
            <a:r>
              <a:rPr sz="1875" b="0">
                <a:solidFill>
                  <a:srgbClr val="626262"/>
                </a:solidFill>
                <a:latin typeface="Noto Sans KR"/>
                <a:ea typeface="Noto Sans KR"/>
                <a:cs typeface="Noto Sans KR"/>
              </a:rPr>
              <a:t>법률 확인</a:t>
            </a:r>
          </a:p>
        </p:txBody>
      </p:sp>
    </p:spTree>
    <p:extLst>
      <p:ext uri="{BB962C8B-B14F-4D97-AF65-F5344CB8AC3E}">
        <p14:creationId xmlns:p14="http://schemas.microsoft.com/office/powerpoint/2010/main" val="88959422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53" name="Template artwork 10053"/>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4" name="Template artwork 10054"/>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5" name="Template artwork 10055"/>
          <p:cNvSpPr>
            <a:spLocks xmlns:a="http://schemas.openxmlformats.org/drawingml/2006/main" noGrp="1"/>
          </p:cNvSpPr>
          <p:nvPr/>
        </p:nvSpPr>
        <p:spPr>
          <a:xfrm xmlns:a="http://schemas.openxmlformats.org/drawingml/2006/main">
            <a:off x="1257300" y="1438275"/>
            <a:ext cx="1714500" cy="171450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056" name="Template artwork 10056"/>
          <p:cNvSpPr>
            <a:spLocks xmlns:a="http://schemas.openxmlformats.org/drawingml/2006/main" noGrp="1"/>
          </p:cNvSpPr>
          <p:nvPr/>
        </p:nvSpPr>
        <p:spPr>
          <a:xfrm xmlns:a="http://schemas.openxmlformats.org/drawingml/2006/main">
            <a:off x="5600700" y="1438275"/>
            <a:ext cx="1714500" cy="1714500"/>
          </a:xfrm>
          <a:prstGeom xmlns:a="http://schemas.openxmlformats.org/drawingml/2006/main" prst="ellipse">
            <a:avLst/>
          </a:prstGeom>
          <a:solidFill xmlns:a="http://schemas.openxmlformats.org/drawingml/2006/main">
            <a:srgbClr val="ABCA48"/>
          </a:solidFill>
          <a:ln xmlns:a="http://schemas.openxmlformats.org/drawingml/2006/main" w="19050" cap="flat" cmpd="sng">
            <a:solidFill>
              <a:srgbClr val="ABCA48"/>
            </a:solidFill>
            <a:prstDash val="solid"/>
            <a:round/>
          </a:ln>
        </p:spPr>
        <p:txBody>
          <a:bodyPr xmlns:a="http://schemas.openxmlformats.org/drawingml/2006/main"/>
          <a:lstStyle xmlns:a="http://schemas.openxmlformats.org/drawingml/2006/main"/>
          <a:p xmlns:a="http://schemas.openxmlformats.org/drawingml/2006/main"/>
        </p:txBody>
      </p:sp>
      <p:sp>
        <p:nvSpPr>
          <p:cNvPr id="11" name="15">
            <a:extLst xmlns:a="http://schemas.openxmlformats.org/drawingml/2006/main">
              <a:ext uri="{FF2B5EF4-FFF2-40B4-BE49-F238E27FC236}">
                <a16:creationId xmlns:a16="http://schemas.microsoft.com/office/drawing/2014/main" id="{6FA743B6-8633-452B-AF25-15DDD82226B6}"/>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15</a:t>
            </a:r>
          </a:p>
        </p:txBody>
      </p:sp>
      <p:sp>
        <p:nvSpPr>
          <p:cNvPr id="2" name="명문가">
            <a:extLst xmlns:a="http://schemas.openxmlformats.org/drawingml/2006/main">
              <a:ext uri="{FF2B5EF4-FFF2-40B4-BE49-F238E27FC236}">
                <a16:creationId xmlns:a16="http://schemas.microsoft.com/office/drawing/2014/main" id="{69A829CA-6AFE-4787-8881-698703AC5FDD}"/>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설립 준비">
            <a:extLst xmlns:a="http://schemas.openxmlformats.org/drawingml/2006/main">
              <a:ext uri="{FF2B5EF4-FFF2-40B4-BE49-F238E27FC236}">
                <a16:creationId xmlns:a16="http://schemas.microsoft.com/office/drawing/2014/main" id="{7AA03861-91AB-4B8E-A0B5-2642CC48D599}"/>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설립 준비</a:t>
            </a:r>
          </a:p>
        </p:txBody>
      </p:sp>
      <p:sp>
        <p:nvSpPr>
          <p:cNvPr id="4" name="구현 목표    법무사 후보는 가상 데이터">
            <a:extLst xmlns:a="http://schemas.openxmlformats.org/drawingml/2006/main">
              <a:ext uri="{FF2B5EF4-FFF2-40B4-BE49-F238E27FC236}">
                <a16:creationId xmlns:a16="http://schemas.microsoft.com/office/drawing/2014/main" id="{D1482A94-8E8A-4E03-94CD-A50B59325760}"/>
              </a:ext>
            </a:extLst>
          </p:cNvPr>
          <p:cNvSpPr>
            <a:spLocks xmlns:a="http://schemas.openxmlformats.org/drawingml/2006/main" noGrp="1"/>
          </p:cNvSpPr>
          <p:nvPr/>
        </p:nvSpPr>
        <p:spPr>
          <a:xfrm xmlns:a="http://schemas.openxmlformats.org/drawingml/2006/main">
            <a:off x="476250" y="455295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rPr>
              <a:t>구현 목표    법무사 후보는 가상 데이터</a:t>
            </a:r>
          </a:p>
        </p:txBody>
      </p:sp>
      <p:pic>
        <p:nvPicPr>
          <p:cNvPr id="5" name="">
            <a:extLst xmlns:a="http://schemas.openxmlformats.org/drawingml/2006/main">
              <a:ext uri="{FF2B5EF4-FFF2-40B4-BE49-F238E27FC236}">
                <a16:creationId xmlns:a16="http://schemas.microsoft.com/office/drawing/2014/main" id="{42A16DE0-89A3-4A28-A419-03B30306F273}"/>
              </a:ext>
            </a:extLst>
          </p:cNvPr>
          <p:cNvPicPr>
            <a:picLocks xmlns:a="http://schemas.openxmlformats.org/drawingml/2006/main" noChangeAspect="1"/>
          </p:cNvPicPr>
          <p:nvPr/>
        </p:nvPicPr>
        <p:blipFill>
          <a:blip xmlns:r="http://schemas.openxmlformats.org/officeDocument/2006/relationships" xmlns:a="http://schemas.openxmlformats.org/drawingml/2006/main" r:embed="Rce1bd56d17404b8a"/>
          <a:stretch xmlns:a="http://schemas.openxmlformats.org/drawingml/2006/main"/>
        </p:blipFill>
        <p:spPr>
          <a:xfrm xmlns:a="http://schemas.openxmlformats.org/drawingml/2006/main">
            <a:off x="1634490" y="1815465"/>
            <a:ext cx="960120" cy="960120"/>
          </a:xfrm>
          <a:prstGeom xmlns:a="http://schemas.openxmlformats.org/drawingml/2006/main" prst="rect">
            <a:avLst/>
          </a:prstGeom>
        </p:spPr>
      </p:pic>
      <p:sp>
        <p:nvSpPr>
          <p:cNvPr id="6" name="준비 서류">
            <a:extLst xmlns:a="http://schemas.openxmlformats.org/drawingml/2006/main">
              <a:ext uri="{FF2B5EF4-FFF2-40B4-BE49-F238E27FC236}">
                <a16:creationId xmlns:a16="http://schemas.microsoft.com/office/drawing/2014/main" id="{B76AC48A-61B7-477E-83DA-0BFD60C6EEFD}"/>
              </a:ext>
            </a:extLst>
          </p:cNvPr>
          <p:cNvSpPr>
            <a:spLocks xmlns:a="http://schemas.openxmlformats.org/drawingml/2006/main" noGrp="1"/>
          </p:cNvSpPr>
          <p:nvPr/>
        </p:nvSpPr>
        <p:spPr>
          <a:xfrm xmlns:a="http://schemas.openxmlformats.org/drawingml/2006/main">
            <a:off x="438150" y="3400425"/>
            <a:ext cx="3924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0">
                <a:solidFill>
                  <a:srgbClr val="626262"/>
                </a:solidFill>
                <a:latin typeface="Noto Sans KR"/>
                <a:ea typeface="Noto Sans KR"/>
                <a:cs typeface="Noto Sans KR"/>
              </a:defRPr>
            </a:defPPr>
          </a:lstStyle>
          <a:p xmlns:a="http://schemas.openxmlformats.org/drawingml/2006/main">
            <a:pPr algn="ctr">
              <a:defRPr sz="2250" b="0">
                <a:solidFill>
                  <a:srgbClr val="626262"/>
                </a:solidFill>
                <a:latin typeface="Noto Sans KR"/>
                <a:ea typeface="Noto Sans KR"/>
                <a:cs typeface="Noto Sans KR"/>
              </a:defRPr>
            </a:pPr>
            <a:r>
              <a:rPr sz="2250" b="0">
                <a:solidFill>
                  <a:srgbClr val="626262"/>
                </a:solidFill>
                <a:latin typeface="Noto Sans KR"/>
                <a:ea typeface="Noto Sans KR"/>
                <a:cs typeface="Noto Sans KR"/>
              </a:rPr>
              <a:t>준비 서류</a:t>
            </a:r>
          </a:p>
        </p:txBody>
      </p:sp>
      <p:sp>
        <p:nvSpPr>
          <p:cNvPr id="7" name="추가 확인 항목">
            <a:extLst xmlns:a="http://schemas.openxmlformats.org/drawingml/2006/main">
              <a:ext uri="{FF2B5EF4-FFF2-40B4-BE49-F238E27FC236}">
                <a16:creationId xmlns:a16="http://schemas.microsoft.com/office/drawing/2014/main" id="{872F5CA1-B4E1-449D-994E-782738BE5C40}"/>
              </a:ext>
            </a:extLst>
          </p:cNvPr>
          <p:cNvSpPr>
            <a:spLocks xmlns:a="http://schemas.openxmlformats.org/drawingml/2006/main" noGrp="1"/>
          </p:cNvSpPr>
          <p:nvPr/>
        </p:nvSpPr>
        <p:spPr>
          <a:xfrm xmlns:a="http://schemas.openxmlformats.org/drawingml/2006/main">
            <a:off x="438150" y="3943350"/>
            <a:ext cx="392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26262"/>
                </a:solidFill>
                <a:latin typeface="Noto Sans KR"/>
                <a:ea typeface="Noto Sans KR"/>
                <a:cs typeface="Noto Sans KR"/>
              </a:defRPr>
            </a:defPPr>
          </a:lstStyle>
          <a:p xmlns:a="http://schemas.openxmlformats.org/drawingml/2006/main">
            <a:pPr algn="ctr">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추가 확인 항목</a:t>
            </a:r>
          </a:p>
        </p:txBody>
      </p:sp>
      <p:pic>
        <p:nvPicPr>
          <p:cNvPr id="8" name="">
            <a:extLst xmlns:a="http://schemas.openxmlformats.org/drawingml/2006/main">
              <a:ext uri="{FF2B5EF4-FFF2-40B4-BE49-F238E27FC236}">
                <a16:creationId xmlns:a16="http://schemas.microsoft.com/office/drawing/2014/main" id="{783E592D-2477-4153-95C2-BD28FBADB415}"/>
              </a:ext>
            </a:extLst>
          </p:cNvPr>
          <p:cNvPicPr>
            <a:picLocks xmlns:a="http://schemas.openxmlformats.org/drawingml/2006/main" noChangeAspect="1"/>
          </p:cNvPicPr>
          <p:nvPr/>
        </p:nvPicPr>
        <p:blipFill>
          <a:blip xmlns:r="http://schemas.openxmlformats.org/officeDocument/2006/relationships" xmlns:a="http://schemas.openxmlformats.org/drawingml/2006/main" r:embed="R01b496d8f1d442ac"/>
          <a:stretch xmlns:a="http://schemas.openxmlformats.org/drawingml/2006/main"/>
        </p:blipFill>
        <p:spPr>
          <a:xfrm xmlns:a="http://schemas.openxmlformats.org/drawingml/2006/main">
            <a:off x="5977890" y="1815465"/>
            <a:ext cx="960120" cy="960120"/>
          </a:xfrm>
          <a:prstGeom xmlns:a="http://schemas.openxmlformats.org/drawingml/2006/main" prst="rect">
            <a:avLst/>
          </a:prstGeom>
        </p:spPr>
      </p:pic>
      <p:sp>
        <p:nvSpPr>
          <p:cNvPr id="9" name="법무사 후보">
            <a:extLst xmlns:a="http://schemas.openxmlformats.org/drawingml/2006/main">
              <a:ext uri="{FF2B5EF4-FFF2-40B4-BE49-F238E27FC236}">
                <a16:creationId xmlns:a16="http://schemas.microsoft.com/office/drawing/2014/main" id="{41E3BA65-3DA4-4844-B501-DAEF7BE8B819}"/>
              </a:ext>
            </a:extLst>
          </p:cNvPr>
          <p:cNvSpPr>
            <a:spLocks xmlns:a="http://schemas.openxmlformats.org/drawingml/2006/main" noGrp="1"/>
          </p:cNvSpPr>
          <p:nvPr/>
        </p:nvSpPr>
        <p:spPr>
          <a:xfrm xmlns:a="http://schemas.openxmlformats.org/drawingml/2006/main">
            <a:off x="4772025" y="3400425"/>
            <a:ext cx="3924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0">
                <a:solidFill>
                  <a:srgbClr val="626262"/>
                </a:solidFill>
                <a:latin typeface="Noto Sans KR"/>
                <a:ea typeface="Noto Sans KR"/>
                <a:cs typeface="Noto Sans KR"/>
              </a:defRPr>
            </a:defPPr>
          </a:lstStyle>
          <a:p xmlns:a="http://schemas.openxmlformats.org/drawingml/2006/main">
            <a:pPr algn="ctr">
              <a:defRPr sz="2250" b="0">
                <a:solidFill>
                  <a:srgbClr val="626262"/>
                </a:solidFill>
                <a:latin typeface="Noto Sans KR"/>
                <a:ea typeface="Noto Sans KR"/>
                <a:cs typeface="Noto Sans KR"/>
              </a:defRPr>
            </a:pPr>
            <a:r>
              <a:rPr sz="2250" b="0">
                <a:solidFill>
                  <a:srgbClr val="626262"/>
                </a:solidFill>
                <a:latin typeface="Noto Sans KR"/>
                <a:ea typeface="Noto Sans KR"/>
                <a:cs typeface="Noto Sans KR"/>
              </a:rPr>
              <a:t>법무사 후보</a:t>
            </a:r>
          </a:p>
        </p:txBody>
      </p:sp>
      <p:sp>
        <p:nvSpPr>
          <p:cNvPr id="10" name="조건별 추천">
            <a:extLst xmlns:a="http://schemas.openxmlformats.org/drawingml/2006/main">
              <a:ext uri="{FF2B5EF4-FFF2-40B4-BE49-F238E27FC236}">
                <a16:creationId xmlns:a16="http://schemas.microsoft.com/office/drawing/2014/main" id="{E798EAC0-6507-48C7-8C02-F0D5BC5CA044}"/>
              </a:ext>
            </a:extLst>
          </p:cNvPr>
          <p:cNvSpPr>
            <a:spLocks xmlns:a="http://schemas.openxmlformats.org/drawingml/2006/main" noGrp="1"/>
          </p:cNvSpPr>
          <p:nvPr/>
        </p:nvSpPr>
        <p:spPr>
          <a:xfrm xmlns:a="http://schemas.openxmlformats.org/drawingml/2006/main">
            <a:off x="4772025" y="3943350"/>
            <a:ext cx="392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26262"/>
                </a:solidFill>
                <a:latin typeface="Noto Sans KR"/>
                <a:ea typeface="Noto Sans KR"/>
                <a:cs typeface="Noto Sans KR"/>
              </a:defRPr>
            </a:defPPr>
          </a:lstStyle>
          <a:p xmlns:a="http://schemas.openxmlformats.org/drawingml/2006/main">
            <a:pPr algn="ctr">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조건별 추천</a:t>
            </a:r>
          </a:p>
        </p:txBody>
      </p:sp>
    </p:spTree>
    <p:extLst>
      <p:ext uri="{BB962C8B-B14F-4D97-AF65-F5344CB8AC3E}">
        <p14:creationId xmlns:p14="http://schemas.microsoft.com/office/powerpoint/2010/main" val="38687921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57" name="Template artwork 10057"/>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8" name="Template artwork 10058"/>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9" name="Template artwork 10059"/>
          <p:cNvSpPr>
            <a:spLocks xmlns:a="http://schemas.openxmlformats.org/drawingml/2006/main" noGrp="1"/>
          </p:cNvSpPr>
          <p:nvPr/>
        </p:nvSpPr>
        <p:spPr>
          <a:xfrm xmlns:a="http://schemas.openxmlformats.org/drawingml/2006/main">
            <a:off x="1257300" y="1438275"/>
            <a:ext cx="1714500" cy="171450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060" name="Template artwork 10060"/>
          <p:cNvSpPr>
            <a:spLocks xmlns:a="http://schemas.openxmlformats.org/drawingml/2006/main" noGrp="1"/>
          </p:cNvSpPr>
          <p:nvPr/>
        </p:nvSpPr>
        <p:spPr>
          <a:xfrm xmlns:a="http://schemas.openxmlformats.org/drawingml/2006/main">
            <a:off x="5600700" y="1438275"/>
            <a:ext cx="1714500" cy="1714500"/>
          </a:xfrm>
          <a:prstGeom xmlns:a="http://schemas.openxmlformats.org/drawingml/2006/main" prst="ellipse">
            <a:avLst/>
          </a:prstGeom>
          <a:solidFill xmlns:a="http://schemas.openxmlformats.org/drawingml/2006/main">
            <a:srgbClr val="ABCA48"/>
          </a:solidFill>
          <a:ln xmlns:a="http://schemas.openxmlformats.org/drawingml/2006/main" w="19050" cap="flat" cmpd="sng">
            <a:solidFill>
              <a:srgbClr val="ABCA48"/>
            </a:solidFill>
            <a:prstDash val="solid"/>
            <a:round/>
          </a:ln>
        </p:spPr>
        <p:txBody>
          <a:bodyPr xmlns:a="http://schemas.openxmlformats.org/drawingml/2006/main"/>
          <a:lstStyle xmlns:a="http://schemas.openxmlformats.org/drawingml/2006/main"/>
          <a:p xmlns:a="http://schemas.openxmlformats.org/drawingml/2006/main"/>
        </p:txBody>
      </p:sp>
      <p:sp>
        <p:nvSpPr>
          <p:cNvPr id="11" name="16">
            <a:extLst xmlns:a="http://schemas.openxmlformats.org/drawingml/2006/main">
              <a:ext uri="{FF2B5EF4-FFF2-40B4-BE49-F238E27FC236}">
                <a16:creationId xmlns:a16="http://schemas.microsoft.com/office/drawing/2014/main" id="{406491B4-845D-4D7D-A3B0-CDF4B59A8746}"/>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16</a:t>
            </a:r>
          </a:p>
        </p:txBody>
      </p:sp>
      <p:sp>
        <p:nvSpPr>
          <p:cNvPr id="2" name="명문가">
            <a:extLst xmlns:a="http://schemas.openxmlformats.org/drawingml/2006/main">
              <a:ext uri="{FF2B5EF4-FFF2-40B4-BE49-F238E27FC236}">
                <a16:creationId xmlns:a16="http://schemas.microsoft.com/office/drawing/2014/main" id="{0F60C245-F993-4BD6-BC7C-B82068E3991A}"/>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회의 녹음과 기존 회의록">
            <a:extLst xmlns:a="http://schemas.openxmlformats.org/drawingml/2006/main">
              <a:ext uri="{FF2B5EF4-FFF2-40B4-BE49-F238E27FC236}">
                <a16:creationId xmlns:a16="http://schemas.microsoft.com/office/drawing/2014/main" id="{8DAB729D-2425-4F77-9B0E-13BE5B1B9921}"/>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회의 녹음과 기존 회의록</a:t>
            </a:r>
          </a:p>
        </p:txBody>
      </p:sp>
      <p:sp>
        <p:nvSpPr>
          <p:cNvPr id="4" name="구현 목표">
            <a:extLst xmlns:a="http://schemas.openxmlformats.org/drawingml/2006/main">
              <a:ext uri="{FF2B5EF4-FFF2-40B4-BE49-F238E27FC236}">
                <a16:creationId xmlns:a16="http://schemas.microsoft.com/office/drawing/2014/main" id="{BAE201A9-DB41-44A9-8448-18EB27AB34D5}"/>
              </a:ext>
            </a:extLst>
          </p:cNvPr>
          <p:cNvSpPr>
            <a:spLocks xmlns:a="http://schemas.openxmlformats.org/drawingml/2006/main" noGrp="1"/>
          </p:cNvSpPr>
          <p:nvPr/>
        </p:nvSpPr>
        <p:spPr>
          <a:xfrm xmlns:a="http://schemas.openxmlformats.org/drawingml/2006/main">
            <a:off x="476250" y="455295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rPr>
              <a:t>구현 목표</a:t>
            </a:r>
          </a:p>
        </p:txBody>
      </p:sp>
      <p:pic>
        <p:nvPicPr>
          <p:cNvPr id="5" name="">
            <a:extLst xmlns:a="http://schemas.openxmlformats.org/drawingml/2006/main">
              <a:ext uri="{FF2B5EF4-FFF2-40B4-BE49-F238E27FC236}">
                <a16:creationId xmlns:a16="http://schemas.microsoft.com/office/drawing/2014/main" id="{37C1F9CB-DFC4-49CB-84DC-F1C33FD816AD}"/>
              </a:ext>
            </a:extLst>
          </p:cNvPr>
          <p:cNvPicPr>
            <a:picLocks xmlns:a="http://schemas.openxmlformats.org/drawingml/2006/main" noChangeAspect="1"/>
          </p:cNvPicPr>
          <p:nvPr/>
        </p:nvPicPr>
        <p:blipFill>
          <a:blip xmlns:r="http://schemas.openxmlformats.org/officeDocument/2006/relationships" xmlns:a="http://schemas.openxmlformats.org/drawingml/2006/main" r:embed="Rf628a9db78ef4d60"/>
          <a:stretch xmlns:a="http://schemas.openxmlformats.org/drawingml/2006/main"/>
        </p:blipFill>
        <p:spPr>
          <a:xfrm xmlns:a="http://schemas.openxmlformats.org/drawingml/2006/main">
            <a:off x="1634490" y="1815465"/>
            <a:ext cx="960120" cy="960120"/>
          </a:xfrm>
          <a:prstGeom xmlns:a="http://schemas.openxmlformats.org/drawingml/2006/main" prst="rect">
            <a:avLst/>
          </a:prstGeom>
        </p:spPr>
      </p:pic>
      <p:sp>
        <p:nvSpPr>
          <p:cNvPr id="6" name="녹음 전사">
            <a:extLst xmlns:a="http://schemas.openxmlformats.org/drawingml/2006/main">
              <a:ext uri="{FF2B5EF4-FFF2-40B4-BE49-F238E27FC236}">
                <a16:creationId xmlns:a16="http://schemas.microsoft.com/office/drawing/2014/main" id="{AD44A950-CB1D-4D17-B14A-6899B5F7F3EB}"/>
              </a:ext>
            </a:extLst>
          </p:cNvPr>
          <p:cNvSpPr>
            <a:spLocks xmlns:a="http://schemas.openxmlformats.org/drawingml/2006/main" noGrp="1"/>
          </p:cNvSpPr>
          <p:nvPr/>
        </p:nvSpPr>
        <p:spPr>
          <a:xfrm xmlns:a="http://schemas.openxmlformats.org/drawingml/2006/main">
            <a:off x="438150" y="3400425"/>
            <a:ext cx="3924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0">
                <a:solidFill>
                  <a:srgbClr val="626262"/>
                </a:solidFill>
                <a:latin typeface="Noto Sans KR"/>
                <a:ea typeface="Noto Sans KR"/>
                <a:cs typeface="Noto Sans KR"/>
              </a:defRPr>
            </a:defPPr>
          </a:lstStyle>
          <a:p xmlns:a="http://schemas.openxmlformats.org/drawingml/2006/main">
            <a:pPr algn="ctr">
              <a:defRPr sz="2250" b="0">
                <a:solidFill>
                  <a:srgbClr val="626262"/>
                </a:solidFill>
                <a:latin typeface="Noto Sans KR"/>
                <a:ea typeface="Noto Sans KR"/>
                <a:cs typeface="Noto Sans KR"/>
              </a:defRPr>
            </a:pPr>
            <a:r>
              <a:rPr sz="2250" b="0">
                <a:solidFill>
                  <a:srgbClr val="626262"/>
                </a:solidFill>
                <a:latin typeface="Noto Sans KR"/>
                <a:ea typeface="Noto Sans KR"/>
                <a:cs typeface="Noto Sans KR"/>
              </a:rPr>
              <a:t>녹음 전사</a:t>
            </a:r>
          </a:p>
        </p:txBody>
      </p:sp>
      <p:sp>
        <p:nvSpPr>
          <p:cNvPr id="7" name="인명, 금액 확인">
            <a:extLst xmlns:a="http://schemas.openxmlformats.org/drawingml/2006/main">
              <a:ext uri="{FF2B5EF4-FFF2-40B4-BE49-F238E27FC236}">
                <a16:creationId xmlns:a16="http://schemas.microsoft.com/office/drawing/2014/main" id="{026C623B-EA15-4E6A-88A1-A2EA8C1C916F}"/>
              </a:ext>
            </a:extLst>
          </p:cNvPr>
          <p:cNvSpPr>
            <a:spLocks xmlns:a="http://schemas.openxmlformats.org/drawingml/2006/main" noGrp="1"/>
          </p:cNvSpPr>
          <p:nvPr/>
        </p:nvSpPr>
        <p:spPr>
          <a:xfrm xmlns:a="http://schemas.openxmlformats.org/drawingml/2006/main">
            <a:off x="438150" y="3943350"/>
            <a:ext cx="392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26262"/>
                </a:solidFill>
                <a:latin typeface="Noto Sans KR"/>
                <a:ea typeface="Noto Sans KR"/>
                <a:cs typeface="Noto Sans KR"/>
              </a:defRPr>
            </a:defPPr>
          </a:lstStyle>
          <a:p xmlns:a="http://schemas.openxmlformats.org/drawingml/2006/main">
            <a:pPr algn="ctr">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인명, 금액 확인</a:t>
            </a:r>
          </a:p>
        </p:txBody>
      </p:sp>
      <p:pic>
        <p:nvPicPr>
          <p:cNvPr id="8" name="">
            <a:extLst xmlns:a="http://schemas.openxmlformats.org/drawingml/2006/main">
              <a:ext uri="{FF2B5EF4-FFF2-40B4-BE49-F238E27FC236}">
                <a16:creationId xmlns:a16="http://schemas.microsoft.com/office/drawing/2014/main" id="{1AFA1A42-2214-4885-8019-F4156BC630A7}"/>
              </a:ext>
            </a:extLst>
          </p:cNvPr>
          <p:cNvPicPr>
            <a:picLocks xmlns:a="http://schemas.openxmlformats.org/drawingml/2006/main" noChangeAspect="1"/>
          </p:cNvPicPr>
          <p:nvPr/>
        </p:nvPicPr>
        <p:blipFill>
          <a:blip xmlns:r="http://schemas.openxmlformats.org/officeDocument/2006/relationships" xmlns:a="http://schemas.openxmlformats.org/drawingml/2006/main" r:embed="R1ca0b9b0ba394da5"/>
          <a:stretch xmlns:a="http://schemas.openxmlformats.org/drawingml/2006/main"/>
        </p:blipFill>
        <p:spPr>
          <a:xfrm xmlns:a="http://schemas.openxmlformats.org/drawingml/2006/main">
            <a:off x="5977890" y="1815465"/>
            <a:ext cx="960120" cy="960120"/>
          </a:xfrm>
          <a:prstGeom xmlns:a="http://schemas.openxmlformats.org/drawingml/2006/main" prst="rect">
            <a:avLst/>
          </a:prstGeom>
        </p:spPr>
      </p:pic>
      <p:sp>
        <p:nvSpPr>
          <p:cNvPr id="9" name="회의록 검색">
            <a:extLst xmlns:a="http://schemas.openxmlformats.org/drawingml/2006/main">
              <a:ext uri="{FF2B5EF4-FFF2-40B4-BE49-F238E27FC236}">
                <a16:creationId xmlns:a16="http://schemas.microsoft.com/office/drawing/2014/main" id="{9EC4D96F-99F8-475A-8492-27AF8887D492}"/>
              </a:ext>
            </a:extLst>
          </p:cNvPr>
          <p:cNvSpPr>
            <a:spLocks xmlns:a="http://schemas.openxmlformats.org/drawingml/2006/main" noGrp="1"/>
          </p:cNvSpPr>
          <p:nvPr/>
        </p:nvSpPr>
        <p:spPr>
          <a:xfrm xmlns:a="http://schemas.openxmlformats.org/drawingml/2006/main">
            <a:off x="4772025" y="3400425"/>
            <a:ext cx="3924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0">
                <a:solidFill>
                  <a:srgbClr val="626262"/>
                </a:solidFill>
                <a:latin typeface="Noto Sans KR"/>
                <a:ea typeface="Noto Sans KR"/>
                <a:cs typeface="Noto Sans KR"/>
              </a:defRPr>
            </a:defPPr>
          </a:lstStyle>
          <a:p xmlns:a="http://schemas.openxmlformats.org/drawingml/2006/main">
            <a:pPr algn="ctr">
              <a:defRPr sz="2250" b="0">
                <a:solidFill>
                  <a:srgbClr val="626262"/>
                </a:solidFill>
                <a:latin typeface="Noto Sans KR"/>
                <a:ea typeface="Noto Sans KR"/>
                <a:cs typeface="Noto Sans KR"/>
              </a:defRPr>
            </a:pPr>
            <a:r>
              <a:rPr sz="2250" b="0">
                <a:solidFill>
                  <a:srgbClr val="626262"/>
                </a:solidFill>
                <a:latin typeface="Noto Sans KR"/>
                <a:ea typeface="Noto Sans KR"/>
                <a:cs typeface="Noto Sans KR"/>
              </a:rPr>
              <a:t>회의록 검색</a:t>
            </a:r>
          </a:p>
        </p:txBody>
      </p:sp>
      <p:sp>
        <p:nvSpPr>
          <p:cNvPr id="10" name="원문과 결정 근거">
            <a:extLst xmlns:a="http://schemas.openxmlformats.org/drawingml/2006/main">
              <a:ext uri="{FF2B5EF4-FFF2-40B4-BE49-F238E27FC236}">
                <a16:creationId xmlns:a16="http://schemas.microsoft.com/office/drawing/2014/main" id="{918F9817-809C-4FFE-857B-77E82A5B450C}"/>
              </a:ext>
            </a:extLst>
          </p:cNvPr>
          <p:cNvSpPr>
            <a:spLocks xmlns:a="http://schemas.openxmlformats.org/drawingml/2006/main" noGrp="1"/>
          </p:cNvSpPr>
          <p:nvPr/>
        </p:nvSpPr>
        <p:spPr>
          <a:xfrm xmlns:a="http://schemas.openxmlformats.org/drawingml/2006/main">
            <a:off x="4772025" y="3943350"/>
            <a:ext cx="392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26262"/>
                </a:solidFill>
                <a:latin typeface="Noto Sans KR"/>
                <a:ea typeface="Noto Sans KR"/>
                <a:cs typeface="Noto Sans KR"/>
              </a:defRPr>
            </a:defPPr>
          </a:lstStyle>
          <a:p xmlns:a="http://schemas.openxmlformats.org/drawingml/2006/main">
            <a:pPr algn="ctr">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원문과 결정 근거</a:t>
            </a:r>
          </a:p>
        </p:txBody>
      </p:sp>
    </p:spTree>
    <p:extLst>
      <p:ext uri="{BB962C8B-B14F-4D97-AF65-F5344CB8AC3E}">
        <p14:creationId xmlns:p14="http://schemas.microsoft.com/office/powerpoint/2010/main" val="120143363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61" name="Template artwork 10061"/>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2" name="Template artwork 10062"/>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3" name="Template artwork 10063"/>
          <p:cNvSpPr>
            <a:spLocks xmlns:a="http://schemas.openxmlformats.org/drawingml/2006/main" noGrp="1"/>
          </p:cNvSpPr>
          <p:nvPr/>
        </p:nvSpPr>
        <p:spPr>
          <a:xfrm xmlns:a="http://schemas.openxmlformats.org/drawingml/2006/main">
            <a:off x="1257300" y="1438275"/>
            <a:ext cx="1714500" cy="171450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064" name="Template artwork 10064"/>
          <p:cNvSpPr>
            <a:spLocks xmlns:a="http://schemas.openxmlformats.org/drawingml/2006/main" noGrp="1"/>
          </p:cNvSpPr>
          <p:nvPr/>
        </p:nvSpPr>
        <p:spPr>
          <a:xfrm xmlns:a="http://schemas.openxmlformats.org/drawingml/2006/main">
            <a:off x="5600700" y="1438275"/>
            <a:ext cx="1714500" cy="1714500"/>
          </a:xfrm>
          <a:prstGeom xmlns:a="http://schemas.openxmlformats.org/drawingml/2006/main" prst="ellipse">
            <a:avLst/>
          </a:prstGeom>
          <a:solidFill xmlns:a="http://schemas.openxmlformats.org/drawingml/2006/main">
            <a:srgbClr val="ABCA48"/>
          </a:solidFill>
          <a:ln xmlns:a="http://schemas.openxmlformats.org/drawingml/2006/main" w="19050" cap="flat" cmpd="sng">
            <a:solidFill>
              <a:srgbClr val="ABCA48"/>
            </a:solidFill>
            <a:prstDash val="solid"/>
            <a:round/>
          </a:ln>
        </p:spPr>
        <p:txBody>
          <a:bodyPr xmlns:a="http://schemas.openxmlformats.org/drawingml/2006/main"/>
          <a:lstStyle xmlns:a="http://schemas.openxmlformats.org/drawingml/2006/main"/>
          <a:p xmlns:a="http://schemas.openxmlformats.org/drawingml/2006/main"/>
        </p:txBody>
      </p:sp>
      <p:sp>
        <p:nvSpPr>
          <p:cNvPr id="11" name="17">
            <a:extLst xmlns:a="http://schemas.openxmlformats.org/drawingml/2006/main">
              <a:ext uri="{FF2B5EF4-FFF2-40B4-BE49-F238E27FC236}">
                <a16:creationId xmlns:a16="http://schemas.microsoft.com/office/drawing/2014/main" id="{547E55EA-AE93-453A-A070-1CE3EAEF96F5}"/>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17</a:t>
            </a:r>
          </a:p>
        </p:txBody>
      </p:sp>
      <p:sp>
        <p:nvSpPr>
          <p:cNvPr id="2" name="명문가">
            <a:extLst xmlns:a="http://schemas.openxmlformats.org/drawingml/2006/main">
              <a:ext uri="{FF2B5EF4-FFF2-40B4-BE49-F238E27FC236}">
                <a16:creationId xmlns:a16="http://schemas.microsoft.com/office/drawing/2014/main" id="{D1A1E65B-1DEC-43F6-BA8E-D7C83A5D7114}"/>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문서 초안과 동의 요청">
            <a:extLst xmlns:a="http://schemas.openxmlformats.org/drawingml/2006/main">
              <a:ext uri="{FF2B5EF4-FFF2-40B4-BE49-F238E27FC236}">
                <a16:creationId xmlns:a16="http://schemas.microsoft.com/office/drawing/2014/main" id="{6DEFB469-EEB3-4E9D-90A3-0145F0CFA1E6}"/>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문서 초안과 동의 요청</a:t>
            </a:r>
          </a:p>
        </p:txBody>
      </p:sp>
      <p:sp>
        <p:nvSpPr>
          <p:cNvPr id="4" name="구현 목표    외부 푸시는 mock">
            <a:extLst xmlns:a="http://schemas.openxmlformats.org/drawingml/2006/main">
              <a:ext uri="{FF2B5EF4-FFF2-40B4-BE49-F238E27FC236}">
                <a16:creationId xmlns:a16="http://schemas.microsoft.com/office/drawing/2014/main" id="{010A9CC9-F300-4ACB-8607-5B12A61CA909}"/>
              </a:ext>
            </a:extLst>
          </p:cNvPr>
          <p:cNvSpPr>
            <a:spLocks xmlns:a="http://schemas.openxmlformats.org/drawingml/2006/main" noGrp="1"/>
          </p:cNvSpPr>
          <p:nvPr/>
        </p:nvSpPr>
        <p:spPr>
          <a:xfrm xmlns:a="http://schemas.openxmlformats.org/drawingml/2006/main">
            <a:off x="476250" y="455295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rPr>
              <a:t>구현 목표    외부 푸시는 mock</a:t>
            </a:r>
          </a:p>
        </p:txBody>
      </p:sp>
      <p:pic>
        <p:nvPicPr>
          <p:cNvPr id="5" name="">
            <a:extLst xmlns:a="http://schemas.openxmlformats.org/drawingml/2006/main">
              <a:ext uri="{FF2B5EF4-FFF2-40B4-BE49-F238E27FC236}">
                <a16:creationId xmlns:a16="http://schemas.microsoft.com/office/drawing/2014/main" id="{E6A2EB11-F4D7-4BF4-BE30-8A781DE1CE09}"/>
              </a:ext>
            </a:extLst>
          </p:cNvPr>
          <p:cNvPicPr>
            <a:picLocks xmlns:a="http://schemas.openxmlformats.org/drawingml/2006/main" noChangeAspect="1"/>
          </p:cNvPicPr>
          <p:nvPr/>
        </p:nvPicPr>
        <p:blipFill>
          <a:blip xmlns:r="http://schemas.openxmlformats.org/officeDocument/2006/relationships" xmlns:a="http://schemas.openxmlformats.org/drawingml/2006/main" r:embed="Rfafa62a5aa4f4466"/>
          <a:stretch xmlns:a="http://schemas.openxmlformats.org/drawingml/2006/main"/>
        </p:blipFill>
        <p:spPr>
          <a:xfrm xmlns:a="http://schemas.openxmlformats.org/drawingml/2006/main">
            <a:off x="1634490" y="1815465"/>
            <a:ext cx="960120" cy="960120"/>
          </a:xfrm>
          <a:prstGeom xmlns:a="http://schemas.openxmlformats.org/drawingml/2006/main" prst="rect">
            <a:avLst/>
          </a:prstGeom>
        </p:spPr>
      </p:pic>
      <p:sp>
        <p:nvSpPr>
          <p:cNvPr id="6" name="문서 초안">
            <a:extLst xmlns:a="http://schemas.openxmlformats.org/drawingml/2006/main">
              <a:ext uri="{FF2B5EF4-FFF2-40B4-BE49-F238E27FC236}">
                <a16:creationId xmlns:a16="http://schemas.microsoft.com/office/drawing/2014/main" id="{917F97FB-8F2B-4890-AF36-91949ED469D8}"/>
              </a:ext>
            </a:extLst>
          </p:cNvPr>
          <p:cNvSpPr>
            <a:spLocks xmlns:a="http://schemas.openxmlformats.org/drawingml/2006/main" noGrp="1"/>
          </p:cNvSpPr>
          <p:nvPr/>
        </p:nvSpPr>
        <p:spPr>
          <a:xfrm xmlns:a="http://schemas.openxmlformats.org/drawingml/2006/main">
            <a:off x="438150" y="3400425"/>
            <a:ext cx="3924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0">
                <a:solidFill>
                  <a:srgbClr val="626262"/>
                </a:solidFill>
                <a:latin typeface="Noto Sans KR"/>
                <a:ea typeface="Noto Sans KR"/>
                <a:cs typeface="Noto Sans KR"/>
              </a:defRPr>
            </a:defPPr>
          </a:lstStyle>
          <a:p xmlns:a="http://schemas.openxmlformats.org/drawingml/2006/main">
            <a:pPr algn="ctr">
              <a:defRPr sz="2250" b="0">
                <a:solidFill>
                  <a:srgbClr val="626262"/>
                </a:solidFill>
                <a:latin typeface="Noto Sans KR"/>
                <a:ea typeface="Noto Sans KR"/>
                <a:cs typeface="Noto Sans KR"/>
              </a:defRPr>
            </a:pPr>
            <a:r>
              <a:rPr sz="2250" b="0">
                <a:solidFill>
                  <a:srgbClr val="626262"/>
                </a:solidFill>
                <a:latin typeface="Noto Sans KR"/>
                <a:ea typeface="Noto Sans KR"/>
                <a:cs typeface="Noto Sans KR"/>
              </a:rPr>
              <a:t>문서 초안</a:t>
            </a:r>
          </a:p>
        </p:txBody>
      </p:sp>
      <p:sp>
        <p:nvSpPr>
          <p:cNvPr id="7" name="검토 후 사용">
            <a:extLst xmlns:a="http://schemas.openxmlformats.org/drawingml/2006/main">
              <a:ext uri="{FF2B5EF4-FFF2-40B4-BE49-F238E27FC236}">
                <a16:creationId xmlns:a16="http://schemas.microsoft.com/office/drawing/2014/main" id="{8EE73FAD-B883-40F8-BF4D-4AC5553EF15F}"/>
              </a:ext>
            </a:extLst>
          </p:cNvPr>
          <p:cNvSpPr>
            <a:spLocks xmlns:a="http://schemas.openxmlformats.org/drawingml/2006/main" noGrp="1"/>
          </p:cNvSpPr>
          <p:nvPr/>
        </p:nvSpPr>
        <p:spPr>
          <a:xfrm xmlns:a="http://schemas.openxmlformats.org/drawingml/2006/main">
            <a:off x="438150" y="3943350"/>
            <a:ext cx="392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26262"/>
                </a:solidFill>
                <a:latin typeface="Noto Sans KR"/>
                <a:ea typeface="Noto Sans KR"/>
                <a:cs typeface="Noto Sans KR"/>
              </a:defRPr>
            </a:defPPr>
          </a:lstStyle>
          <a:p xmlns:a="http://schemas.openxmlformats.org/drawingml/2006/main">
            <a:pPr algn="ctr">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검토 후 사용</a:t>
            </a:r>
          </a:p>
        </p:txBody>
      </p:sp>
      <p:pic>
        <p:nvPicPr>
          <p:cNvPr id="8" name="">
            <a:extLst xmlns:a="http://schemas.openxmlformats.org/drawingml/2006/main">
              <a:ext uri="{FF2B5EF4-FFF2-40B4-BE49-F238E27FC236}">
                <a16:creationId xmlns:a16="http://schemas.microsoft.com/office/drawing/2014/main" id="{20107609-3279-42DC-BD88-2A3A4FE418A4}"/>
              </a:ext>
            </a:extLst>
          </p:cNvPr>
          <p:cNvPicPr>
            <a:picLocks xmlns:a="http://schemas.openxmlformats.org/drawingml/2006/main" noChangeAspect="1"/>
          </p:cNvPicPr>
          <p:nvPr/>
        </p:nvPicPr>
        <p:blipFill>
          <a:blip xmlns:r="http://schemas.openxmlformats.org/officeDocument/2006/relationships" xmlns:a="http://schemas.openxmlformats.org/drawingml/2006/main" r:embed="R97c6b87a95c6407a"/>
          <a:stretch xmlns:a="http://schemas.openxmlformats.org/drawingml/2006/main"/>
        </p:blipFill>
        <p:spPr>
          <a:xfrm xmlns:a="http://schemas.openxmlformats.org/drawingml/2006/main">
            <a:off x="5977890" y="1815465"/>
            <a:ext cx="960120" cy="960120"/>
          </a:xfrm>
          <a:prstGeom xmlns:a="http://schemas.openxmlformats.org/drawingml/2006/main" prst="rect">
            <a:avLst/>
          </a:prstGeom>
        </p:spPr>
      </p:pic>
      <p:sp>
        <p:nvSpPr>
          <p:cNvPr id="9" name="동의 요청">
            <a:extLst xmlns:a="http://schemas.openxmlformats.org/drawingml/2006/main">
              <a:ext uri="{FF2B5EF4-FFF2-40B4-BE49-F238E27FC236}">
                <a16:creationId xmlns:a16="http://schemas.microsoft.com/office/drawing/2014/main" id="{DDF9889D-8AA1-4FD2-975F-0290826D51C2}"/>
              </a:ext>
            </a:extLst>
          </p:cNvPr>
          <p:cNvSpPr>
            <a:spLocks xmlns:a="http://schemas.openxmlformats.org/drawingml/2006/main" noGrp="1"/>
          </p:cNvSpPr>
          <p:nvPr/>
        </p:nvSpPr>
        <p:spPr>
          <a:xfrm xmlns:a="http://schemas.openxmlformats.org/drawingml/2006/main">
            <a:off x="4772025" y="3400425"/>
            <a:ext cx="3924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0">
                <a:solidFill>
                  <a:srgbClr val="626262"/>
                </a:solidFill>
                <a:latin typeface="Noto Sans KR"/>
                <a:ea typeface="Noto Sans KR"/>
                <a:cs typeface="Noto Sans KR"/>
              </a:defRPr>
            </a:defPPr>
          </a:lstStyle>
          <a:p xmlns:a="http://schemas.openxmlformats.org/drawingml/2006/main">
            <a:pPr algn="ctr">
              <a:defRPr sz="2250" b="0">
                <a:solidFill>
                  <a:srgbClr val="626262"/>
                </a:solidFill>
                <a:latin typeface="Noto Sans KR"/>
                <a:ea typeface="Noto Sans KR"/>
                <a:cs typeface="Noto Sans KR"/>
              </a:defRPr>
            </a:pPr>
            <a:r>
              <a:rPr sz="2250" b="0">
                <a:solidFill>
                  <a:srgbClr val="626262"/>
                </a:solidFill>
                <a:latin typeface="Noto Sans KR"/>
                <a:ea typeface="Noto Sans KR"/>
                <a:cs typeface="Noto Sans KR"/>
              </a:rPr>
              <a:t>동의 요청</a:t>
            </a:r>
          </a:p>
        </p:txBody>
      </p:sp>
      <p:sp>
        <p:nvSpPr>
          <p:cNvPr id="10" name="문서 버전별 응답">
            <a:extLst xmlns:a="http://schemas.openxmlformats.org/drawingml/2006/main">
              <a:ext uri="{FF2B5EF4-FFF2-40B4-BE49-F238E27FC236}">
                <a16:creationId xmlns:a16="http://schemas.microsoft.com/office/drawing/2014/main" id="{E6548DAD-9961-49E9-B379-084D92A8A969}"/>
              </a:ext>
            </a:extLst>
          </p:cNvPr>
          <p:cNvSpPr>
            <a:spLocks xmlns:a="http://schemas.openxmlformats.org/drawingml/2006/main" noGrp="1"/>
          </p:cNvSpPr>
          <p:nvPr/>
        </p:nvSpPr>
        <p:spPr>
          <a:xfrm xmlns:a="http://schemas.openxmlformats.org/drawingml/2006/main">
            <a:off x="4772025" y="3943350"/>
            <a:ext cx="392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26262"/>
                </a:solidFill>
                <a:latin typeface="Noto Sans KR"/>
                <a:ea typeface="Noto Sans KR"/>
                <a:cs typeface="Noto Sans KR"/>
              </a:defRPr>
            </a:defPPr>
          </a:lstStyle>
          <a:p xmlns:a="http://schemas.openxmlformats.org/drawingml/2006/main">
            <a:pPr algn="ctr">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문서 버전별 응답</a:t>
            </a:r>
          </a:p>
        </p:txBody>
      </p:sp>
    </p:spTree>
    <p:extLst>
      <p:ext uri="{BB962C8B-B14F-4D97-AF65-F5344CB8AC3E}">
        <p14:creationId xmlns:p14="http://schemas.microsoft.com/office/powerpoint/2010/main" val="2585368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65" name="Template artwork 10065"/>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6" name="Template artwork 10066"/>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7" name="Template artwork 10067"/>
          <p:cNvSpPr>
            <a:spLocks xmlns:a="http://schemas.openxmlformats.org/drawingml/2006/main" noGrp="1"/>
          </p:cNvSpPr>
          <p:nvPr/>
        </p:nvSpPr>
        <p:spPr>
          <a:xfrm xmlns:a="http://schemas.openxmlformats.org/drawingml/2006/main">
            <a:off x="1257300" y="1438275"/>
            <a:ext cx="1714500" cy="171450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068" name="Template artwork 10068"/>
          <p:cNvSpPr>
            <a:spLocks xmlns:a="http://schemas.openxmlformats.org/drawingml/2006/main" noGrp="1"/>
          </p:cNvSpPr>
          <p:nvPr/>
        </p:nvSpPr>
        <p:spPr>
          <a:xfrm xmlns:a="http://schemas.openxmlformats.org/drawingml/2006/main">
            <a:off x="5600700" y="1438275"/>
            <a:ext cx="1714500" cy="1714500"/>
          </a:xfrm>
          <a:prstGeom xmlns:a="http://schemas.openxmlformats.org/drawingml/2006/main" prst="ellipse">
            <a:avLst/>
          </a:prstGeom>
          <a:solidFill xmlns:a="http://schemas.openxmlformats.org/drawingml/2006/main">
            <a:srgbClr val="ABCA48"/>
          </a:solidFill>
          <a:ln xmlns:a="http://schemas.openxmlformats.org/drawingml/2006/main" w="19050" cap="flat" cmpd="sng">
            <a:solidFill>
              <a:srgbClr val="ABCA48"/>
            </a:solidFill>
            <a:prstDash val="solid"/>
            <a:round/>
          </a:ln>
        </p:spPr>
        <p:txBody>
          <a:bodyPr xmlns:a="http://schemas.openxmlformats.org/drawingml/2006/main"/>
          <a:lstStyle xmlns:a="http://schemas.openxmlformats.org/drawingml/2006/main"/>
          <a:p xmlns:a="http://schemas.openxmlformats.org/drawingml/2006/main"/>
        </p:txBody>
      </p:sp>
      <p:sp>
        <p:nvSpPr>
          <p:cNvPr id="11" name="18">
            <a:extLst xmlns:a="http://schemas.openxmlformats.org/drawingml/2006/main">
              <a:ext uri="{FF2B5EF4-FFF2-40B4-BE49-F238E27FC236}">
                <a16:creationId xmlns:a16="http://schemas.microsoft.com/office/drawing/2014/main" id="{D396175B-4160-4CA3-B101-0C0BC4AC0275}"/>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18</a:t>
            </a:r>
          </a:p>
        </p:txBody>
      </p:sp>
      <p:sp>
        <p:nvSpPr>
          <p:cNvPr id="2" name="명문가">
            <a:extLst xmlns:a="http://schemas.openxmlformats.org/drawingml/2006/main">
              <a:ext uri="{FF2B5EF4-FFF2-40B4-BE49-F238E27FC236}">
                <a16:creationId xmlns:a16="http://schemas.microsoft.com/office/drawing/2014/main" id="{F5D42FAB-D98C-4319-B063-ACE4E75711C3}"/>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법률 확인과 재산 자료 변화">
            <a:extLst xmlns:a="http://schemas.openxmlformats.org/drawingml/2006/main">
              <a:ext uri="{FF2B5EF4-FFF2-40B4-BE49-F238E27FC236}">
                <a16:creationId xmlns:a16="http://schemas.microsoft.com/office/drawing/2014/main" id="{9EDE7347-2118-49D2-ADD8-243530CC7DCF}"/>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법률 확인과 재산 자료 변화</a:t>
            </a:r>
          </a:p>
        </p:txBody>
      </p:sp>
      <p:sp>
        <p:nvSpPr>
          <p:cNvPr id="4" name="구현 목표    자료 변화 시연은 모의 데이터">
            <a:extLst xmlns:a="http://schemas.openxmlformats.org/drawingml/2006/main">
              <a:ext uri="{FF2B5EF4-FFF2-40B4-BE49-F238E27FC236}">
                <a16:creationId xmlns:a16="http://schemas.microsoft.com/office/drawing/2014/main" id="{04A80C21-77B8-4A62-9B6A-97B6A6065C81}"/>
              </a:ext>
            </a:extLst>
          </p:cNvPr>
          <p:cNvSpPr>
            <a:spLocks xmlns:a="http://schemas.openxmlformats.org/drawingml/2006/main" noGrp="1"/>
          </p:cNvSpPr>
          <p:nvPr/>
        </p:nvSpPr>
        <p:spPr>
          <a:xfrm xmlns:a="http://schemas.openxmlformats.org/drawingml/2006/main">
            <a:off x="476250" y="455295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rPr>
              <a:t>구현 목표    자료 변화 시연은 모의 데이터</a:t>
            </a:r>
          </a:p>
        </p:txBody>
      </p:sp>
      <p:pic>
        <p:nvPicPr>
          <p:cNvPr id="5" name="">
            <a:extLst xmlns:a="http://schemas.openxmlformats.org/drawingml/2006/main">
              <a:ext uri="{FF2B5EF4-FFF2-40B4-BE49-F238E27FC236}">
                <a16:creationId xmlns:a16="http://schemas.microsoft.com/office/drawing/2014/main" id="{E1A167F9-3395-466A-8F1C-BC602DFC8237}"/>
              </a:ext>
            </a:extLst>
          </p:cNvPr>
          <p:cNvPicPr>
            <a:picLocks xmlns:a="http://schemas.openxmlformats.org/drawingml/2006/main" noChangeAspect="1"/>
          </p:cNvPicPr>
          <p:nvPr/>
        </p:nvPicPr>
        <p:blipFill>
          <a:blip xmlns:r="http://schemas.openxmlformats.org/officeDocument/2006/relationships" xmlns:a="http://schemas.openxmlformats.org/drawingml/2006/main" r:embed="R258f230d86084555"/>
          <a:stretch xmlns:a="http://schemas.openxmlformats.org/drawingml/2006/main"/>
        </p:blipFill>
        <p:spPr>
          <a:xfrm xmlns:a="http://schemas.openxmlformats.org/drawingml/2006/main">
            <a:off x="1634490" y="1815465"/>
            <a:ext cx="960120" cy="960120"/>
          </a:xfrm>
          <a:prstGeom xmlns:a="http://schemas.openxmlformats.org/drawingml/2006/main" prst="rect">
            <a:avLst/>
          </a:prstGeom>
        </p:spPr>
      </p:pic>
      <p:sp>
        <p:nvSpPr>
          <p:cNvPr id="6" name="법령과 규약">
            <a:extLst xmlns:a="http://schemas.openxmlformats.org/drawingml/2006/main">
              <a:ext uri="{FF2B5EF4-FFF2-40B4-BE49-F238E27FC236}">
                <a16:creationId xmlns:a16="http://schemas.microsoft.com/office/drawing/2014/main" id="{EFABDA71-5330-494E-91C8-F58C96D249C5}"/>
              </a:ext>
            </a:extLst>
          </p:cNvPr>
          <p:cNvSpPr>
            <a:spLocks xmlns:a="http://schemas.openxmlformats.org/drawingml/2006/main" noGrp="1"/>
          </p:cNvSpPr>
          <p:nvPr/>
        </p:nvSpPr>
        <p:spPr>
          <a:xfrm xmlns:a="http://schemas.openxmlformats.org/drawingml/2006/main">
            <a:off x="438150" y="3400425"/>
            <a:ext cx="3924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0">
                <a:solidFill>
                  <a:srgbClr val="626262"/>
                </a:solidFill>
                <a:latin typeface="Noto Sans KR"/>
                <a:ea typeface="Noto Sans KR"/>
                <a:cs typeface="Noto Sans KR"/>
              </a:defRPr>
            </a:defPPr>
          </a:lstStyle>
          <a:p xmlns:a="http://schemas.openxmlformats.org/drawingml/2006/main">
            <a:pPr algn="ctr">
              <a:defRPr sz="2250" b="0">
                <a:solidFill>
                  <a:srgbClr val="626262"/>
                </a:solidFill>
                <a:latin typeface="Noto Sans KR"/>
                <a:ea typeface="Noto Sans KR"/>
                <a:cs typeface="Noto Sans KR"/>
              </a:defRPr>
            </a:pPr>
            <a:r>
              <a:rPr sz="2250" b="0">
                <a:solidFill>
                  <a:srgbClr val="626262"/>
                </a:solidFill>
                <a:latin typeface="Noto Sans KR"/>
                <a:ea typeface="Noto Sans KR"/>
                <a:cs typeface="Noto Sans KR"/>
              </a:rPr>
              <a:t>법령과 규약</a:t>
            </a:r>
          </a:p>
        </p:txBody>
      </p:sp>
      <p:sp>
        <p:nvSpPr>
          <p:cNvPr id="7" name="근거 확인">
            <a:extLst xmlns:a="http://schemas.openxmlformats.org/drawingml/2006/main">
              <a:ext uri="{FF2B5EF4-FFF2-40B4-BE49-F238E27FC236}">
                <a16:creationId xmlns:a16="http://schemas.microsoft.com/office/drawing/2014/main" id="{BE8754C2-70AF-48F5-95B3-963CFFE7FEF8}"/>
              </a:ext>
            </a:extLst>
          </p:cNvPr>
          <p:cNvSpPr>
            <a:spLocks xmlns:a="http://schemas.openxmlformats.org/drawingml/2006/main" noGrp="1"/>
          </p:cNvSpPr>
          <p:nvPr/>
        </p:nvSpPr>
        <p:spPr>
          <a:xfrm xmlns:a="http://schemas.openxmlformats.org/drawingml/2006/main">
            <a:off x="438150" y="3943350"/>
            <a:ext cx="392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26262"/>
                </a:solidFill>
                <a:latin typeface="Noto Sans KR"/>
                <a:ea typeface="Noto Sans KR"/>
                <a:cs typeface="Noto Sans KR"/>
              </a:defRPr>
            </a:defPPr>
          </a:lstStyle>
          <a:p xmlns:a="http://schemas.openxmlformats.org/drawingml/2006/main">
            <a:pPr algn="ctr">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근거 확인</a:t>
            </a:r>
          </a:p>
        </p:txBody>
      </p:sp>
      <p:pic>
        <p:nvPicPr>
          <p:cNvPr id="8" name="">
            <a:extLst xmlns:a="http://schemas.openxmlformats.org/drawingml/2006/main">
              <a:ext uri="{FF2B5EF4-FFF2-40B4-BE49-F238E27FC236}">
                <a16:creationId xmlns:a16="http://schemas.microsoft.com/office/drawing/2014/main" id="{A00F61FC-F664-41F0-BEFF-C9253E62FDE0}"/>
              </a:ext>
            </a:extLst>
          </p:cNvPr>
          <p:cNvPicPr>
            <a:picLocks xmlns:a="http://schemas.openxmlformats.org/drawingml/2006/main" noChangeAspect="1"/>
          </p:cNvPicPr>
          <p:nvPr/>
        </p:nvPicPr>
        <p:blipFill>
          <a:blip xmlns:r="http://schemas.openxmlformats.org/officeDocument/2006/relationships" xmlns:a="http://schemas.openxmlformats.org/drawingml/2006/main" r:embed="R7bf567bf03f34302"/>
          <a:stretch xmlns:a="http://schemas.openxmlformats.org/drawingml/2006/main"/>
        </p:blipFill>
        <p:spPr>
          <a:xfrm xmlns:a="http://schemas.openxmlformats.org/drawingml/2006/main">
            <a:off x="5977890" y="1815465"/>
            <a:ext cx="960120" cy="960120"/>
          </a:xfrm>
          <a:prstGeom xmlns:a="http://schemas.openxmlformats.org/drawingml/2006/main" prst="rect">
            <a:avLst/>
          </a:prstGeom>
        </p:spPr>
      </p:pic>
      <p:sp>
        <p:nvSpPr>
          <p:cNvPr id="9" name="재산 자료 변화">
            <a:extLst xmlns:a="http://schemas.openxmlformats.org/drawingml/2006/main">
              <a:ext uri="{FF2B5EF4-FFF2-40B4-BE49-F238E27FC236}">
                <a16:creationId xmlns:a16="http://schemas.microsoft.com/office/drawing/2014/main" id="{7F2C3CBF-0B04-4351-BA59-5615B654DB8A}"/>
              </a:ext>
            </a:extLst>
          </p:cNvPr>
          <p:cNvSpPr>
            <a:spLocks xmlns:a="http://schemas.openxmlformats.org/drawingml/2006/main" noGrp="1"/>
          </p:cNvSpPr>
          <p:nvPr/>
        </p:nvSpPr>
        <p:spPr>
          <a:xfrm xmlns:a="http://schemas.openxmlformats.org/drawingml/2006/main">
            <a:off x="4772025" y="3400425"/>
            <a:ext cx="3924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0">
                <a:solidFill>
                  <a:srgbClr val="626262"/>
                </a:solidFill>
                <a:latin typeface="Noto Sans KR"/>
                <a:ea typeface="Noto Sans KR"/>
                <a:cs typeface="Noto Sans KR"/>
              </a:defRPr>
            </a:defPPr>
          </a:lstStyle>
          <a:p xmlns:a="http://schemas.openxmlformats.org/drawingml/2006/main">
            <a:pPr algn="ctr">
              <a:defRPr sz="2250" b="0">
                <a:solidFill>
                  <a:srgbClr val="626262"/>
                </a:solidFill>
                <a:latin typeface="Noto Sans KR"/>
                <a:ea typeface="Noto Sans KR"/>
                <a:cs typeface="Noto Sans KR"/>
              </a:defRPr>
            </a:pPr>
            <a:r>
              <a:rPr sz="2250" b="0">
                <a:solidFill>
                  <a:srgbClr val="626262"/>
                </a:solidFill>
                <a:latin typeface="Noto Sans KR"/>
                <a:ea typeface="Noto Sans KR"/>
                <a:cs typeface="Noto Sans KR"/>
              </a:rPr>
              <a:t>재산 자료 변화</a:t>
            </a:r>
          </a:p>
        </p:txBody>
      </p:sp>
      <p:sp>
        <p:nvSpPr>
          <p:cNvPr id="10" name="이전 자료와 비교">
            <a:extLst xmlns:a="http://schemas.openxmlformats.org/drawingml/2006/main">
              <a:ext uri="{FF2B5EF4-FFF2-40B4-BE49-F238E27FC236}">
                <a16:creationId xmlns:a16="http://schemas.microsoft.com/office/drawing/2014/main" id="{75A37AEA-8771-46A4-A65D-27B34653E5E4}"/>
              </a:ext>
            </a:extLst>
          </p:cNvPr>
          <p:cNvSpPr>
            <a:spLocks xmlns:a="http://schemas.openxmlformats.org/drawingml/2006/main" noGrp="1"/>
          </p:cNvSpPr>
          <p:nvPr/>
        </p:nvSpPr>
        <p:spPr>
          <a:xfrm xmlns:a="http://schemas.openxmlformats.org/drawingml/2006/main">
            <a:off x="4772025" y="3943350"/>
            <a:ext cx="392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26262"/>
                </a:solidFill>
                <a:latin typeface="Noto Sans KR"/>
                <a:ea typeface="Noto Sans KR"/>
                <a:cs typeface="Noto Sans KR"/>
              </a:defRPr>
            </a:defPPr>
          </a:lstStyle>
          <a:p xmlns:a="http://schemas.openxmlformats.org/drawingml/2006/main">
            <a:pPr algn="ctr">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이전 자료와 비교</a:t>
            </a:r>
          </a:p>
        </p:txBody>
      </p:sp>
    </p:spTree>
    <p:extLst>
      <p:ext uri="{BB962C8B-B14F-4D97-AF65-F5344CB8AC3E}">
        <p14:creationId xmlns:p14="http://schemas.microsoft.com/office/powerpoint/2010/main" val="44406621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69" name="Template artwork 10069"/>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0" name="Template artwork 10070"/>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1" name="Template artwork 10071"/>
          <p:cNvSpPr>
            <a:spLocks xmlns:a="http://schemas.openxmlformats.org/drawingml/2006/main" noGrp="1"/>
          </p:cNvSpPr>
          <p:nvPr/>
        </p:nvSpPr>
        <p:spPr>
          <a:xfrm xmlns:a="http://schemas.openxmlformats.org/drawingml/2006/main">
            <a:off x="1257300" y="1438275"/>
            <a:ext cx="1714500" cy="171450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072" name="Template artwork 10072"/>
          <p:cNvSpPr>
            <a:spLocks xmlns:a="http://schemas.openxmlformats.org/drawingml/2006/main" noGrp="1"/>
          </p:cNvSpPr>
          <p:nvPr/>
        </p:nvSpPr>
        <p:spPr>
          <a:xfrm xmlns:a="http://schemas.openxmlformats.org/drawingml/2006/main">
            <a:off x="5600700" y="1438275"/>
            <a:ext cx="1714500" cy="1714500"/>
          </a:xfrm>
          <a:prstGeom xmlns:a="http://schemas.openxmlformats.org/drawingml/2006/main" prst="ellipse">
            <a:avLst/>
          </a:prstGeom>
          <a:solidFill xmlns:a="http://schemas.openxmlformats.org/drawingml/2006/main">
            <a:srgbClr val="ABCA48"/>
          </a:solidFill>
          <a:ln xmlns:a="http://schemas.openxmlformats.org/drawingml/2006/main" w="19050" cap="flat" cmpd="sng">
            <a:solidFill>
              <a:srgbClr val="ABCA48"/>
            </a:solidFill>
            <a:prstDash val="solid"/>
            <a:round/>
          </a:ln>
        </p:spPr>
        <p:txBody>
          <a:bodyPr xmlns:a="http://schemas.openxmlformats.org/drawingml/2006/main"/>
          <a:lstStyle xmlns:a="http://schemas.openxmlformats.org/drawingml/2006/main"/>
          <a:p xmlns:a="http://schemas.openxmlformats.org/drawingml/2006/main"/>
        </p:txBody>
      </p:sp>
      <p:sp>
        <p:nvSpPr>
          <p:cNvPr id="11" name="19">
            <a:extLst xmlns:a="http://schemas.openxmlformats.org/drawingml/2006/main">
              <a:ext uri="{FF2B5EF4-FFF2-40B4-BE49-F238E27FC236}">
                <a16:creationId xmlns:a16="http://schemas.microsoft.com/office/drawing/2014/main" id="{12234AD5-EB03-4A2E-B0F7-9A84FB0859FA}"/>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19</a:t>
            </a:r>
          </a:p>
        </p:txBody>
      </p:sp>
      <p:sp>
        <p:nvSpPr>
          <p:cNvPr id="2" name="명문가">
            <a:extLst xmlns:a="http://schemas.openxmlformats.org/drawingml/2006/main">
              <a:ext uri="{FF2B5EF4-FFF2-40B4-BE49-F238E27FC236}">
                <a16:creationId xmlns:a16="http://schemas.microsoft.com/office/drawing/2014/main" id="{5898CF01-0C30-4AED-AFB6-26AD8455C685}"/>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문제 점검과 변호사 후보">
            <a:extLst xmlns:a="http://schemas.openxmlformats.org/drawingml/2006/main">
              <a:ext uri="{FF2B5EF4-FFF2-40B4-BE49-F238E27FC236}">
                <a16:creationId xmlns:a16="http://schemas.microsoft.com/office/drawing/2014/main" id="{69465064-E3FF-4342-AC88-38F502F07F87}"/>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문제 점검과 변호사 후보</a:t>
            </a:r>
          </a:p>
        </p:txBody>
      </p:sp>
      <p:sp>
        <p:nvSpPr>
          <p:cNvPr id="4" name="구현 목표    변호사 후보는 가상 데이터">
            <a:extLst xmlns:a="http://schemas.openxmlformats.org/drawingml/2006/main">
              <a:ext uri="{FF2B5EF4-FFF2-40B4-BE49-F238E27FC236}">
                <a16:creationId xmlns:a16="http://schemas.microsoft.com/office/drawing/2014/main" id="{45301A78-68E6-4278-82F8-8BAA44BD853A}"/>
              </a:ext>
            </a:extLst>
          </p:cNvPr>
          <p:cNvSpPr>
            <a:spLocks xmlns:a="http://schemas.openxmlformats.org/drawingml/2006/main" noGrp="1"/>
          </p:cNvSpPr>
          <p:nvPr/>
        </p:nvSpPr>
        <p:spPr>
          <a:xfrm xmlns:a="http://schemas.openxmlformats.org/drawingml/2006/main">
            <a:off x="476250" y="455295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rPr>
              <a:t>구현 목표    변호사 후보는 가상 데이터</a:t>
            </a:r>
          </a:p>
        </p:txBody>
      </p:sp>
      <p:pic>
        <p:nvPicPr>
          <p:cNvPr id="5" name="">
            <a:extLst xmlns:a="http://schemas.openxmlformats.org/drawingml/2006/main">
              <a:ext uri="{FF2B5EF4-FFF2-40B4-BE49-F238E27FC236}">
                <a16:creationId xmlns:a16="http://schemas.microsoft.com/office/drawing/2014/main" id="{9C5FE7A0-8098-4D2F-9FDA-6D0390189396}"/>
              </a:ext>
            </a:extLst>
          </p:cNvPr>
          <p:cNvPicPr>
            <a:picLocks xmlns:a="http://schemas.openxmlformats.org/drawingml/2006/main" noChangeAspect="1"/>
          </p:cNvPicPr>
          <p:nvPr/>
        </p:nvPicPr>
        <p:blipFill>
          <a:blip xmlns:r="http://schemas.openxmlformats.org/officeDocument/2006/relationships" xmlns:a="http://schemas.openxmlformats.org/drawingml/2006/main" r:embed="R23678ad53cb641ca"/>
          <a:stretch xmlns:a="http://schemas.openxmlformats.org/drawingml/2006/main"/>
        </p:blipFill>
        <p:spPr>
          <a:xfrm xmlns:a="http://schemas.openxmlformats.org/drawingml/2006/main">
            <a:off x="1634490" y="1815465"/>
            <a:ext cx="960120" cy="960120"/>
          </a:xfrm>
          <a:prstGeom xmlns:a="http://schemas.openxmlformats.org/drawingml/2006/main" prst="rect">
            <a:avLst/>
          </a:prstGeom>
        </p:spPr>
      </p:pic>
      <p:sp>
        <p:nvSpPr>
          <p:cNvPr id="6" name="누락, 불일치">
            <a:extLst xmlns:a="http://schemas.openxmlformats.org/drawingml/2006/main">
              <a:ext uri="{FF2B5EF4-FFF2-40B4-BE49-F238E27FC236}">
                <a16:creationId xmlns:a16="http://schemas.microsoft.com/office/drawing/2014/main" id="{01110A5A-93ED-48BA-B315-78038AD8309F}"/>
              </a:ext>
            </a:extLst>
          </p:cNvPr>
          <p:cNvSpPr>
            <a:spLocks xmlns:a="http://schemas.openxmlformats.org/drawingml/2006/main" noGrp="1"/>
          </p:cNvSpPr>
          <p:nvPr/>
        </p:nvSpPr>
        <p:spPr>
          <a:xfrm xmlns:a="http://schemas.openxmlformats.org/drawingml/2006/main">
            <a:off x="438150" y="3400425"/>
            <a:ext cx="3924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0">
                <a:solidFill>
                  <a:srgbClr val="626262"/>
                </a:solidFill>
                <a:latin typeface="Noto Sans KR"/>
                <a:ea typeface="Noto Sans KR"/>
                <a:cs typeface="Noto Sans KR"/>
              </a:defRPr>
            </a:defPPr>
          </a:lstStyle>
          <a:p xmlns:a="http://schemas.openxmlformats.org/drawingml/2006/main">
            <a:pPr algn="ctr">
              <a:defRPr sz="2250" b="0">
                <a:solidFill>
                  <a:srgbClr val="626262"/>
                </a:solidFill>
                <a:latin typeface="Noto Sans KR"/>
                <a:ea typeface="Noto Sans KR"/>
                <a:cs typeface="Noto Sans KR"/>
              </a:defRPr>
            </a:pPr>
            <a:r>
              <a:rPr sz="2250" b="0">
                <a:solidFill>
                  <a:srgbClr val="626262"/>
                </a:solidFill>
                <a:latin typeface="Noto Sans KR"/>
                <a:ea typeface="Noto Sans KR"/>
                <a:cs typeface="Noto Sans KR"/>
              </a:rPr>
              <a:t>누락, 불일치</a:t>
            </a:r>
          </a:p>
        </p:txBody>
      </p:sp>
      <p:sp>
        <p:nvSpPr>
          <p:cNvPr id="7" name="근거와 다음 작업">
            <a:extLst xmlns:a="http://schemas.openxmlformats.org/drawingml/2006/main">
              <a:ext uri="{FF2B5EF4-FFF2-40B4-BE49-F238E27FC236}">
                <a16:creationId xmlns:a16="http://schemas.microsoft.com/office/drawing/2014/main" id="{51BEA8D4-5398-4B5A-B66C-A20CB914A4A7}"/>
              </a:ext>
            </a:extLst>
          </p:cNvPr>
          <p:cNvSpPr>
            <a:spLocks xmlns:a="http://schemas.openxmlformats.org/drawingml/2006/main" noGrp="1"/>
          </p:cNvSpPr>
          <p:nvPr/>
        </p:nvSpPr>
        <p:spPr>
          <a:xfrm xmlns:a="http://schemas.openxmlformats.org/drawingml/2006/main">
            <a:off x="438150" y="3943350"/>
            <a:ext cx="392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26262"/>
                </a:solidFill>
                <a:latin typeface="Noto Sans KR"/>
                <a:ea typeface="Noto Sans KR"/>
                <a:cs typeface="Noto Sans KR"/>
              </a:defRPr>
            </a:defPPr>
          </a:lstStyle>
          <a:p xmlns:a="http://schemas.openxmlformats.org/drawingml/2006/main">
            <a:pPr algn="ctr">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근거와 다음 작업</a:t>
            </a:r>
          </a:p>
        </p:txBody>
      </p:sp>
      <p:pic>
        <p:nvPicPr>
          <p:cNvPr id="8" name="">
            <a:extLst xmlns:a="http://schemas.openxmlformats.org/drawingml/2006/main">
              <a:ext uri="{FF2B5EF4-FFF2-40B4-BE49-F238E27FC236}">
                <a16:creationId xmlns:a16="http://schemas.microsoft.com/office/drawing/2014/main" id="{AC8A12D2-A757-4439-8823-380C54AD7377}"/>
              </a:ext>
            </a:extLst>
          </p:cNvPr>
          <p:cNvPicPr>
            <a:picLocks xmlns:a="http://schemas.openxmlformats.org/drawingml/2006/main" noChangeAspect="1"/>
          </p:cNvPicPr>
          <p:nvPr/>
        </p:nvPicPr>
        <p:blipFill>
          <a:blip xmlns:r="http://schemas.openxmlformats.org/officeDocument/2006/relationships" xmlns:a="http://schemas.openxmlformats.org/drawingml/2006/main" r:embed="R11b6f28cf48d41ff"/>
          <a:stretch xmlns:a="http://schemas.openxmlformats.org/drawingml/2006/main"/>
        </p:blipFill>
        <p:spPr>
          <a:xfrm xmlns:a="http://schemas.openxmlformats.org/drawingml/2006/main">
            <a:off x="5977890" y="1815465"/>
            <a:ext cx="960120" cy="960120"/>
          </a:xfrm>
          <a:prstGeom xmlns:a="http://schemas.openxmlformats.org/drawingml/2006/main" prst="rect">
            <a:avLst/>
          </a:prstGeom>
        </p:spPr>
      </p:pic>
      <p:sp>
        <p:nvSpPr>
          <p:cNvPr id="9" name="변호사 후보">
            <a:extLst xmlns:a="http://schemas.openxmlformats.org/drawingml/2006/main">
              <a:ext uri="{FF2B5EF4-FFF2-40B4-BE49-F238E27FC236}">
                <a16:creationId xmlns:a16="http://schemas.microsoft.com/office/drawing/2014/main" id="{C63354E4-6A74-4CB2-BB98-6DFB872451A6}"/>
              </a:ext>
            </a:extLst>
          </p:cNvPr>
          <p:cNvSpPr>
            <a:spLocks xmlns:a="http://schemas.openxmlformats.org/drawingml/2006/main" noGrp="1"/>
          </p:cNvSpPr>
          <p:nvPr/>
        </p:nvSpPr>
        <p:spPr>
          <a:xfrm xmlns:a="http://schemas.openxmlformats.org/drawingml/2006/main">
            <a:off x="4772025" y="3400425"/>
            <a:ext cx="39243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0">
                <a:solidFill>
                  <a:srgbClr val="626262"/>
                </a:solidFill>
                <a:latin typeface="Noto Sans KR"/>
                <a:ea typeface="Noto Sans KR"/>
                <a:cs typeface="Noto Sans KR"/>
              </a:defRPr>
            </a:defPPr>
          </a:lstStyle>
          <a:p xmlns:a="http://schemas.openxmlformats.org/drawingml/2006/main">
            <a:pPr algn="ctr">
              <a:defRPr sz="2250" b="0">
                <a:solidFill>
                  <a:srgbClr val="626262"/>
                </a:solidFill>
                <a:latin typeface="Noto Sans KR"/>
                <a:ea typeface="Noto Sans KR"/>
                <a:cs typeface="Noto Sans KR"/>
              </a:defRPr>
            </a:pPr>
            <a:r>
              <a:rPr sz="2250" b="0">
                <a:solidFill>
                  <a:srgbClr val="626262"/>
                </a:solidFill>
                <a:latin typeface="Noto Sans KR"/>
                <a:ea typeface="Noto Sans KR"/>
                <a:cs typeface="Noto Sans KR"/>
              </a:rPr>
              <a:t>변호사 후보</a:t>
            </a:r>
          </a:p>
        </p:txBody>
      </p:sp>
      <p:sp>
        <p:nvSpPr>
          <p:cNvPr id="10" name="상담자료 준비">
            <a:extLst xmlns:a="http://schemas.openxmlformats.org/drawingml/2006/main">
              <a:ext uri="{FF2B5EF4-FFF2-40B4-BE49-F238E27FC236}">
                <a16:creationId xmlns:a16="http://schemas.microsoft.com/office/drawing/2014/main" id="{A95E3599-21E9-4E34-A19C-1461435208CD}"/>
              </a:ext>
            </a:extLst>
          </p:cNvPr>
          <p:cNvSpPr>
            <a:spLocks xmlns:a="http://schemas.openxmlformats.org/drawingml/2006/main" noGrp="1"/>
          </p:cNvSpPr>
          <p:nvPr/>
        </p:nvSpPr>
        <p:spPr>
          <a:xfrm xmlns:a="http://schemas.openxmlformats.org/drawingml/2006/main">
            <a:off x="4772025" y="3943350"/>
            <a:ext cx="392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26262"/>
                </a:solidFill>
                <a:latin typeface="Noto Sans KR"/>
                <a:ea typeface="Noto Sans KR"/>
                <a:cs typeface="Noto Sans KR"/>
              </a:defRPr>
            </a:defPPr>
          </a:lstStyle>
          <a:p xmlns:a="http://schemas.openxmlformats.org/drawingml/2006/main">
            <a:pPr algn="ctr">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상담자료 준비</a:t>
            </a:r>
          </a:p>
        </p:txBody>
      </p:sp>
    </p:spTree>
    <p:extLst>
      <p:ext uri="{BB962C8B-B14F-4D97-AF65-F5344CB8AC3E}">
        <p14:creationId xmlns:p14="http://schemas.microsoft.com/office/powerpoint/2010/main" val="23592325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73" name="Template artwork 10073"/>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4" name="Template artwork 10074"/>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5" name="Template artwork 10075"/>
          <p:cNvSpPr>
            <a:spLocks xmlns:a="http://schemas.openxmlformats.org/drawingml/2006/main" noGrp="1"/>
          </p:cNvSpPr>
          <p:nvPr/>
        </p:nvSpPr>
        <p:spPr>
          <a:xfrm xmlns:a="http://schemas.openxmlformats.org/drawingml/2006/main">
            <a:off x="1047750" y="3019425"/>
            <a:ext cx="895350" cy="89535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076" name="Template artwork 10076"/>
          <p:cNvSpPr>
            <a:spLocks xmlns:a="http://schemas.openxmlformats.org/drawingml/2006/main" noGrp="1"/>
          </p:cNvSpPr>
          <p:nvPr/>
        </p:nvSpPr>
        <p:spPr>
          <a:xfrm xmlns:a="http://schemas.openxmlformats.org/drawingml/2006/main">
            <a:off x="3095625" y="3019425"/>
            <a:ext cx="895350" cy="895350"/>
          </a:xfrm>
          <a:prstGeom xmlns:a="http://schemas.openxmlformats.org/drawingml/2006/main" prst="ellipse">
            <a:avLst/>
          </a:prstGeom>
          <a:solidFill xmlns:a="http://schemas.openxmlformats.org/drawingml/2006/main">
            <a:srgbClr val="EEAD2A"/>
          </a:solidFill>
          <a:ln xmlns:a="http://schemas.openxmlformats.org/drawingml/2006/main" w="19050" cap="flat" cmpd="sng">
            <a:solidFill>
              <a:srgbClr val="EEAD2A"/>
            </a:solidFill>
            <a:prstDash val="solid"/>
            <a:round/>
          </a:ln>
        </p:spPr>
        <p:txBody>
          <a:bodyPr xmlns:a="http://schemas.openxmlformats.org/drawingml/2006/main"/>
          <a:lstStyle xmlns:a="http://schemas.openxmlformats.org/drawingml/2006/main"/>
          <a:p xmlns:a="http://schemas.openxmlformats.org/drawingml/2006/main"/>
        </p:txBody>
      </p:sp>
      <p:sp>
        <p:nvSpPr>
          <p:cNvPr id="10077" name="Template artwork 10077"/>
          <p:cNvSpPr>
            <a:spLocks xmlns:a="http://schemas.openxmlformats.org/drawingml/2006/main" noGrp="1"/>
          </p:cNvSpPr>
          <p:nvPr/>
        </p:nvSpPr>
        <p:spPr>
          <a:xfrm xmlns:a="http://schemas.openxmlformats.org/drawingml/2006/main">
            <a:off x="5143500" y="3019425"/>
            <a:ext cx="895350" cy="895350"/>
          </a:xfrm>
          <a:prstGeom xmlns:a="http://schemas.openxmlformats.org/drawingml/2006/main" prst="ellipse">
            <a:avLst/>
          </a:prstGeom>
          <a:solidFill xmlns:a="http://schemas.openxmlformats.org/drawingml/2006/main">
            <a:srgbClr val="ABCA48"/>
          </a:solidFill>
          <a:ln xmlns:a="http://schemas.openxmlformats.org/drawingml/2006/main" w="19050" cap="flat" cmpd="sng">
            <a:solidFill>
              <a:srgbClr val="ABCA48"/>
            </a:solidFill>
            <a:prstDash val="solid"/>
            <a:round/>
          </a:ln>
        </p:spPr>
        <p:txBody>
          <a:bodyPr xmlns:a="http://schemas.openxmlformats.org/drawingml/2006/main"/>
          <a:lstStyle xmlns:a="http://schemas.openxmlformats.org/drawingml/2006/main"/>
          <a:p xmlns:a="http://schemas.openxmlformats.org/drawingml/2006/main"/>
        </p:txBody>
      </p:sp>
      <p:sp>
        <p:nvSpPr>
          <p:cNvPr id="10078" name="Template artwork 10078"/>
          <p:cNvSpPr>
            <a:spLocks xmlns:a="http://schemas.openxmlformats.org/drawingml/2006/main" noGrp="1"/>
          </p:cNvSpPr>
          <p:nvPr/>
        </p:nvSpPr>
        <p:spPr>
          <a:xfrm xmlns:a="http://schemas.openxmlformats.org/drawingml/2006/main">
            <a:off x="7191375" y="3019425"/>
            <a:ext cx="895350" cy="895350"/>
          </a:xfrm>
          <a:prstGeom xmlns:a="http://schemas.openxmlformats.org/drawingml/2006/main" prst="ellipse">
            <a:avLst/>
          </a:prstGeom>
          <a:solidFill xmlns:a="http://schemas.openxmlformats.org/drawingml/2006/main">
            <a:srgbClr val="D05258"/>
          </a:solidFill>
          <a:ln xmlns:a="http://schemas.openxmlformats.org/drawingml/2006/main" w="19050" cap="flat" cmpd="sng">
            <a:solidFill>
              <a:srgbClr val="D05258"/>
            </a:solidFill>
            <a:prstDash val="solid"/>
            <a:round/>
          </a:ln>
        </p:spPr>
        <p:txBody>
          <a:bodyPr xmlns:a="http://schemas.openxmlformats.org/drawingml/2006/main"/>
          <a:lstStyle xmlns:a="http://schemas.openxmlformats.org/drawingml/2006/main"/>
          <a:p xmlns:a="http://schemas.openxmlformats.org/drawingml/2006/main"/>
        </p:txBody>
      </p:sp>
      <p:sp>
        <p:nvSpPr>
          <p:cNvPr id="15" name="20">
            <a:extLst xmlns:a="http://schemas.openxmlformats.org/drawingml/2006/main">
              <a:ext uri="{FF2B5EF4-FFF2-40B4-BE49-F238E27FC236}">
                <a16:creationId xmlns:a16="http://schemas.microsoft.com/office/drawing/2014/main" id="{6E096863-3187-4C70-84C5-051AB3588B83}"/>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20</a:t>
            </a:r>
          </a:p>
        </p:txBody>
      </p:sp>
      <p:sp>
        <p:nvSpPr>
          <p:cNvPr id="2" name="명문가">
            <a:extLst xmlns:a="http://schemas.openxmlformats.org/drawingml/2006/main">
              <a:ext uri="{FF2B5EF4-FFF2-40B4-BE49-F238E27FC236}">
                <a16:creationId xmlns:a16="http://schemas.microsoft.com/office/drawing/2014/main" id="{B3CBFF72-61E8-435F-AC3F-8FA8A460F0DC}"/>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부동산 등기용 등록 종중">
            <a:extLst xmlns:a="http://schemas.openxmlformats.org/drawingml/2006/main">
              <a:ext uri="{FF2B5EF4-FFF2-40B4-BE49-F238E27FC236}">
                <a16:creationId xmlns:a16="http://schemas.microsoft.com/office/drawing/2014/main" id="{8D2996C1-66C8-49A4-B657-3320C6B1E508}"/>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부동산 등기용 등록 종중</a:t>
            </a:r>
          </a:p>
        </p:txBody>
      </p:sp>
      <p:sp>
        <p:nvSpPr>
          <p:cNvPr id="4" name="2024.6 기준    대한법무사협회 등기법포럼 자료">
            <a:extLst xmlns:a="http://schemas.openxmlformats.org/drawingml/2006/main">
              <a:ext uri="{FF2B5EF4-FFF2-40B4-BE49-F238E27FC236}">
                <a16:creationId xmlns:a16="http://schemas.microsoft.com/office/drawing/2014/main" id="{C6321604-4D09-4AD7-893C-ED80F93AEBE5}"/>
              </a:ext>
            </a:extLst>
          </p:cNvPr>
          <p:cNvSpPr>
            <a:spLocks xmlns:a="http://schemas.openxmlformats.org/drawingml/2006/main" noGrp="1"/>
          </p:cNvSpPr>
          <p:nvPr/>
        </p:nvSpPr>
        <p:spPr>
          <a:xfrm xmlns:a="http://schemas.openxmlformats.org/drawingml/2006/main">
            <a:off x="476250" y="455295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rPr>
              <a:t>2024.6 기준    대한법무사협회 등기법포럼 자료</a:t>
            </a:r>
          </a:p>
        </p:txBody>
      </p:sp>
      <p:sp>
        <p:nvSpPr>
          <p:cNvPr id="5" name="237,071">
            <a:extLst xmlns:a="http://schemas.openxmlformats.org/drawingml/2006/main">
              <a:ext uri="{FF2B5EF4-FFF2-40B4-BE49-F238E27FC236}">
                <a16:creationId xmlns:a16="http://schemas.microsoft.com/office/drawing/2014/main" id="{6B940D94-73D5-44EA-9963-F1028EF224C0}"/>
              </a:ext>
            </a:extLst>
          </p:cNvPr>
          <p:cNvSpPr>
            <a:spLocks xmlns:a="http://schemas.openxmlformats.org/drawingml/2006/main" noGrp="1"/>
          </p:cNvSpPr>
          <p:nvPr/>
        </p:nvSpPr>
        <p:spPr>
          <a:xfrm xmlns:a="http://schemas.openxmlformats.org/drawingml/2006/main">
            <a:off x="409575" y="1057275"/>
            <a:ext cx="64389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975" b="0">
                <a:solidFill>
                  <a:srgbClr val="6BBADD"/>
                </a:solidFill>
                <a:latin typeface="Calibri Light"/>
                <a:ea typeface="Calibri Light"/>
                <a:cs typeface="Calibri Light"/>
              </a:defRPr>
            </a:defPPr>
          </a:lstStyle>
          <a:p xmlns:a="http://schemas.openxmlformats.org/drawingml/2006/main">
            <a:pPr algn="l">
              <a:defRPr sz="9975" b="0">
                <a:solidFill>
                  <a:srgbClr val="6BBADD"/>
                </a:solidFill>
                <a:latin typeface="Calibri Light"/>
                <a:ea typeface="Calibri Light"/>
                <a:cs typeface="Calibri Light"/>
              </a:defRPr>
            </a:pPr>
            <a:r>
              <a:rPr sz="9975" b="0">
                <a:solidFill>
                  <a:srgbClr val="6BBADD"/>
                </a:solidFill>
                <a:latin typeface="Calibri Light"/>
                <a:ea typeface="Calibri Light"/>
                <a:cs typeface="Calibri Light"/>
              </a:rPr>
              <a:t>237,071</a:t>
            </a:r>
          </a:p>
        </p:txBody>
      </p:sp>
      <p:sp>
        <p:nvSpPr>
          <p:cNvPr id="6" name="개 종중">
            <a:extLst xmlns:a="http://schemas.openxmlformats.org/drawingml/2006/main">
              <a:ext uri="{FF2B5EF4-FFF2-40B4-BE49-F238E27FC236}">
                <a16:creationId xmlns:a16="http://schemas.microsoft.com/office/drawing/2014/main" id="{08A16C1C-95DE-4BE9-B6E4-B23877A41722}"/>
              </a:ext>
            </a:extLst>
          </p:cNvPr>
          <p:cNvSpPr>
            <a:spLocks xmlns:a="http://schemas.openxmlformats.org/drawingml/2006/main" noGrp="1"/>
          </p:cNvSpPr>
          <p:nvPr/>
        </p:nvSpPr>
        <p:spPr>
          <a:xfrm xmlns:a="http://schemas.openxmlformats.org/drawingml/2006/main">
            <a:off x="4981575" y="2152650"/>
            <a:ext cx="1752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626262"/>
                </a:solidFill>
                <a:latin typeface="Noto Sans KR"/>
                <a:ea typeface="Noto Sans KR"/>
                <a:cs typeface="Noto Sans KR"/>
              </a:defRPr>
            </a:defPPr>
          </a:lstStyle>
          <a:p xmlns:a="http://schemas.openxmlformats.org/drawingml/2006/main">
            <a:pPr algn="l">
              <a:defRPr sz="2100" b="0">
                <a:solidFill>
                  <a:srgbClr val="626262"/>
                </a:solidFill>
                <a:latin typeface="Noto Sans KR"/>
                <a:ea typeface="Noto Sans KR"/>
                <a:cs typeface="Noto Sans KR"/>
              </a:defRPr>
            </a:pPr>
            <a:r>
              <a:rPr sz="2100" b="0">
                <a:solidFill>
                  <a:srgbClr val="626262"/>
                </a:solidFill>
                <a:latin typeface="Noto Sans KR"/>
                <a:ea typeface="Noto Sans KR"/>
                <a:cs typeface="Noto Sans KR"/>
              </a:rPr>
              <a:t>개 종중</a:t>
            </a:r>
          </a:p>
        </p:txBody>
      </p:sp>
      <p:pic>
        <p:nvPicPr>
          <p:cNvPr id="7" name="">
            <a:extLst xmlns:a="http://schemas.openxmlformats.org/drawingml/2006/main">
              <a:ext uri="{FF2B5EF4-FFF2-40B4-BE49-F238E27FC236}">
                <a16:creationId xmlns:a16="http://schemas.microsoft.com/office/drawing/2014/main" id="{77107266-DFA2-4189-93CC-3FF38485C8B6}"/>
              </a:ext>
            </a:extLst>
          </p:cNvPr>
          <p:cNvPicPr>
            <a:picLocks xmlns:a="http://schemas.openxmlformats.org/drawingml/2006/main" noChangeAspect="1"/>
          </p:cNvPicPr>
          <p:nvPr/>
        </p:nvPicPr>
        <p:blipFill>
          <a:blip xmlns:r="http://schemas.openxmlformats.org/officeDocument/2006/relationships" xmlns:a="http://schemas.openxmlformats.org/drawingml/2006/main" r:embed="R3cefcd02e2aa4436"/>
          <a:stretch xmlns:a="http://schemas.openxmlformats.org/drawingml/2006/main"/>
        </p:blipFill>
        <p:spPr>
          <a:xfrm xmlns:a="http://schemas.openxmlformats.org/drawingml/2006/main">
            <a:off x="1244727" y="3216402"/>
            <a:ext cx="501396" cy="501396"/>
          </a:xfrm>
          <a:prstGeom xmlns:a="http://schemas.openxmlformats.org/drawingml/2006/main" prst="rect">
            <a:avLst/>
          </a:prstGeom>
        </p:spPr>
      </p:pic>
      <p:sp>
        <p:nvSpPr>
          <p:cNvPr id="8" name="임야">
            <a:extLst xmlns:a="http://schemas.openxmlformats.org/drawingml/2006/main">
              <a:ext uri="{FF2B5EF4-FFF2-40B4-BE49-F238E27FC236}">
                <a16:creationId xmlns:a16="http://schemas.microsoft.com/office/drawing/2014/main" id="{C8D3D0D6-AA3C-4E7C-9348-581C29FF775B}"/>
              </a:ext>
            </a:extLst>
          </p:cNvPr>
          <p:cNvSpPr>
            <a:spLocks xmlns:a="http://schemas.openxmlformats.org/drawingml/2006/main" noGrp="1"/>
          </p:cNvSpPr>
          <p:nvPr/>
        </p:nvSpPr>
        <p:spPr>
          <a:xfrm xmlns:a="http://schemas.openxmlformats.org/drawingml/2006/main">
            <a:off x="714375" y="4114800"/>
            <a:ext cx="1562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0">
                <a:solidFill>
                  <a:srgbClr val="626262"/>
                </a:solidFill>
                <a:latin typeface="Noto Sans KR"/>
                <a:ea typeface="Noto Sans KR"/>
                <a:cs typeface="Noto Sans KR"/>
              </a:defRPr>
            </a:defPPr>
          </a:lstStyle>
          <a:p xmlns:a="http://schemas.openxmlformats.org/drawingml/2006/main">
            <a:pPr algn="ctr">
              <a:defRPr sz="1575" b="0">
                <a:solidFill>
                  <a:srgbClr val="626262"/>
                </a:solidFill>
                <a:latin typeface="Noto Sans KR"/>
                <a:ea typeface="Noto Sans KR"/>
                <a:cs typeface="Noto Sans KR"/>
              </a:defRPr>
            </a:pPr>
            <a:r>
              <a:rPr sz="1575" b="0">
                <a:solidFill>
                  <a:srgbClr val="626262"/>
                </a:solidFill>
                <a:latin typeface="Noto Sans KR"/>
                <a:ea typeface="Noto Sans KR"/>
                <a:cs typeface="Noto Sans KR"/>
              </a:rPr>
              <a:t>임야</a:t>
            </a:r>
          </a:p>
        </p:txBody>
      </p:sp>
      <p:pic>
        <p:nvPicPr>
          <p:cNvPr id="9" name="">
            <a:extLst xmlns:a="http://schemas.openxmlformats.org/drawingml/2006/main">
              <a:ext uri="{FF2B5EF4-FFF2-40B4-BE49-F238E27FC236}">
                <a16:creationId xmlns:a16="http://schemas.microsoft.com/office/drawing/2014/main" id="{D5D68B01-83EA-446E-9A38-31FCDA2BE0D5}"/>
              </a:ext>
            </a:extLst>
          </p:cNvPr>
          <p:cNvPicPr>
            <a:picLocks xmlns:a="http://schemas.openxmlformats.org/drawingml/2006/main" noChangeAspect="1"/>
          </p:cNvPicPr>
          <p:nvPr/>
        </p:nvPicPr>
        <p:blipFill>
          <a:blip xmlns:r="http://schemas.openxmlformats.org/officeDocument/2006/relationships" xmlns:a="http://schemas.openxmlformats.org/drawingml/2006/main" r:embed="R799523a234be4876"/>
          <a:stretch xmlns:a="http://schemas.openxmlformats.org/drawingml/2006/main"/>
        </p:blipFill>
        <p:spPr>
          <a:xfrm xmlns:a="http://schemas.openxmlformats.org/drawingml/2006/main">
            <a:off x="3292602" y="3216402"/>
            <a:ext cx="501396" cy="501396"/>
          </a:xfrm>
          <a:prstGeom xmlns:a="http://schemas.openxmlformats.org/drawingml/2006/main" prst="rect">
            <a:avLst/>
          </a:prstGeom>
        </p:spPr>
      </p:pic>
      <p:sp>
        <p:nvSpPr>
          <p:cNvPr id="10" name="농지">
            <a:extLst xmlns:a="http://schemas.openxmlformats.org/drawingml/2006/main">
              <a:ext uri="{FF2B5EF4-FFF2-40B4-BE49-F238E27FC236}">
                <a16:creationId xmlns:a16="http://schemas.microsoft.com/office/drawing/2014/main" id="{940DC8F9-E6E5-445A-A7B9-D1C5F0DEBB47}"/>
              </a:ext>
            </a:extLst>
          </p:cNvPr>
          <p:cNvSpPr>
            <a:spLocks xmlns:a="http://schemas.openxmlformats.org/drawingml/2006/main" noGrp="1"/>
          </p:cNvSpPr>
          <p:nvPr/>
        </p:nvSpPr>
        <p:spPr>
          <a:xfrm xmlns:a="http://schemas.openxmlformats.org/drawingml/2006/main">
            <a:off x="2762250" y="4114800"/>
            <a:ext cx="1562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0">
                <a:solidFill>
                  <a:srgbClr val="626262"/>
                </a:solidFill>
                <a:latin typeface="Noto Sans KR"/>
                <a:ea typeface="Noto Sans KR"/>
                <a:cs typeface="Noto Sans KR"/>
              </a:defRPr>
            </a:defPPr>
          </a:lstStyle>
          <a:p xmlns:a="http://schemas.openxmlformats.org/drawingml/2006/main">
            <a:pPr algn="ctr">
              <a:defRPr sz="1575" b="0">
                <a:solidFill>
                  <a:srgbClr val="626262"/>
                </a:solidFill>
                <a:latin typeface="Noto Sans KR"/>
                <a:ea typeface="Noto Sans KR"/>
                <a:cs typeface="Noto Sans KR"/>
              </a:defRPr>
            </a:pPr>
            <a:r>
              <a:rPr sz="1575" b="0">
                <a:solidFill>
                  <a:srgbClr val="626262"/>
                </a:solidFill>
                <a:latin typeface="Noto Sans KR"/>
                <a:ea typeface="Noto Sans KR"/>
                <a:cs typeface="Noto Sans KR"/>
              </a:rPr>
              <a:t>농지</a:t>
            </a:r>
          </a:p>
        </p:txBody>
      </p:sp>
      <p:pic>
        <p:nvPicPr>
          <p:cNvPr id="11" name="">
            <a:extLst xmlns:a="http://schemas.openxmlformats.org/drawingml/2006/main">
              <a:ext uri="{FF2B5EF4-FFF2-40B4-BE49-F238E27FC236}">
                <a16:creationId xmlns:a16="http://schemas.microsoft.com/office/drawing/2014/main" id="{9C4C93F6-6861-4653-9154-A68B1943E1B6}"/>
              </a:ext>
            </a:extLst>
          </p:cNvPr>
          <p:cNvPicPr>
            <a:picLocks xmlns:a="http://schemas.openxmlformats.org/drawingml/2006/main" noChangeAspect="1"/>
          </p:cNvPicPr>
          <p:nvPr/>
        </p:nvPicPr>
        <p:blipFill>
          <a:blip xmlns:r="http://schemas.openxmlformats.org/officeDocument/2006/relationships" xmlns:a="http://schemas.openxmlformats.org/drawingml/2006/main" r:embed="R3ced1ffeb6ca4e9e"/>
          <a:stretch xmlns:a="http://schemas.openxmlformats.org/drawingml/2006/main"/>
        </p:blipFill>
        <p:spPr>
          <a:xfrm xmlns:a="http://schemas.openxmlformats.org/drawingml/2006/main">
            <a:off x="5340477" y="3216402"/>
            <a:ext cx="501396" cy="501396"/>
          </a:xfrm>
          <a:prstGeom xmlns:a="http://schemas.openxmlformats.org/drawingml/2006/main" prst="rect">
            <a:avLst/>
          </a:prstGeom>
        </p:spPr>
      </p:pic>
      <p:sp>
        <p:nvSpPr>
          <p:cNvPr id="12" name="대지">
            <a:extLst xmlns:a="http://schemas.openxmlformats.org/drawingml/2006/main">
              <a:ext uri="{FF2B5EF4-FFF2-40B4-BE49-F238E27FC236}">
                <a16:creationId xmlns:a16="http://schemas.microsoft.com/office/drawing/2014/main" id="{91051570-B5A3-416B-BF1C-EC7F6A7CC867}"/>
              </a:ext>
            </a:extLst>
          </p:cNvPr>
          <p:cNvSpPr>
            <a:spLocks xmlns:a="http://schemas.openxmlformats.org/drawingml/2006/main" noGrp="1"/>
          </p:cNvSpPr>
          <p:nvPr/>
        </p:nvSpPr>
        <p:spPr>
          <a:xfrm xmlns:a="http://schemas.openxmlformats.org/drawingml/2006/main">
            <a:off x="4810125" y="4114800"/>
            <a:ext cx="1562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0">
                <a:solidFill>
                  <a:srgbClr val="626262"/>
                </a:solidFill>
                <a:latin typeface="Noto Sans KR"/>
                <a:ea typeface="Noto Sans KR"/>
                <a:cs typeface="Noto Sans KR"/>
              </a:defRPr>
            </a:defPPr>
          </a:lstStyle>
          <a:p xmlns:a="http://schemas.openxmlformats.org/drawingml/2006/main">
            <a:pPr algn="ctr">
              <a:defRPr sz="1575" b="0">
                <a:solidFill>
                  <a:srgbClr val="626262"/>
                </a:solidFill>
                <a:latin typeface="Noto Sans KR"/>
                <a:ea typeface="Noto Sans KR"/>
                <a:cs typeface="Noto Sans KR"/>
              </a:defRPr>
            </a:pPr>
            <a:r>
              <a:rPr sz="1575" b="0">
                <a:solidFill>
                  <a:srgbClr val="626262"/>
                </a:solidFill>
                <a:latin typeface="Noto Sans KR"/>
                <a:ea typeface="Noto Sans KR"/>
                <a:cs typeface="Noto Sans KR"/>
              </a:rPr>
              <a:t>대지</a:t>
            </a:r>
          </a:p>
        </p:txBody>
      </p:sp>
      <p:pic>
        <p:nvPicPr>
          <p:cNvPr id="13" name="">
            <a:extLst xmlns:a="http://schemas.openxmlformats.org/drawingml/2006/main">
              <a:ext uri="{FF2B5EF4-FFF2-40B4-BE49-F238E27FC236}">
                <a16:creationId xmlns:a16="http://schemas.microsoft.com/office/drawing/2014/main" id="{9BED584E-270C-4C9D-9E4A-225A6BBFF141}"/>
              </a:ext>
            </a:extLst>
          </p:cNvPr>
          <p:cNvPicPr>
            <a:picLocks xmlns:a="http://schemas.openxmlformats.org/drawingml/2006/main" noChangeAspect="1"/>
          </p:cNvPicPr>
          <p:nvPr/>
        </p:nvPicPr>
        <p:blipFill>
          <a:blip xmlns:r="http://schemas.openxmlformats.org/officeDocument/2006/relationships" xmlns:a="http://schemas.openxmlformats.org/drawingml/2006/main" r:embed="R5cc066c221604864"/>
          <a:stretch xmlns:a="http://schemas.openxmlformats.org/drawingml/2006/main"/>
        </p:blipFill>
        <p:spPr>
          <a:xfrm xmlns:a="http://schemas.openxmlformats.org/drawingml/2006/main">
            <a:off x="7388352" y="3216402"/>
            <a:ext cx="501396" cy="501396"/>
          </a:xfrm>
          <a:prstGeom xmlns:a="http://schemas.openxmlformats.org/drawingml/2006/main" prst="rect">
            <a:avLst/>
          </a:prstGeom>
        </p:spPr>
      </p:pic>
      <p:sp>
        <p:nvSpPr>
          <p:cNvPr id="14" name="건물">
            <a:extLst xmlns:a="http://schemas.openxmlformats.org/drawingml/2006/main">
              <a:ext uri="{FF2B5EF4-FFF2-40B4-BE49-F238E27FC236}">
                <a16:creationId xmlns:a16="http://schemas.microsoft.com/office/drawing/2014/main" id="{34373DBB-B5CE-4C82-B9E6-5F3143234055}"/>
              </a:ext>
            </a:extLst>
          </p:cNvPr>
          <p:cNvSpPr>
            <a:spLocks xmlns:a="http://schemas.openxmlformats.org/drawingml/2006/main" noGrp="1"/>
          </p:cNvSpPr>
          <p:nvPr/>
        </p:nvSpPr>
        <p:spPr>
          <a:xfrm xmlns:a="http://schemas.openxmlformats.org/drawingml/2006/main">
            <a:off x="6858000" y="4114800"/>
            <a:ext cx="1562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b="0">
                <a:solidFill>
                  <a:srgbClr val="626262"/>
                </a:solidFill>
                <a:latin typeface="Noto Sans KR"/>
                <a:ea typeface="Noto Sans KR"/>
                <a:cs typeface="Noto Sans KR"/>
              </a:defRPr>
            </a:defPPr>
          </a:lstStyle>
          <a:p xmlns:a="http://schemas.openxmlformats.org/drawingml/2006/main">
            <a:pPr algn="ctr">
              <a:defRPr sz="1575" b="0">
                <a:solidFill>
                  <a:srgbClr val="626262"/>
                </a:solidFill>
                <a:latin typeface="Noto Sans KR"/>
                <a:ea typeface="Noto Sans KR"/>
                <a:cs typeface="Noto Sans KR"/>
              </a:defRPr>
            </a:pPr>
            <a:r>
              <a:rPr sz="1575" b="0">
                <a:solidFill>
                  <a:srgbClr val="626262"/>
                </a:solidFill>
                <a:latin typeface="Noto Sans KR"/>
                <a:ea typeface="Noto Sans KR"/>
                <a:cs typeface="Noto Sans KR"/>
              </a:rPr>
              <a:t>건물</a:t>
            </a:r>
          </a:p>
        </p:txBody>
      </p:sp>
    </p:spTree>
    <p:extLst>
      <p:ext uri="{BB962C8B-B14F-4D97-AF65-F5344CB8AC3E}">
        <p14:creationId xmlns:p14="http://schemas.microsoft.com/office/powerpoint/2010/main" val="122760159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79" name="Template artwork 10079"/>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0" name="Template artwork 10080"/>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1" name="Template artwork 10081"/>
          <p:cNvSpPr>
            <a:spLocks xmlns:a="http://schemas.openxmlformats.org/drawingml/2006/main" noGrp="1"/>
          </p:cNvSpPr>
          <p:nvPr/>
        </p:nvSpPr>
        <p:spPr>
          <a:xfrm xmlns:a="http://schemas.openxmlformats.org/drawingml/2006/main">
            <a:off x="771525" y="1724025"/>
            <a:ext cx="1400175" cy="1400175"/>
          </a:xfrm>
          <a:prstGeom xmlns:a="http://schemas.openxmlformats.org/drawingml/2006/main" prst="ellipse">
            <a:avLst/>
          </a:prstGeom>
          <a:solidFill xmlns:a="http://schemas.openxmlformats.org/drawingml/2006/main">
            <a:srgbClr val="EEAD2A"/>
          </a:solidFill>
          <a:ln xmlns:a="http://schemas.openxmlformats.org/drawingml/2006/main" w="19050" cap="flat" cmpd="sng">
            <a:solidFill>
              <a:srgbClr val="EEAD2A"/>
            </a:solidFill>
            <a:prstDash val="solid"/>
            <a:round/>
          </a:ln>
        </p:spPr>
        <p:txBody>
          <a:bodyPr xmlns:a="http://schemas.openxmlformats.org/drawingml/2006/main"/>
          <a:lstStyle xmlns:a="http://schemas.openxmlformats.org/drawingml/2006/main"/>
          <a:p xmlns:a="http://schemas.openxmlformats.org/drawingml/2006/main"/>
        </p:txBody>
      </p:sp>
      <p:sp>
        <p:nvSpPr>
          <p:cNvPr id="10" name="21">
            <a:extLst xmlns:a="http://schemas.openxmlformats.org/drawingml/2006/main">
              <a:ext uri="{FF2B5EF4-FFF2-40B4-BE49-F238E27FC236}">
                <a16:creationId xmlns:a16="http://schemas.microsoft.com/office/drawing/2014/main" id="{3871441C-2BF6-4F5A-A4BC-D6F8EC9FEABB}"/>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21</a:t>
            </a:r>
          </a:p>
        </p:txBody>
      </p:sp>
      <p:sp>
        <p:nvSpPr>
          <p:cNvPr id="2" name="명문가">
            <a:extLst xmlns:a="http://schemas.openxmlformats.org/drawingml/2006/main">
              <a:ext uri="{FF2B5EF4-FFF2-40B4-BE49-F238E27FC236}">
                <a16:creationId xmlns:a16="http://schemas.microsoft.com/office/drawing/2014/main" id="{913610D8-2272-4631-B092-F2FCEFA605F1}"/>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시장 환산에 쓴 구독료">
            <a:extLst xmlns:a="http://schemas.openxmlformats.org/drawingml/2006/main">
              <a:ext uri="{FF2B5EF4-FFF2-40B4-BE49-F238E27FC236}">
                <a16:creationId xmlns:a16="http://schemas.microsoft.com/office/drawing/2014/main" id="{A67D54A8-C11F-4DE3-8ACC-B94725C99157}"/>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시장 환산에 쓴 구독료</a:t>
            </a:r>
          </a:p>
        </p:txBody>
      </p:sp>
      <p:sp>
        <p:nvSpPr>
          <p:cNvPr id="4" name="계산 가정    VAT와 전문가 수임료 제외">
            <a:extLst xmlns:a="http://schemas.openxmlformats.org/drawingml/2006/main">
              <a:ext uri="{FF2B5EF4-FFF2-40B4-BE49-F238E27FC236}">
                <a16:creationId xmlns:a16="http://schemas.microsoft.com/office/drawing/2014/main" id="{6D3E2C7D-F3D7-437B-AC47-238CFE763751}"/>
              </a:ext>
            </a:extLst>
          </p:cNvPr>
          <p:cNvSpPr>
            <a:spLocks xmlns:a="http://schemas.openxmlformats.org/drawingml/2006/main" noGrp="1"/>
          </p:cNvSpPr>
          <p:nvPr/>
        </p:nvSpPr>
        <p:spPr>
          <a:xfrm xmlns:a="http://schemas.openxmlformats.org/drawingml/2006/main">
            <a:off x="476250" y="455295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rPr>
              <a:t>계산 가정    VAT와 전문가 수임료 제외</a:t>
            </a:r>
          </a:p>
        </p:txBody>
      </p:sp>
      <p:pic>
        <p:nvPicPr>
          <p:cNvPr id="5" name="">
            <a:extLst xmlns:a="http://schemas.openxmlformats.org/drawingml/2006/main">
              <a:ext uri="{FF2B5EF4-FFF2-40B4-BE49-F238E27FC236}">
                <a16:creationId xmlns:a16="http://schemas.microsoft.com/office/drawing/2014/main" id="{60422BD2-A11D-41CC-BD97-176F9BDC76B9}"/>
              </a:ext>
            </a:extLst>
          </p:cNvPr>
          <p:cNvPicPr>
            <a:picLocks xmlns:a="http://schemas.openxmlformats.org/drawingml/2006/main" noChangeAspect="1"/>
          </p:cNvPicPr>
          <p:nvPr/>
        </p:nvPicPr>
        <p:blipFill>
          <a:blip xmlns:r="http://schemas.openxmlformats.org/officeDocument/2006/relationships" xmlns:a="http://schemas.openxmlformats.org/drawingml/2006/main" r:embed="Rc5bff51870a94175"/>
          <a:stretch xmlns:a="http://schemas.openxmlformats.org/drawingml/2006/main"/>
        </p:blipFill>
        <p:spPr>
          <a:xfrm xmlns:a="http://schemas.openxmlformats.org/drawingml/2006/main">
            <a:off x="1079564" y="2032064"/>
            <a:ext cx="784098" cy="784098"/>
          </a:xfrm>
          <a:prstGeom xmlns:a="http://schemas.openxmlformats.org/drawingml/2006/main" prst="rect">
            <a:avLst/>
          </a:prstGeom>
        </p:spPr>
      </p:pic>
      <p:sp>
        <p:nvSpPr>
          <p:cNvPr id="6" name="종중당 연">
            <a:extLst xmlns:a="http://schemas.openxmlformats.org/drawingml/2006/main">
              <a:ext uri="{FF2B5EF4-FFF2-40B4-BE49-F238E27FC236}">
                <a16:creationId xmlns:a16="http://schemas.microsoft.com/office/drawing/2014/main" id="{2A7537ED-7B75-4DFE-9852-6010F0726FDB}"/>
              </a:ext>
            </a:extLst>
          </p:cNvPr>
          <p:cNvSpPr>
            <a:spLocks xmlns:a="http://schemas.openxmlformats.org/drawingml/2006/main" noGrp="1"/>
          </p:cNvSpPr>
          <p:nvPr/>
        </p:nvSpPr>
        <p:spPr>
          <a:xfrm xmlns:a="http://schemas.openxmlformats.org/drawingml/2006/main">
            <a:off x="2828925" y="1352550"/>
            <a:ext cx="56292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0">
                <a:solidFill>
                  <a:srgbClr val="626262"/>
                </a:solidFill>
                <a:latin typeface="Noto Sans KR"/>
                <a:ea typeface="Noto Sans KR"/>
                <a:cs typeface="Noto Sans KR"/>
              </a:defRPr>
            </a:defPPr>
          </a:lstStyle>
          <a:p xmlns:a="http://schemas.openxmlformats.org/drawingml/2006/main">
            <a:pPr algn="l">
              <a:defRPr sz="2100" b="0">
                <a:solidFill>
                  <a:srgbClr val="626262"/>
                </a:solidFill>
                <a:latin typeface="Noto Sans KR"/>
                <a:ea typeface="Noto Sans KR"/>
                <a:cs typeface="Noto Sans KR"/>
              </a:defRPr>
            </a:pPr>
            <a:r>
              <a:rPr sz="2100" b="0">
                <a:solidFill>
                  <a:srgbClr val="626262"/>
                </a:solidFill>
                <a:latin typeface="Noto Sans KR"/>
                <a:ea typeface="Noto Sans KR"/>
                <a:cs typeface="Noto Sans KR"/>
              </a:rPr>
              <a:t>종중당 연</a:t>
            </a:r>
          </a:p>
        </p:txBody>
      </p:sp>
      <p:sp>
        <p:nvSpPr>
          <p:cNvPr id="7" name="50">
            <a:extLst xmlns:a="http://schemas.openxmlformats.org/drawingml/2006/main">
              <a:ext uri="{FF2B5EF4-FFF2-40B4-BE49-F238E27FC236}">
                <a16:creationId xmlns:a16="http://schemas.microsoft.com/office/drawing/2014/main" id="{5483DD60-F7C5-4BA7-BC97-921CEC2BCBEF}"/>
              </a:ext>
            </a:extLst>
          </p:cNvPr>
          <p:cNvSpPr>
            <a:spLocks xmlns:a="http://schemas.openxmlformats.org/drawingml/2006/main" noGrp="1"/>
          </p:cNvSpPr>
          <p:nvPr/>
        </p:nvSpPr>
        <p:spPr>
          <a:xfrm xmlns:a="http://schemas.openxmlformats.org/drawingml/2006/main">
            <a:off x="2781300" y="1876425"/>
            <a:ext cx="33432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225" b="0">
                <a:solidFill>
                  <a:srgbClr val="EEAD2A"/>
                </a:solidFill>
                <a:latin typeface="Calibri Light"/>
                <a:ea typeface="Calibri Light"/>
                <a:cs typeface="Calibri Light"/>
              </a:defRPr>
            </a:defPPr>
          </a:lstStyle>
          <a:p xmlns:a="http://schemas.openxmlformats.org/drawingml/2006/main">
            <a:pPr algn="l">
              <a:defRPr sz="9225" b="0">
                <a:solidFill>
                  <a:srgbClr val="EEAD2A"/>
                </a:solidFill>
                <a:latin typeface="Calibri Light"/>
                <a:ea typeface="Calibri Light"/>
                <a:cs typeface="Calibri Light"/>
              </a:defRPr>
            </a:pPr>
            <a:r>
              <a:rPr sz="9225" b="0">
                <a:solidFill>
                  <a:srgbClr val="EEAD2A"/>
                </a:solidFill>
                <a:latin typeface="Calibri Light"/>
                <a:ea typeface="Calibri Light"/>
                <a:cs typeface="Calibri Light"/>
              </a:rPr>
              <a:t>50</a:t>
            </a:r>
          </a:p>
        </p:txBody>
      </p:sp>
      <p:sp>
        <p:nvSpPr>
          <p:cNvPr id="8" name="만원">
            <a:extLst xmlns:a="http://schemas.openxmlformats.org/drawingml/2006/main">
              <a:ext uri="{FF2B5EF4-FFF2-40B4-BE49-F238E27FC236}">
                <a16:creationId xmlns:a16="http://schemas.microsoft.com/office/drawing/2014/main" id="{9A3B28B9-71D8-42B7-816C-A0906F744CE3}"/>
              </a:ext>
            </a:extLst>
          </p:cNvPr>
          <p:cNvSpPr>
            <a:spLocks xmlns:a="http://schemas.openxmlformats.org/drawingml/2006/main" noGrp="1"/>
          </p:cNvSpPr>
          <p:nvPr/>
        </p:nvSpPr>
        <p:spPr>
          <a:xfrm xmlns:a="http://schemas.openxmlformats.org/drawingml/2006/main">
            <a:off x="4876800" y="2657475"/>
            <a:ext cx="2333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75" b="0">
                <a:solidFill>
                  <a:srgbClr val="EEAD2A"/>
                </a:solidFill>
                <a:latin typeface="Noto Sans KR"/>
                <a:ea typeface="Noto Sans KR"/>
                <a:cs typeface="Noto Sans KR"/>
              </a:defRPr>
            </a:defPPr>
          </a:lstStyle>
          <a:p xmlns:a="http://schemas.openxmlformats.org/drawingml/2006/main">
            <a:pPr algn="l">
              <a:defRPr sz="3075" b="0">
                <a:solidFill>
                  <a:srgbClr val="EEAD2A"/>
                </a:solidFill>
                <a:latin typeface="Noto Sans KR"/>
                <a:ea typeface="Noto Sans KR"/>
                <a:cs typeface="Noto Sans KR"/>
              </a:defRPr>
            </a:pPr>
            <a:r>
              <a:rPr sz="3075" b="0">
                <a:solidFill>
                  <a:srgbClr val="EEAD2A"/>
                </a:solidFill>
                <a:latin typeface="Noto Sans KR"/>
                <a:ea typeface="Noto Sans KR"/>
                <a:cs typeface="Noto Sans KR"/>
              </a:rPr>
              <a:t>만원</a:t>
            </a:r>
          </a:p>
        </p:txBody>
      </p:sp>
      <p:sp>
        <p:nvSpPr>
          <p:cNvPr id="9" name="비교 요금  ZUZU Fund Service 연 50만원">
            <a:extLst xmlns:a="http://schemas.openxmlformats.org/drawingml/2006/main">
              <a:ext uri="{FF2B5EF4-FFF2-40B4-BE49-F238E27FC236}">
                <a16:creationId xmlns:a16="http://schemas.microsoft.com/office/drawing/2014/main" id="{18C2BE51-4BDA-49BA-835E-3133572F5A8D}"/>
              </a:ext>
            </a:extLst>
          </p:cNvPr>
          <p:cNvSpPr>
            <a:spLocks xmlns:a="http://schemas.openxmlformats.org/drawingml/2006/main" noGrp="1"/>
          </p:cNvSpPr>
          <p:nvPr/>
        </p:nvSpPr>
        <p:spPr>
          <a:xfrm xmlns:a="http://schemas.openxmlformats.org/drawingml/2006/main">
            <a:off x="2828925" y="3771900"/>
            <a:ext cx="57816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626262"/>
                </a:solidFill>
                <a:latin typeface="Noto Sans KR"/>
                <a:ea typeface="Noto Sans KR"/>
                <a:cs typeface="Noto Sans KR"/>
              </a:defRPr>
            </a:defPPr>
          </a:lstStyle>
          <a:p xmlns:a="http://schemas.openxmlformats.org/drawingml/2006/main">
            <a:pPr algn="l">
              <a:defRPr sz="1575" b="0">
                <a:solidFill>
                  <a:srgbClr val="626262"/>
                </a:solidFill>
                <a:latin typeface="Noto Sans KR"/>
                <a:ea typeface="Noto Sans KR"/>
                <a:cs typeface="Noto Sans KR"/>
              </a:defRPr>
            </a:pPr>
            <a:r>
              <a:rPr sz="1575" b="0">
                <a:solidFill>
                  <a:srgbClr val="626262"/>
                </a:solidFill>
                <a:latin typeface="Noto Sans KR"/>
                <a:ea typeface="Noto Sans KR"/>
                <a:cs typeface="Noto Sans KR"/>
              </a:rPr>
              <a:t>비교 요금  ZUZU Fund Service 연 50만원</a:t>
            </a:r>
          </a:p>
        </p:txBody>
      </p:sp>
    </p:spTree>
    <p:extLst>
      <p:ext uri="{BB962C8B-B14F-4D97-AF65-F5344CB8AC3E}">
        <p14:creationId xmlns:p14="http://schemas.microsoft.com/office/powerpoint/2010/main" val="19295202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82" name="Template artwork 10082"/>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3" name="Template artwork 10083"/>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4" name="Template artwork 10084"/>
          <p:cNvSpPr>
            <a:spLocks xmlns:a="http://schemas.openxmlformats.org/drawingml/2006/main" noGrp="1"/>
          </p:cNvSpPr>
          <p:nvPr/>
        </p:nvSpPr>
        <p:spPr>
          <a:xfrm xmlns:a="http://schemas.openxmlformats.org/drawingml/2006/main">
            <a:off x="390525" y="1524000"/>
            <a:ext cx="2343150" cy="2343150"/>
          </a:xfrm>
          <a:prstGeom xmlns:a="http://schemas.openxmlformats.org/drawingml/2006/main" prst="ellipse">
            <a:avLst/>
          </a:prstGeom>
          <a:solidFill xmlns:a="http://schemas.openxmlformats.org/drawingml/2006/main">
            <a:srgbClr val="FFFFFF"/>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085" name="Template artwork 10085"/>
          <p:cNvSpPr>
            <a:spLocks xmlns:a="http://schemas.openxmlformats.org/drawingml/2006/main" noGrp="1"/>
          </p:cNvSpPr>
          <p:nvPr/>
        </p:nvSpPr>
        <p:spPr>
          <a:xfrm xmlns:a="http://schemas.openxmlformats.org/drawingml/2006/main">
            <a:off x="3362325" y="1524000"/>
            <a:ext cx="2343150" cy="2343150"/>
          </a:xfrm>
          <a:prstGeom xmlns:a="http://schemas.openxmlformats.org/drawingml/2006/main" prst="ellipse">
            <a:avLst/>
          </a:prstGeom>
          <a:solidFill xmlns:a="http://schemas.openxmlformats.org/drawingml/2006/main">
            <a:srgbClr val="FFFFFF"/>
          </a:solidFill>
          <a:ln xmlns:a="http://schemas.openxmlformats.org/drawingml/2006/main" w="19050" cap="flat" cmpd="sng">
            <a:solidFill>
              <a:srgbClr val="ABCA48"/>
            </a:solidFill>
            <a:prstDash val="solid"/>
            <a:round/>
          </a:ln>
        </p:spPr>
        <p:txBody>
          <a:bodyPr xmlns:a="http://schemas.openxmlformats.org/drawingml/2006/main"/>
          <a:lstStyle xmlns:a="http://schemas.openxmlformats.org/drawingml/2006/main"/>
          <a:p xmlns:a="http://schemas.openxmlformats.org/drawingml/2006/main"/>
        </p:txBody>
      </p:sp>
      <p:sp>
        <p:nvSpPr>
          <p:cNvPr id="10086" name="Template artwork 10086"/>
          <p:cNvSpPr>
            <a:spLocks xmlns:a="http://schemas.openxmlformats.org/drawingml/2006/main" noGrp="1"/>
          </p:cNvSpPr>
          <p:nvPr/>
        </p:nvSpPr>
        <p:spPr>
          <a:xfrm xmlns:a="http://schemas.openxmlformats.org/drawingml/2006/main">
            <a:off x="6334125" y="1524000"/>
            <a:ext cx="2343150" cy="2343150"/>
          </a:xfrm>
          <a:prstGeom xmlns:a="http://schemas.openxmlformats.org/drawingml/2006/main" prst="ellipse">
            <a:avLst/>
          </a:prstGeom>
          <a:solidFill xmlns:a="http://schemas.openxmlformats.org/drawingml/2006/main">
            <a:srgbClr val="FFFFFF"/>
          </a:solidFill>
          <a:ln xmlns:a="http://schemas.openxmlformats.org/drawingml/2006/main" w="19050" cap="flat" cmpd="sng">
            <a:solidFill>
              <a:srgbClr val="D05258"/>
            </a:solidFill>
            <a:prstDash val="solid"/>
            <a:round/>
          </a:ln>
        </p:spPr>
        <p:txBody>
          <a:bodyPr xmlns:a="http://schemas.openxmlformats.org/drawingml/2006/main"/>
          <a:lstStyle xmlns:a="http://schemas.openxmlformats.org/drawingml/2006/main"/>
          <a:p xmlns:a="http://schemas.openxmlformats.org/drawingml/2006/main"/>
        </p:txBody>
      </p:sp>
      <p:sp>
        <p:nvSpPr>
          <p:cNvPr id="20" name="22">
            <a:extLst xmlns:a="http://schemas.openxmlformats.org/drawingml/2006/main">
              <a:ext uri="{FF2B5EF4-FFF2-40B4-BE49-F238E27FC236}">
                <a16:creationId xmlns:a16="http://schemas.microsoft.com/office/drawing/2014/main" id="{67649902-F15C-46B7-8143-3B7065EB6549}"/>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22</a:t>
            </a:r>
          </a:p>
        </p:txBody>
      </p:sp>
      <p:sp>
        <p:nvSpPr>
          <p:cNvPr id="2" name="명문가">
            <a:extLst xmlns:a="http://schemas.openxmlformats.org/drawingml/2006/main">
              <a:ext uri="{FF2B5EF4-FFF2-40B4-BE49-F238E27FC236}">
                <a16:creationId xmlns:a16="http://schemas.microsoft.com/office/drawing/2014/main" id="{496F9831-0566-42C3-BE5D-2D281C4C7E73}"/>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TAM  SAM  SOM">
            <a:extLst xmlns:a="http://schemas.openxmlformats.org/drawingml/2006/main">
              <a:ext uri="{FF2B5EF4-FFF2-40B4-BE49-F238E27FC236}">
                <a16:creationId xmlns:a16="http://schemas.microsoft.com/office/drawing/2014/main" id="{26C59C41-2E58-448B-BF78-9027E05DC96D}"/>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TAM  SAM  SOM</a:t>
            </a:r>
          </a:p>
        </p:txBody>
      </p:sp>
      <p:sp>
        <p:nvSpPr>
          <p:cNvPr id="4" name="연간 구독매출 환산    연 50만원 가정    SOM은 3년 도달 시나리오">
            <a:extLst xmlns:a="http://schemas.openxmlformats.org/drawingml/2006/main">
              <a:ext uri="{FF2B5EF4-FFF2-40B4-BE49-F238E27FC236}">
                <a16:creationId xmlns:a16="http://schemas.microsoft.com/office/drawing/2014/main" id="{134D842C-D86D-4EE2-89B9-26A1317ADA96}"/>
              </a:ext>
            </a:extLst>
          </p:cNvPr>
          <p:cNvSpPr>
            <a:spLocks xmlns:a="http://schemas.openxmlformats.org/drawingml/2006/main" noGrp="1"/>
          </p:cNvSpPr>
          <p:nvPr/>
        </p:nvSpPr>
        <p:spPr>
          <a:xfrm xmlns:a="http://schemas.openxmlformats.org/drawingml/2006/main">
            <a:off x="476250" y="455295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rPr>
              <a:t>연간 구독매출 환산    연 50만원 가정    SOM은 3년 도달 시나리오</a:t>
            </a:r>
          </a:p>
        </p:txBody>
      </p:sp>
      <p:sp>
        <p:nvSpPr>
          <p:cNvPr id="5" name="TAM">
            <a:extLst xmlns:a="http://schemas.openxmlformats.org/drawingml/2006/main">
              <a:ext uri="{FF2B5EF4-FFF2-40B4-BE49-F238E27FC236}">
                <a16:creationId xmlns:a16="http://schemas.microsoft.com/office/drawing/2014/main" id="{C7F38D2D-7625-436C-AD76-E7F2A813B0E1}"/>
              </a:ext>
            </a:extLst>
          </p:cNvPr>
          <p:cNvSpPr>
            <a:spLocks xmlns:a="http://schemas.openxmlformats.org/drawingml/2006/main" noGrp="1"/>
          </p:cNvSpPr>
          <p:nvPr/>
        </p:nvSpPr>
        <p:spPr>
          <a:xfrm xmlns:a="http://schemas.openxmlformats.org/drawingml/2006/main">
            <a:off x="485775" y="1152525"/>
            <a:ext cx="2152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0">
                <a:solidFill>
                  <a:srgbClr val="6BBADD"/>
                </a:solidFill>
                <a:latin typeface="Calibri Light"/>
                <a:ea typeface="Calibri Light"/>
                <a:cs typeface="Calibri Light"/>
              </a:defRPr>
            </a:defPPr>
          </a:lstStyle>
          <a:p xmlns:a="http://schemas.openxmlformats.org/drawingml/2006/main">
            <a:pPr algn="ctr">
              <a:defRPr sz="2325" b="0">
                <a:solidFill>
                  <a:srgbClr val="6BBADD"/>
                </a:solidFill>
                <a:latin typeface="Calibri Light"/>
                <a:ea typeface="Calibri Light"/>
                <a:cs typeface="Calibri Light"/>
              </a:defRPr>
            </a:pPr>
            <a:r>
              <a:rPr sz="2325" b="0">
                <a:solidFill>
                  <a:srgbClr val="6BBADD"/>
                </a:solidFill>
                <a:latin typeface="Calibri Light"/>
                <a:ea typeface="Calibri Light"/>
                <a:cs typeface="Calibri Light"/>
              </a:rPr>
              <a:t>TAM</a:t>
            </a:r>
          </a:p>
        </p:txBody>
      </p:sp>
      <p:sp>
        <p:nvSpPr>
          <p:cNvPr id="6" name="1,185">
            <a:extLst xmlns:a="http://schemas.openxmlformats.org/drawingml/2006/main">
              <a:ext uri="{FF2B5EF4-FFF2-40B4-BE49-F238E27FC236}">
                <a16:creationId xmlns:a16="http://schemas.microsoft.com/office/drawing/2014/main" id="{DB1AD9F7-3138-4557-B43A-F23CDC8EC1E3}"/>
              </a:ext>
            </a:extLst>
          </p:cNvPr>
          <p:cNvSpPr>
            <a:spLocks xmlns:a="http://schemas.openxmlformats.org/drawingml/2006/main" noGrp="1"/>
          </p:cNvSpPr>
          <p:nvPr/>
        </p:nvSpPr>
        <p:spPr>
          <a:xfrm xmlns:a="http://schemas.openxmlformats.org/drawingml/2006/main">
            <a:off x="428625" y="2028825"/>
            <a:ext cx="2266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650" b="0">
                <a:solidFill>
                  <a:srgbClr val="6BBADD"/>
                </a:solidFill>
                <a:latin typeface="Calibri Light"/>
                <a:ea typeface="Calibri Light"/>
                <a:cs typeface="Calibri Light"/>
              </a:defRPr>
            </a:defPPr>
          </a:lstStyle>
          <a:p xmlns:a="http://schemas.openxmlformats.org/drawingml/2006/main">
            <a:pPr algn="ctr">
              <a:defRPr sz="4650" b="0">
                <a:solidFill>
                  <a:srgbClr val="6BBADD"/>
                </a:solidFill>
                <a:latin typeface="Calibri Light"/>
                <a:ea typeface="Calibri Light"/>
                <a:cs typeface="Calibri Light"/>
              </a:defRPr>
            </a:pPr>
            <a:r>
              <a:rPr sz="4650" b="0">
                <a:solidFill>
                  <a:srgbClr val="6BBADD"/>
                </a:solidFill>
                <a:latin typeface="Calibri Light"/>
                <a:ea typeface="Calibri Light"/>
                <a:cs typeface="Calibri Light"/>
              </a:rPr>
              <a:t>1,185</a:t>
            </a:r>
          </a:p>
        </p:txBody>
      </p:sp>
      <p:sp>
        <p:nvSpPr>
          <p:cNvPr id="7" name="억원 / 년">
            <a:extLst xmlns:a="http://schemas.openxmlformats.org/drawingml/2006/main">
              <a:ext uri="{FF2B5EF4-FFF2-40B4-BE49-F238E27FC236}">
                <a16:creationId xmlns:a16="http://schemas.microsoft.com/office/drawing/2014/main" id="{47865415-E04B-4DAE-A44D-DC1D4FFD0A3C}"/>
              </a:ext>
            </a:extLst>
          </p:cNvPr>
          <p:cNvSpPr>
            <a:spLocks xmlns:a="http://schemas.openxmlformats.org/drawingml/2006/main" noGrp="1"/>
          </p:cNvSpPr>
          <p:nvPr/>
        </p:nvSpPr>
        <p:spPr>
          <a:xfrm xmlns:a="http://schemas.openxmlformats.org/drawingml/2006/main">
            <a:off x="514350" y="29241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626262"/>
                </a:solidFill>
                <a:latin typeface="Noto Sans KR"/>
                <a:ea typeface="Noto Sans KR"/>
                <a:cs typeface="Noto Sans KR"/>
              </a:defRPr>
            </a:defPPr>
          </a:lstStyle>
          <a:p xmlns:a="http://schemas.openxmlformats.org/drawingml/2006/main">
            <a:pPr algn="ctr">
              <a:defRPr sz="1725" b="0">
                <a:solidFill>
                  <a:srgbClr val="626262"/>
                </a:solidFill>
                <a:latin typeface="Noto Sans KR"/>
                <a:ea typeface="Noto Sans KR"/>
                <a:cs typeface="Noto Sans KR"/>
              </a:defRPr>
            </a:pPr>
            <a:r>
              <a:rPr sz="1725" b="0">
                <a:solidFill>
                  <a:srgbClr val="626262"/>
                </a:solidFill>
                <a:latin typeface="Noto Sans KR"/>
                <a:ea typeface="Noto Sans KR"/>
                <a:cs typeface="Noto Sans KR"/>
              </a:rPr>
              <a:t>억원 / 년</a:t>
            </a:r>
          </a:p>
        </p:txBody>
      </p:sp>
      <p:sp>
        <p:nvSpPr>
          <p:cNvPr id="8" name="237,071개">
            <a:extLst xmlns:a="http://schemas.openxmlformats.org/drawingml/2006/main">
              <a:ext uri="{FF2B5EF4-FFF2-40B4-BE49-F238E27FC236}">
                <a16:creationId xmlns:a16="http://schemas.microsoft.com/office/drawing/2014/main" id="{E162BD8E-A8FC-4095-93A0-6AF4176319F5}"/>
              </a:ext>
            </a:extLst>
          </p:cNvPr>
          <p:cNvSpPr>
            <a:spLocks xmlns:a="http://schemas.openxmlformats.org/drawingml/2006/main" noGrp="1"/>
          </p:cNvSpPr>
          <p:nvPr/>
        </p:nvSpPr>
        <p:spPr>
          <a:xfrm xmlns:a="http://schemas.openxmlformats.org/drawingml/2006/main">
            <a:off x="514350" y="3333750"/>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26262"/>
                </a:solidFill>
                <a:latin typeface="Noto Sans KR"/>
                <a:ea typeface="Noto Sans KR"/>
                <a:cs typeface="Noto Sans KR"/>
              </a:defRPr>
            </a:defPPr>
          </a:lstStyle>
          <a:p xmlns:a="http://schemas.openxmlformats.org/drawingml/2006/main">
            <a:pPr algn="ctr">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237,071개</a:t>
            </a:r>
          </a:p>
        </p:txBody>
      </p:sp>
      <p:sp>
        <p:nvSpPr>
          <p:cNvPr id="9" name="등록 종중">
            <a:extLst xmlns:a="http://schemas.openxmlformats.org/drawingml/2006/main">
              <a:ext uri="{FF2B5EF4-FFF2-40B4-BE49-F238E27FC236}">
                <a16:creationId xmlns:a16="http://schemas.microsoft.com/office/drawing/2014/main" id="{840894F2-E334-47BA-8E78-CA2F96989208}"/>
              </a:ext>
            </a:extLst>
          </p:cNvPr>
          <p:cNvSpPr>
            <a:spLocks xmlns:a="http://schemas.openxmlformats.org/drawingml/2006/main" noGrp="1"/>
          </p:cNvSpPr>
          <p:nvPr/>
        </p:nvSpPr>
        <p:spPr>
          <a:xfrm xmlns:a="http://schemas.openxmlformats.org/drawingml/2006/main">
            <a:off x="228600" y="407670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425" b="0">
                <a:solidFill>
                  <a:srgbClr val="626262"/>
                </a:solidFill>
                <a:latin typeface="Noto Sans KR"/>
                <a:ea typeface="Noto Sans KR"/>
                <a:cs typeface="Noto Sans KR"/>
              </a:defRPr>
            </a:defPPr>
          </a:lstStyle>
          <a:p xmlns:a="http://schemas.openxmlformats.org/drawingml/2006/main">
            <a:pPr algn="ctr">
              <a:defRPr sz="1425" b="0">
                <a:solidFill>
                  <a:srgbClr val="626262"/>
                </a:solidFill>
                <a:latin typeface="Noto Sans KR"/>
                <a:ea typeface="Noto Sans KR"/>
                <a:cs typeface="Noto Sans KR"/>
              </a:defRPr>
            </a:pPr>
            <a:r>
              <a:rPr sz="1425" b="0">
                <a:solidFill>
                  <a:srgbClr val="626262"/>
                </a:solidFill>
                <a:latin typeface="Noto Sans KR"/>
                <a:ea typeface="Noto Sans KR"/>
                <a:cs typeface="Noto Sans KR"/>
              </a:rPr>
              <a:t>등록 종중</a:t>
            </a:r>
          </a:p>
        </p:txBody>
      </p:sp>
      <p:sp>
        <p:nvSpPr>
          <p:cNvPr id="10" name="SAM">
            <a:extLst xmlns:a="http://schemas.openxmlformats.org/drawingml/2006/main">
              <a:ext uri="{FF2B5EF4-FFF2-40B4-BE49-F238E27FC236}">
                <a16:creationId xmlns:a16="http://schemas.microsoft.com/office/drawing/2014/main" id="{E45DC6B3-EF17-4232-9F13-9E0DF919043B}"/>
              </a:ext>
            </a:extLst>
          </p:cNvPr>
          <p:cNvSpPr>
            <a:spLocks xmlns:a="http://schemas.openxmlformats.org/drawingml/2006/main" noGrp="1"/>
          </p:cNvSpPr>
          <p:nvPr/>
        </p:nvSpPr>
        <p:spPr>
          <a:xfrm xmlns:a="http://schemas.openxmlformats.org/drawingml/2006/main">
            <a:off x="3457575" y="1152525"/>
            <a:ext cx="2152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0">
                <a:solidFill>
                  <a:srgbClr val="ABCA48"/>
                </a:solidFill>
                <a:latin typeface="Calibri Light"/>
                <a:ea typeface="Calibri Light"/>
                <a:cs typeface="Calibri Light"/>
              </a:defRPr>
            </a:defPPr>
          </a:lstStyle>
          <a:p xmlns:a="http://schemas.openxmlformats.org/drawingml/2006/main">
            <a:pPr algn="ctr">
              <a:defRPr sz="2325" b="0">
                <a:solidFill>
                  <a:srgbClr val="ABCA48"/>
                </a:solidFill>
                <a:latin typeface="Calibri Light"/>
                <a:ea typeface="Calibri Light"/>
                <a:cs typeface="Calibri Light"/>
              </a:defRPr>
            </a:pPr>
            <a:r>
              <a:rPr sz="2325" b="0">
                <a:solidFill>
                  <a:srgbClr val="ABCA48"/>
                </a:solidFill>
                <a:latin typeface="Calibri Light"/>
                <a:ea typeface="Calibri Light"/>
                <a:cs typeface="Calibri Light"/>
              </a:rPr>
              <a:t>SAM</a:t>
            </a:r>
          </a:p>
        </p:txBody>
      </p:sp>
      <p:sp>
        <p:nvSpPr>
          <p:cNvPr id="11" name="1,185">
            <a:extLst xmlns:a="http://schemas.openxmlformats.org/drawingml/2006/main">
              <a:ext uri="{FF2B5EF4-FFF2-40B4-BE49-F238E27FC236}">
                <a16:creationId xmlns:a16="http://schemas.microsoft.com/office/drawing/2014/main" id="{83659FB0-50B4-4F14-9ECD-9C141632F27D}"/>
              </a:ext>
            </a:extLst>
          </p:cNvPr>
          <p:cNvSpPr>
            <a:spLocks xmlns:a="http://schemas.openxmlformats.org/drawingml/2006/main" noGrp="1"/>
          </p:cNvSpPr>
          <p:nvPr/>
        </p:nvSpPr>
        <p:spPr>
          <a:xfrm xmlns:a="http://schemas.openxmlformats.org/drawingml/2006/main">
            <a:off x="3400425" y="2028825"/>
            <a:ext cx="2266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650" b="0">
                <a:solidFill>
                  <a:srgbClr val="ABCA48"/>
                </a:solidFill>
                <a:latin typeface="Calibri Light"/>
                <a:ea typeface="Calibri Light"/>
                <a:cs typeface="Calibri Light"/>
              </a:defRPr>
            </a:defPPr>
          </a:lstStyle>
          <a:p xmlns:a="http://schemas.openxmlformats.org/drawingml/2006/main">
            <a:pPr algn="ctr">
              <a:defRPr sz="4650" b="0">
                <a:solidFill>
                  <a:srgbClr val="ABCA48"/>
                </a:solidFill>
                <a:latin typeface="Calibri Light"/>
                <a:ea typeface="Calibri Light"/>
                <a:cs typeface="Calibri Light"/>
              </a:defRPr>
            </a:pPr>
            <a:r>
              <a:rPr sz="4650" b="0">
                <a:solidFill>
                  <a:srgbClr val="ABCA48"/>
                </a:solidFill>
                <a:latin typeface="Calibri Light"/>
                <a:ea typeface="Calibri Light"/>
                <a:cs typeface="Calibri Light"/>
              </a:rPr>
              <a:t>1,185</a:t>
            </a:r>
          </a:p>
        </p:txBody>
      </p:sp>
      <p:sp>
        <p:nvSpPr>
          <p:cNvPr id="12" name="억원 / 년">
            <a:extLst xmlns:a="http://schemas.openxmlformats.org/drawingml/2006/main">
              <a:ext uri="{FF2B5EF4-FFF2-40B4-BE49-F238E27FC236}">
                <a16:creationId xmlns:a16="http://schemas.microsoft.com/office/drawing/2014/main" id="{77BBE17A-5457-4F06-8B74-920118667E2E}"/>
              </a:ext>
            </a:extLst>
          </p:cNvPr>
          <p:cNvSpPr>
            <a:spLocks xmlns:a="http://schemas.openxmlformats.org/drawingml/2006/main" noGrp="1"/>
          </p:cNvSpPr>
          <p:nvPr/>
        </p:nvSpPr>
        <p:spPr>
          <a:xfrm xmlns:a="http://schemas.openxmlformats.org/drawingml/2006/main">
            <a:off x="3486150" y="29241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626262"/>
                </a:solidFill>
                <a:latin typeface="Noto Sans KR"/>
                <a:ea typeface="Noto Sans KR"/>
                <a:cs typeface="Noto Sans KR"/>
              </a:defRPr>
            </a:defPPr>
          </a:lstStyle>
          <a:p xmlns:a="http://schemas.openxmlformats.org/drawingml/2006/main">
            <a:pPr algn="ctr">
              <a:defRPr sz="1725" b="0">
                <a:solidFill>
                  <a:srgbClr val="626262"/>
                </a:solidFill>
                <a:latin typeface="Noto Sans KR"/>
                <a:ea typeface="Noto Sans KR"/>
                <a:cs typeface="Noto Sans KR"/>
              </a:defRPr>
            </a:pPr>
            <a:r>
              <a:rPr sz="1725" b="0">
                <a:solidFill>
                  <a:srgbClr val="626262"/>
                </a:solidFill>
                <a:latin typeface="Noto Sans KR"/>
                <a:ea typeface="Noto Sans KR"/>
                <a:cs typeface="Noto Sans KR"/>
              </a:rPr>
              <a:t>억원 / 년</a:t>
            </a:r>
          </a:p>
        </p:txBody>
      </p:sp>
      <p:sp>
        <p:nvSpPr>
          <p:cNvPr id="13" name="237,071개">
            <a:extLst xmlns:a="http://schemas.openxmlformats.org/drawingml/2006/main">
              <a:ext uri="{FF2B5EF4-FFF2-40B4-BE49-F238E27FC236}">
                <a16:creationId xmlns:a16="http://schemas.microsoft.com/office/drawing/2014/main" id="{32F4A07E-6BB4-4586-9405-9289575D5686}"/>
              </a:ext>
            </a:extLst>
          </p:cNvPr>
          <p:cNvSpPr>
            <a:spLocks xmlns:a="http://schemas.openxmlformats.org/drawingml/2006/main" noGrp="1"/>
          </p:cNvSpPr>
          <p:nvPr/>
        </p:nvSpPr>
        <p:spPr>
          <a:xfrm xmlns:a="http://schemas.openxmlformats.org/drawingml/2006/main">
            <a:off x="3486150" y="3333750"/>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26262"/>
                </a:solidFill>
                <a:latin typeface="Noto Sans KR"/>
                <a:ea typeface="Noto Sans KR"/>
                <a:cs typeface="Noto Sans KR"/>
              </a:defRPr>
            </a:defPPr>
          </a:lstStyle>
          <a:p xmlns:a="http://schemas.openxmlformats.org/drawingml/2006/main">
            <a:pPr algn="ctr">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237,071개</a:t>
            </a:r>
          </a:p>
        </p:txBody>
      </p:sp>
      <p:sp>
        <p:nvSpPr>
          <p:cNvPr id="14" name="전국 대상, TAM과 동일">
            <a:extLst xmlns:a="http://schemas.openxmlformats.org/drawingml/2006/main">
              <a:ext uri="{FF2B5EF4-FFF2-40B4-BE49-F238E27FC236}">
                <a16:creationId xmlns:a16="http://schemas.microsoft.com/office/drawing/2014/main" id="{A77C74DC-09F8-406F-B301-AB3C9ECE5BB7}"/>
              </a:ext>
            </a:extLst>
          </p:cNvPr>
          <p:cNvSpPr>
            <a:spLocks xmlns:a="http://schemas.openxmlformats.org/drawingml/2006/main" noGrp="1"/>
          </p:cNvSpPr>
          <p:nvPr/>
        </p:nvSpPr>
        <p:spPr>
          <a:xfrm xmlns:a="http://schemas.openxmlformats.org/drawingml/2006/main">
            <a:off x="3200400" y="407670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425" b="0">
                <a:solidFill>
                  <a:srgbClr val="626262"/>
                </a:solidFill>
                <a:latin typeface="Noto Sans KR"/>
                <a:ea typeface="Noto Sans KR"/>
                <a:cs typeface="Noto Sans KR"/>
              </a:defRPr>
            </a:defPPr>
          </a:lstStyle>
          <a:p xmlns:a="http://schemas.openxmlformats.org/drawingml/2006/main">
            <a:pPr algn="ctr">
              <a:defRPr sz="1425" b="0">
                <a:solidFill>
                  <a:srgbClr val="626262"/>
                </a:solidFill>
                <a:latin typeface="Noto Sans KR"/>
                <a:ea typeface="Noto Sans KR"/>
                <a:cs typeface="Noto Sans KR"/>
              </a:defRPr>
            </a:pPr>
            <a:r>
              <a:rPr sz="1425" b="0">
                <a:solidFill>
                  <a:srgbClr val="626262"/>
                </a:solidFill>
                <a:latin typeface="Noto Sans KR"/>
                <a:ea typeface="Noto Sans KR"/>
                <a:cs typeface="Noto Sans KR"/>
              </a:rPr>
              <a:t>전국 대상, TAM과 동일</a:t>
            </a:r>
          </a:p>
        </p:txBody>
      </p:sp>
      <p:sp>
        <p:nvSpPr>
          <p:cNvPr id="15" name="SOM">
            <a:extLst xmlns:a="http://schemas.openxmlformats.org/drawingml/2006/main">
              <a:ext uri="{FF2B5EF4-FFF2-40B4-BE49-F238E27FC236}">
                <a16:creationId xmlns:a16="http://schemas.microsoft.com/office/drawing/2014/main" id="{2EEEDE95-A1B9-4C6B-B66E-8C6BBA54660E}"/>
              </a:ext>
            </a:extLst>
          </p:cNvPr>
          <p:cNvSpPr>
            <a:spLocks xmlns:a="http://schemas.openxmlformats.org/drawingml/2006/main" noGrp="1"/>
          </p:cNvSpPr>
          <p:nvPr/>
        </p:nvSpPr>
        <p:spPr>
          <a:xfrm xmlns:a="http://schemas.openxmlformats.org/drawingml/2006/main">
            <a:off x="6429375" y="1152525"/>
            <a:ext cx="2152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0">
                <a:solidFill>
                  <a:srgbClr val="D05258"/>
                </a:solidFill>
                <a:latin typeface="Calibri Light"/>
                <a:ea typeface="Calibri Light"/>
                <a:cs typeface="Calibri Light"/>
              </a:defRPr>
            </a:defPPr>
          </a:lstStyle>
          <a:p xmlns:a="http://schemas.openxmlformats.org/drawingml/2006/main">
            <a:pPr algn="ctr">
              <a:defRPr sz="2325" b="0">
                <a:solidFill>
                  <a:srgbClr val="D05258"/>
                </a:solidFill>
                <a:latin typeface="Calibri Light"/>
                <a:ea typeface="Calibri Light"/>
                <a:cs typeface="Calibri Light"/>
              </a:defRPr>
            </a:pPr>
            <a:r>
              <a:rPr sz="2325" b="0">
                <a:solidFill>
                  <a:srgbClr val="D05258"/>
                </a:solidFill>
                <a:latin typeface="Calibri Light"/>
                <a:ea typeface="Calibri Light"/>
                <a:cs typeface="Calibri Light"/>
              </a:rPr>
              <a:t>SOM</a:t>
            </a:r>
          </a:p>
        </p:txBody>
      </p:sp>
      <p:sp>
        <p:nvSpPr>
          <p:cNvPr id="16" name="11.86">
            <a:extLst xmlns:a="http://schemas.openxmlformats.org/drawingml/2006/main">
              <a:ext uri="{FF2B5EF4-FFF2-40B4-BE49-F238E27FC236}">
                <a16:creationId xmlns:a16="http://schemas.microsoft.com/office/drawing/2014/main" id="{E0771444-0E84-40AC-B343-04FAEBF8B324}"/>
              </a:ext>
            </a:extLst>
          </p:cNvPr>
          <p:cNvSpPr>
            <a:spLocks xmlns:a="http://schemas.openxmlformats.org/drawingml/2006/main" noGrp="1"/>
          </p:cNvSpPr>
          <p:nvPr/>
        </p:nvSpPr>
        <p:spPr>
          <a:xfrm xmlns:a="http://schemas.openxmlformats.org/drawingml/2006/main">
            <a:off x="6372225" y="2028825"/>
            <a:ext cx="22669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100" b="0">
                <a:solidFill>
                  <a:srgbClr val="D05258"/>
                </a:solidFill>
                <a:latin typeface="Calibri Light"/>
                <a:ea typeface="Calibri Light"/>
                <a:cs typeface="Calibri Light"/>
              </a:defRPr>
            </a:defPPr>
          </a:lstStyle>
          <a:p xmlns:a="http://schemas.openxmlformats.org/drawingml/2006/main">
            <a:pPr algn="ctr">
              <a:defRPr sz="5100" b="0">
                <a:solidFill>
                  <a:srgbClr val="D05258"/>
                </a:solidFill>
                <a:latin typeface="Calibri Light"/>
                <a:ea typeface="Calibri Light"/>
                <a:cs typeface="Calibri Light"/>
              </a:defRPr>
            </a:pPr>
            <a:r>
              <a:rPr sz="5100" b="0">
                <a:solidFill>
                  <a:srgbClr val="D05258"/>
                </a:solidFill>
                <a:latin typeface="Calibri Light"/>
                <a:ea typeface="Calibri Light"/>
                <a:cs typeface="Calibri Light"/>
              </a:rPr>
              <a:t>11.86</a:t>
            </a:r>
          </a:p>
        </p:txBody>
      </p:sp>
      <p:sp>
        <p:nvSpPr>
          <p:cNvPr id="17" name="억원 / 년">
            <a:extLst xmlns:a="http://schemas.openxmlformats.org/drawingml/2006/main">
              <a:ext uri="{FF2B5EF4-FFF2-40B4-BE49-F238E27FC236}">
                <a16:creationId xmlns:a16="http://schemas.microsoft.com/office/drawing/2014/main" id="{FE253ACD-F21C-48D6-B917-1D29D20BDFAF}"/>
              </a:ext>
            </a:extLst>
          </p:cNvPr>
          <p:cNvSpPr>
            <a:spLocks xmlns:a="http://schemas.openxmlformats.org/drawingml/2006/main" noGrp="1"/>
          </p:cNvSpPr>
          <p:nvPr/>
        </p:nvSpPr>
        <p:spPr>
          <a:xfrm xmlns:a="http://schemas.openxmlformats.org/drawingml/2006/main">
            <a:off x="6457950" y="292417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b="0">
                <a:solidFill>
                  <a:srgbClr val="626262"/>
                </a:solidFill>
                <a:latin typeface="Noto Sans KR"/>
                <a:ea typeface="Noto Sans KR"/>
                <a:cs typeface="Noto Sans KR"/>
              </a:defRPr>
            </a:defPPr>
          </a:lstStyle>
          <a:p xmlns:a="http://schemas.openxmlformats.org/drawingml/2006/main">
            <a:pPr algn="ctr">
              <a:defRPr sz="1725" b="0">
                <a:solidFill>
                  <a:srgbClr val="626262"/>
                </a:solidFill>
                <a:latin typeface="Noto Sans KR"/>
                <a:ea typeface="Noto Sans KR"/>
                <a:cs typeface="Noto Sans KR"/>
              </a:defRPr>
            </a:pPr>
            <a:r>
              <a:rPr sz="1725" b="0">
                <a:solidFill>
                  <a:srgbClr val="626262"/>
                </a:solidFill>
                <a:latin typeface="Noto Sans KR"/>
                <a:ea typeface="Noto Sans KR"/>
                <a:cs typeface="Noto Sans KR"/>
              </a:rPr>
              <a:t>억원 / 년</a:t>
            </a:r>
          </a:p>
        </p:txBody>
      </p:sp>
      <p:sp>
        <p:nvSpPr>
          <p:cNvPr id="18" name="2,371개">
            <a:extLst xmlns:a="http://schemas.openxmlformats.org/drawingml/2006/main">
              <a:ext uri="{FF2B5EF4-FFF2-40B4-BE49-F238E27FC236}">
                <a16:creationId xmlns:a16="http://schemas.microsoft.com/office/drawing/2014/main" id="{F6250393-1F47-4D8B-9EE4-A9B5040087BC}"/>
              </a:ext>
            </a:extLst>
          </p:cNvPr>
          <p:cNvSpPr>
            <a:spLocks xmlns:a="http://schemas.openxmlformats.org/drawingml/2006/main" noGrp="1"/>
          </p:cNvSpPr>
          <p:nvPr/>
        </p:nvSpPr>
        <p:spPr>
          <a:xfrm xmlns:a="http://schemas.openxmlformats.org/drawingml/2006/main">
            <a:off x="6457950" y="3333750"/>
            <a:ext cx="2095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0">
                <a:solidFill>
                  <a:srgbClr val="626262"/>
                </a:solidFill>
                <a:latin typeface="Noto Sans KR"/>
                <a:ea typeface="Noto Sans KR"/>
                <a:cs typeface="Noto Sans KR"/>
              </a:defRPr>
            </a:defPPr>
          </a:lstStyle>
          <a:p xmlns:a="http://schemas.openxmlformats.org/drawingml/2006/main">
            <a:pPr algn="ctr">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2,371개</a:t>
            </a:r>
          </a:p>
        </p:txBody>
      </p:sp>
      <p:sp>
        <p:nvSpPr>
          <p:cNvPr id="19" name="확보율 가정 1%">
            <a:extLst xmlns:a="http://schemas.openxmlformats.org/drawingml/2006/main">
              <a:ext uri="{FF2B5EF4-FFF2-40B4-BE49-F238E27FC236}">
                <a16:creationId xmlns:a16="http://schemas.microsoft.com/office/drawing/2014/main" id="{AECD85BF-507A-442B-BC94-3DE0E11F1573}"/>
              </a:ext>
            </a:extLst>
          </p:cNvPr>
          <p:cNvSpPr>
            <a:spLocks xmlns:a="http://schemas.openxmlformats.org/drawingml/2006/main" noGrp="1"/>
          </p:cNvSpPr>
          <p:nvPr/>
        </p:nvSpPr>
        <p:spPr>
          <a:xfrm xmlns:a="http://schemas.openxmlformats.org/drawingml/2006/main">
            <a:off x="6172200" y="4076700"/>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425" b="0">
                <a:solidFill>
                  <a:srgbClr val="626262"/>
                </a:solidFill>
                <a:latin typeface="Noto Sans KR"/>
                <a:ea typeface="Noto Sans KR"/>
                <a:cs typeface="Noto Sans KR"/>
              </a:defRPr>
            </a:defPPr>
          </a:lstStyle>
          <a:p xmlns:a="http://schemas.openxmlformats.org/drawingml/2006/main">
            <a:pPr algn="ctr">
              <a:defRPr sz="1425" b="0">
                <a:solidFill>
                  <a:srgbClr val="626262"/>
                </a:solidFill>
                <a:latin typeface="Noto Sans KR"/>
                <a:ea typeface="Noto Sans KR"/>
                <a:cs typeface="Noto Sans KR"/>
              </a:defRPr>
            </a:pPr>
            <a:r>
              <a:rPr sz="1425" b="0">
                <a:solidFill>
                  <a:srgbClr val="626262"/>
                </a:solidFill>
                <a:latin typeface="Noto Sans KR"/>
                <a:ea typeface="Noto Sans KR"/>
                <a:cs typeface="Noto Sans KR"/>
              </a:rPr>
              <a:t>확보율 가정 1%</a:t>
            </a:r>
          </a:p>
        </p:txBody>
      </p:sp>
    </p:spTree>
    <p:extLst>
      <p:ext uri="{BB962C8B-B14F-4D97-AF65-F5344CB8AC3E}">
        <p14:creationId xmlns:p14="http://schemas.microsoft.com/office/powerpoint/2010/main" val="196416143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87" name="Template artwork 10087"/>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8" name="Template artwork 10088"/>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6" name="23">
            <a:extLst xmlns:a="http://schemas.openxmlformats.org/drawingml/2006/main">
              <a:ext uri="{FF2B5EF4-FFF2-40B4-BE49-F238E27FC236}">
                <a16:creationId xmlns:a16="http://schemas.microsoft.com/office/drawing/2014/main" id="{BB64D734-2998-4CF7-9E3D-CA92C78E1E36}"/>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23</a:t>
            </a:r>
          </a:p>
        </p:txBody>
      </p:sp>
      <p:sp>
        <p:nvSpPr>
          <p:cNvPr id="2" name="명문가">
            <a:extLst xmlns:a="http://schemas.openxmlformats.org/drawingml/2006/main">
              <a:ext uri="{FF2B5EF4-FFF2-40B4-BE49-F238E27FC236}">
                <a16:creationId xmlns:a16="http://schemas.microsoft.com/office/drawing/2014/main" id="{0FE5B2CC-1AAE-4EEA-95C5-22FD146FEAB9}"/>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SOM 확보율 시나리오">
            <a:extLst xmlns:a="http://schemas.openxmlformats.org/drawingml/2006/main">
              <a:ext uri="{FF2B5EF4-FFF2-40B4-BE49-F238E27FC236}">
                <a16:creationId xmlns:a16="http://schemas.microsoft.com/office/drawing/2014/main" id="{47973393-577B-425F-B2E6-C83577D97135}"/>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SOM 확보율 시나리오</a:t>
            </a:r>
          </a:p>
        </p:txBody>
      </p:sp>
      <p:sp>
        <p:nvSpPr>
          <p:cNvPr id="4" name="3년 도달 가정    연 50만원    실제 확보 고객이나 현재 매출 아님">
            <a:extLst xmlns:a="http://schemas.openxmlformats.org/drawingml/2006/main">
              <a:ext uri="{FF2B5EF4-FFF2-40B4-BE49-F238E27FC236}">
                <a16:creationId xmlns:a16="http://schemas.microsoft.com/office/drawing/2014/main" id="{01FC12CB-E37B-4739-A417-0CCBC23CD34C}"/>
              </a:ext>
            </a:extLst>
          </p:cNvPr>
          <p:cNvSpPr>
            <a:spLocks xmlns:a="http://schemas.openxmlformats.org/drawingml/2006/main" noGrp="1"/>
          </p:cNvSpPr>
          <p:nvPr/>
        </p:nvSpPr>
        <p:spPr>
          <a:xfrm xmlns:a="http://schemas.openxmlformats.org/drawingml/2006/main">
            <a:off x="476250" y="455295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rPr>
              <a:t>3년 도달 가정    연 50만원    실제 확보 고객이나 현재 매출 아님</a:t>
            </a:r>
          </a:p>
        </p:txBody>
      </p:sp>
      <p:graphicFrame>
        <p:nvGraphicFramePr>
          <p:cNvPr id="5" name="Chart">
            <a:extLst xmlns:a="http://schemas.openxmlformats.org/drawingml/2006/main">
              <a:ext uri="{FF2B5EF4-FFF2-40B4-BE49-F238E27FC236}">
                <a16:creationId xmlns:a16="http://schemas.microsoft.com/office/drawing/2014/main" id="{2C89A68E-B807-498E-979D-7C257F07E8CC}"/>
              </a:ext>
            </a:extLst>
          </p:cNvPr>
          <p:cNvGraphicFramePr/>
          <p:nvPr/>
        </p:nvGraphicFramePr>
        <p:xfrm>
          <a:off xmlns:a="http://schemas.openxmlformats.org/drawingml/2006/main" x="981075" y="1285875"/>
          <a:ext xmlns:a="http://schemas.openxmlformats.org/drawingml/2006/main" cx="7000875" cy="2981325"/>
        </p:xfrm>
        <a:graphic xmlns:a="http://schemas.openxmlformats.org/drawingml/2006/main">
          <a:graphicData uri="http://schemas.openxmlformats.org/drawingml/2006/chart">
            <c:chart xmlns:r="http://schemas.openxmlformats.org/officeDocument/2006/relationships" xmlns:c="http://schemas.openxmlformats.org/drawingml/2006/chart" r:id="R762c86b1fa904994"/>
          </a:graphicData>
        </a:graphic>
      </p:graphicFrame>
    </p:spTree>
    <p:extLst>
      <p:ext uri="{BB962C8B-B14F-4D97-AF65-F5344CB8AC3E}">
        <p14:creationId xmlns:p14="http://schemas.microsoft.com/office/powerpoint/2010/main" val="40875244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89" name="Template artwork 10089"/>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90" name="Template artwork 10090"/>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91" name="Template artwork 10091"/>
          <p:cNvSpPr>
            <a:spLocks xmlns:a="http://schemas.openxmlformats.org/drawingml/2006/main" noGrp="1"/>
          </p:cNvSpPr>
          <p:nvPr/>
        </p:nvSpPr>
        <p:spPr>
          <a:xfrm xmlns:a="http://schemas.openxmlformats.org/drawingml/2006/main">
            <a:off x="647700" y="2057400"/>
            <a:ext cx="1419225" cy="1419225"/>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092" name="Template artwork 10092"/>
          <p:cNvSpPr>
            <a:spLocks xmlns:a="http://schemas.openxmlformats.org/drawingml/2006/main" noGrp="1"/>
          </p:cNvSpPr>
          <p:nvPr/>
        </p:nvSpPr>
        <p:spPr>
          <a:xfrm xmlns:a="http://schemas.openxmlformats.org/drawingml/2006/main">
            <a:off x="3695700" y="2057400"/>
            <a:ext cx="1419225" cy="1419225"/>
          </a:xfrm>
          <a:prstGeom xmlns:a="http://schemas.openxmlformats.org/drawingml/2006/main" prst="ellipse">
            <a:avLst/>
          </a:prstGeom>
          <a:solidFill xmlns:a="http://schemas.openxmlformats.org/drawingml/2006/main">
            <a:srgbClr val="EEAD2A"/>
          </a:solidFill>
          <a:ln xmlns:a="http://schemas.openxmlformats.org/drawingml/2006/main" w="19050" cap="flat" cmpd="sng">
            <a:solidFill>
              <a:srgbClr val="EEAD2A"/>
            </a:solidFill>
            <a:prstDash val="solid"/>
            <a:round/>
          </a:ln>
        </p:spPr>
        <p:txBody>
          <a:bodyPr xmlns:a="http://schemas.openxmlformats.org/drawingml/2006/main"/>
          <a:lstStyle xmlns:a="http://schemas.openxmlformats.org/drawingml/2006/main"/>
          <a:p xmlns:a="http://schemas.openxmlformats.org/drawingml/2006/main"/>
        </p:txBody>
      </p:sp>
      <p:sp>
        <p:nvSpPr>
          <p:cNvPr id="10093" name="Template artwork 10093"/>
          <p:cNvSpPr>
            <a:spLocks xmlns:a="http://schemas.openxmlformats.org/drawingml/2006/main" noGrp="1"/>
          </p:cNvSpPr>
          <p:nvPr/>
        </p:nvSpPr>
        <p:spPr>
          <a:xfrm xmlns:a="http://schemas.openxmlformats.org/drawingml/2006/main">
            <a:off x="6724650" y="1438275"/>
            <a:ext cx="619125" cy="619125"/>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094" name="Template artwork 10094"/>
          <p:cNvSpPr>
            <a:spLocks xmlns:a="http://schemas.openxmlformats.org/drawingml/2006/main" noGrp="1"/>
          </p:cNvSpPr>
          <p:nvPr/>
        </p:nvSpPr>
        <p:spPr>
          <a:xfrm xmlns:a="http://schemas.openxmlformats.org/drawingml/2006/main">
            <a:off x="6724650" y="2457450"/>
            <a:ext cx="619125" cy="619125"/>
          </a:xfrm>
          <a:prstGeom xmlns:a="http://schemas.openxmlformats.org/drawingml/2006/main" prst="ellipse">
            <a:avLst/>
          </a:prstGeom>
          <a:solidFill xmlns:a="http://schemas.openxmlformats.org/drawingml/2006/main">
            <a:srgbClr val="ABCA48"/>
          </a:solidFill>
          <a:ln xmlns:a="http://schemas.openxmlformats.org/drawingml/2006/main" w="19050" cap="flat" cmpd="sng">
            <a:solidFill>
              <a:srgbClr val="ABCA48"/>
            </a:solidFill>
            <a:prstDash val="solid"/>
            <a:round/>
          </a:ln>
        </p:spPr>
        <p:txBody>
          <a:bodyPr xmlns:a="http://schemas.openxmlformats.org/drawingml/2006/main"/>
          <a:lstStyle xmlns:a="http://schemas.openxmlformats.org/drawingml/2006/main"/>
          <a:p xmlns:a="http://schemas.openxmlformats.org/drawingml/2006/main"/>
        </p:txBody>
      </p:sp>
      <p:sp>
        <p:nvSpPr>
          <p:cNvPr id="10095" name="Template artwork 10095"/>
          <p:cNvSpPr>
            <a:spLocks xmlns:a="http://schemas.openxmlformats.org/drawingml/2006/main" noGrp="1"/>
          </p:cNvSpPr>
          <p:nvPr/>
        </p:nvSpPr>
        <p:spPr>
          <a:xfrm xmlns:a="http://schemas.openxmlformats.org/drawingml/2006/main">
            <a:off x="6724650" y="3476625"/>
            <a:ext cx="619125" cy="619125"/>
          </a:xfrm>
          <a:prstGeom xmlns:a="http://schemas.openxmlformats.org/drawingml/2006/main" prst="ellipse">
            <a:avLst/>
          </a:prstGeom>
          <a:solidFill xmlns:a="http://schemas.openxmlformats.org/drawingml/2006/main">
            <a:srgbClr val="D05258"/>
          </a:solidFill>
          <a:ln xmlns:a="http://schemas.openxmlformats.org/drawingml/2006/main" w="19050" cap="flat" cmpd="sng">
            <a:solidFill>
              <a:srgbClr val="D05258"/>
            </a:solidFill>
            <a:prstDash val="solid"/>
            <a:round/>
          </a:ln>
        </p:spPr>
        <p:txBody>
          <a:bodyPr xmlns:a="http://schemas.openxmlformats.org/drawingml/2006/main"/>
          <a:lstStyle xmlns:a="http://schemas.openxmlformats.org/drawingml/2006/main"/>
          <a:p xmlns:a="http://schemas.openxmlformats.org/drawingml/2006/main"/>
        </p:txBody>
      </p:sp>
      <p:sp>
        <p:nvSpPr>
          <p:cNvPr id="16" name="24">
            <a:extLst xmlns:a="http://schemas.openxmlformats.org/drawingml/2006/main">
              <a:ext uri="{FF2B5EF4-FFF2-40B4-BE49-F238E27FC236}">
                <a16:creationId xmlns:a16="http://schemas.microsoft.com/office/drawing/2014/main" id="{FBF917EC-F40A-43FF-9960-1DCC2408566C}"/>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24</a:t>
            </a:r>
          </a:p>
        </p:txBody>
      </p:sp>
      <p:sp>
        <p:nvSpPr>
          <p:cNvPr id="2" name="명문가">
            <a:extLst xmlns:a="http://schemas.openxmlformats.org/drawingml/2006/main">
              <a:ext uri="{FF2B5EF4-FFF2-40B4-BE49-F238E27FC236}">
                <a16:creationId xmlns:a16="http://schemas.microsoft.com/office/drawing/2014/main" id="{7231C89B-2BE3-4FA1-86CB-9C833CD81D7A}"/>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Codex로 기획 정리">
            <a:extLst xmlns:a="http://schemas.openxmlformats.org/drawingml/2006/main">
              <a:ext uri="{FF2B5EF4-FFF2-40B4-BE49-F238E27FC236}">
                <a16:creationId xmlns:a16="http://schemas.microsoft.com/office/drawing/2014/main" id="{11C0248C-1AE9-46E2-9B82-087B5FE8A4BA}"/>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Codex로 기획 정리</a:t>
            </a:r>
          </a:p>
        </p:txBody>
      </p:sp>
      <p:pic>
        <p:nvPicPr>
          <p:cNvPr id="4" name="">
            <a:extLst xmlns:a="http://schemas.openxmlformats.org/drawingml/2006/main">
              <a:ext uri="{FF2B5EF4-FFF2-40B4-BE49-F238E27FC236}">
                <a16:creationId xmlns:a16="http://schemas.microsoft.com/office/drawing/2014/main" id="{707D3CB1-914B-41B3-94B0-68158913BC05}"/>
              </a:ext>
            </a:extLst>
          </p:cNvPr>
          <p:cNvPicPr>
            <a:picLocks xmlns:a="http://schemas.openxmlformats.org/drawingml/2006/main" noChangeAspect="1"/>
          </p:cNvPicPr>
          <p:nvPr/>
        </p:nvPicPr>
        <p:blipFill>
          <a:blip xmlns:r="http://schemas.openxmlformats.org/officeDocument/2006/relationships" xmlns:a="http://schemas.openxmlformats.org/drawingml/2006/main" r:embed="Ra9289d2688f84084"/>
          <a:stretch xmlns:a="http://schemas.openxmlformats.org/drawingml/2006/main"/>
        </p:blipFill>
        <p:spPr>
          <a:xfrm xmlns:a="http://schemas.openxmlformats.org/drawingml/2006/main">
            <a:off x="959930" y="2369630"/>
            <a:ext cx="794766" cy="794766"/>
          </a:xfrm>
          <a:prstGeom xmlns:a="http://schemas.openxmlformats.org/drawingml/2006/main" prst="rect">
            <a:avLst/>
          </a:prstGeom>
        </p:spPr>
      </p:pic>
      <p:sp>
        <p:nvSpPr>
          <p:cNvPr id="5" name="통화, 제출서">
            <a:extLst xmlns:a="http://schemas.openxmlformats.org/drawingml/2006/main">
              <a:ext uri="{FF2B5EF4-FFF2-40B4-BE49-F238E27FC236}">
                <a16:creationId xmlns:a16="http://schemas.microsoft.com/office/drawing/2014/main" id="{A9D67549-3FFD-4B66-9830-8BFBA713054F}"/>
              </a:ext>
            </a:extLst>
          </p:cNvPr>
          <p:cNvSpPr>
            <a:spLocks xmlns:a="http://schemas.openxmlformats.org/drawingml/2006/main" noGrp="1"/>
          </p:cNvSpPr>
          <p:nvPr/>
        </p:nvSpPr>
        <p:spPr>
          <a:xfrm xmlns:a="http://schemas.openxmlformats.org/drawingml/2006/main">
            <a:off x="466725" y="3781425"/>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626262"/>
                </a:solidFill>
                <a:latin typeface="Noto Sans KR"/>
                <a:ea typeface="Noto Sans KR"/>
                <a:cs typeface="Noto Sans KR"/>
              </a:defRPr>
            </a:defPPr>
          </a:lstStyle>
          <a:p xmlns:a="http://schemas.openxmlformats.org/drawingml/2006/main">
            <a:pPr algn="ctr">
              <a:defRPr sz="1800" b="0">
                <a:solidFill>
                  <a:srgbClr val="626262"/>
                </a:solidFill>
                <a:latin typeface="Noto Sans KR"/>
                <a:ea typeface="Noto Sans KR"/>
                <a:cs typeface="Noto Sans KR"/>
              </a:defRPr>
            </a:pPr>
            <a:r>
              <a:rPr sz="1800" b="0">
                <a:solidFill>
                  <a:srgbClr val="626262"/>
                </a:solidFill>
                <a:latin typeface="Noto Sans KR"/>
                <a:ea typeface="Noto Sans KR"/>
                <a:cs typeface="Noto Sans KR"/>
              </a:rPr>
              <a:t>통화, 제출서</a:t>
            </a:r>
          </a:p>
        </p:txBody>
      </p:sp>
      <p:pic>
        <p:nvPicPr>
          <p:cNvPr id="6" name="">
            <a:extLst xmlns:a="http://schemas.openxmlformats.org/drawingml/2006/main">
              <a:ext uri="{FF2B5EF4-FFF2-40B4-BE49-F238E27FC236}">
                <a16:creationId xmlns:a16="http://schemas.microsoft.com/office/drawing/2014/main" id="{7D14FCE1-2B6E-473A-8E84-3C077FAABE31}"/>
              </a:ext>
            </a:extLst>
          </p:cNvPr>
          <p:cNvPicPr>
            <a:picLocks xmlns:a="http://schemas.openxmlformats.org/drawingml/2006/main" noChangeAspect="1"/>
          </p:cNvPicPr>
          <p:nvPr/>
        </p:nvPicPr>
        <p:blipFill>
          <a:blip xmlns:r="http://schemas.openxmlformats.org/officeDocument/2006/relationships" xmlns:a="http://schemas.openxmlformats.org/drawingml/2006/main" r:embed="Rbf9d531d8eb746ec"/>
          <a:stretch xmlns:a="http://schemas.openxmlformats.org/drawingml/2006/main"/>
        </p:blipFill>
        <p:spPr>
          <a:xfrm xmlns:a="http://schemas.openxmlformats.org/drawingml/2006/main">
            <a:off x="2533650" y="2590800"/>
            <a:ext cx="323850" cy="3238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4B67C88E-6824-41F5-AAC4-57168E7D2251}"/>
              </a:ext>
            </a:extLst>
          </p:cNvPr>
          <p:cNvPicPr>
            <a:picLocks xmlns:a="http://schemas.openxmlformats.org/drawingml/2006/main" noChangeAspect="1"/>
          </p:cNvPicPr>
          <p:nvPr/>
        </p:nvPicPr>
        <p:blipFill>
          <a:blip xmlns:r="http://schemas.openxmlformats.org/officeDocument/2006/relationships" xmlns:a="http://schemas.openxmlformats.org/drawingml/2006/main" r:embed="Rccde50c16c8245bd"/>
          <a:stretch xmlns:a="http://schemas.openxmlformats.org/drawingml/2006/main"/>
        </p:blipFill>
        <p:spPr>
          <a:xfrm xmlns:a="http://schemas.openxmlformats.org/drawingml/2006/main">
            <a:off x="4007929" y="2369630"/>
            <a:ext cx="794766" cy="794766"/>
          </a:xfrm>
          <a:prstGeom xmlns:a="http://schemas.openxmlformats.org/drawingml/2006/main" prst="rect">
            <a:avLst/>
          </a:prstGeom>
        </p:spPr>
      </p:pic>
      <p:sp>
        <p:nvSpPr>
          <p:cNvPr id="8" name="Codex">
            <a:extLst xmlns:a="http://schemas.openxmlformats.org/drawingml/2006/main">
              <a:ext uri="{FF2B5EF4-FFF2-40B4-BE49-F238E27FC236}">
                <a16:creationId xmlns:a16="http://schemas.microsoft.com/office/drawing/2014/main" id="{668BE649-A7FC-4C95-9810-5B19A958A7B9}"/>
              </a:ext>
            </a:extLst>
          </p:cNvPr>
          <p:cNvSpPr>
            <a:spLocks xmlns:a="http://schemas.openxmlformats.org/drawingml/2006/main" noGrp="1"/>
          </p:cNvSpPr>
          <p:nvPr/>
        </p:nvSpPr>
        <p:spPr>
          <a:xfrm xmlns:a="http://schemas.openxmlformats.org/drawingml/2006/main">
            <a:off x="3514725" y="3781425"/>
            <a:ext cx="1790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0">
                <a:solidFill>
                  <a:srgbClr val="626262"/>
                </a:solidFill>
                <a:latin typeface="Calibri Light"/>
                <a:ea typeface="Calibri Light"/>
                <a:cs typeface="Calibri Light"/>
              </a:defRPr>
            </a:defPPr>
          </a:lstStyle>
          <a:p xmlns:a="http://schemas.openxmlformats.org/drawingml/2006/main">
            <a:pPr algn="ctr">
              <a:defRPr sz="2025" b="0">
                <a:solidFill>
                  <a:srgbClr val="626262"/>
                </a:solidFill>
                <a:latin typeface="Calibri Light"/>
                <a:ea typeface="Calibri Light"/>
                <a:cs typeface="Calibri Light"/>
              </a:defRPr>
            </a:pPr>
            <a:r>
              <a:rPr sz="2025" b="0">
                <a:solidFill>
                  <a:srgbClr val="626262"/>
                </a:solidFill>
                <a:latin typeface="Calibri Light"/>
                <a:ea typeface="Calibri Light"/>
                <a:cs typeface="Calibri Light"/>
              </a:rPr>
              <a:t>Codex</a:t>
            </a:r>
          </a:p>
        </p:txBody>
      </p:sp>
      <p:pic>
        <p:nvPicPr>
          <p:cNvPr id="9" name="">
            <a:extLst xmlns:a="http://schemas.openxmlformats.org/drawingml/2006/main">
              <a:ext uri="{FF2B5EF4-FFF2-40B4-BE49-F238E27FC236}">
                <a16:creationId xmlns:a16="http://schemas.microsoft.com/office/drawing/2014/main" id="{80878E4E-3B69-475F-821D-B0FF31A99D5B}"/>
              </a:ext>
            </a:extLst>
          </p:cNvPr>
          <p:cNvPicPr>
            <a:picLocks xmlns:a="http://schemas.openxmlformats.org/drawingml/2006/main" noChangeAspect="1"/>
          </p:cNvPicPr>
          <p:nvPr/>
        </p:nvPicPr>
        <p:blipFill>
          <a:blip xmlns:r="http://schemas.openxmlformats.org/officeDocument/2006/relationships" xmlns:a="http://schemas.openxmlformats.org/drawingml/2006/main" r:embed="Rdbb5380bedd54c7d"/>
          <a:stretch xmlns:a="http://schemas.openxmlformats.org/drawingml/2006/main"/>
        </p:blipFill>
        <p:spPr>
          <a:xfrm xmlns:a="http://schemas.openxmlformats.org/drawingml/2006/main">
            <a:off x="5600700" y="2590800"/>
            <a:ext cx="323850" cy="3238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18DD4B8-3BB2-401B-B584-5D7F3AA24B4E}"/>
              </a:ext>
            </a:extLst>
          </p:cNvPr>
          <p:cNvPicPr>
            <a:picLocks xmlns:a="http://schemas.openxmlformats.org/drawingml/2006/main" noChangeAspect="1"/>
          </p:cNvPicPr>
          <p:nvPr/>
        </p:nvPicPr>
        <p:blipFill>
          <a:blip xmlns:r="http://schemas.openxmlformats.org/officeDocument/2006/relationships" xmlns:a="http://schemas.openxmlformats.org/drawingml/2006/main" r:embed="R2beded4f03ca4a9c"/>
          <a:stretch xmlns:a="http://schemas.openxmlformats.org/drawingml/2006/main"/>
        </p:blipFill>
        <p:spPr>
          <a:xfrm xmlns:a="http://schemas.openxmlformats.org/drawingml/2006/main">
            <a:off x="6860858" y="1574483"/>
            <a:ext cx="346710" cy="346710"/>
          </a:xfrm>
          <a:prstGeom xmlns:a="http://schemas.openxmlformats.org/drawingml/2006/main" prst="rect">
            <a:avLst/>
          </a:prstGeom>
        </p:spPr>
      </p:pic>
      <p:sp>
        <p:nvSpPr>
          <p:cNvPr id="11" name="PRD">
            <a:extLst xmlns:a="http://schemas.openxmlformats.org/drawingml/2006/main">
              <a:ext uri="{FF2B5EF4-FFF2-40B4-BE49-F238E27FC236}">
                <a16:creationId xmlns:a16="http://schemas.microsoft.com/office/drawing/2014/main" id="{28758198-7BA5-4AFD-9D37-1D851EC81A5B}"/>
              </a:ext>
            </a:extLst>
          </p:cNvPr>
          <p:cNvSpPr>
            <a:spLocks xmlns:a="http://schemas.openxmlformats.org/drawingml/2006/main" noGrp="1"/>
          </p:cNvSpPr>
          <p:nvPr/>
        </p:nvSpPr>
        <p:spPr>
          <a:xfrm xmlns:a="http://schemas.openxmlformats.org/drawingml/2006/main">
            <a:off x="7581900" y="1600200"/>
            <a:ext cx="14192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626262"/>
                </a:solidFill>
                <a:latin typeface="Noto Sans KR"/>
                <a:ea typeface="Noto Sans KR"/>
                <a:cs typeface="Noto Sans KR"/>
              </a:defRPr>
            </a:defPPr>
          </a:lstStyle>
          <a:p xmlns:a="http://schemas.openxmlformats.org/drawingml/2006/main">
            <a:pPr algn="l">
              <a:defRPr sz="1575" b="0">
                <a:solidFill>
                  <a:srgbClr val="626262"/>
                </a:solidFill>
                <a:latin typeface="Noto Sans KR"/>
                <a:ea typeface="Noto Sans KR"/>
                <a:cs typeface="Noto Sans KR"/>
              </a:defRPr>
            </a:pPr>
            <a:r>
              <a:rPr sz="1575" b="0">
                <a:solidFill>
                  <a:srgbClr val="626262"/>
                </a:solidFill>
                <a:latin typeface="Noto Sans KR"/>
                <a:ea typeface="Noto Sans KR"/>
                <a:cs typeface="Noto Sans KR"/>
              </a:rPr>
              <a:t>PRD</a:t>
            </a:r>
          </a:p>
        </p:txBody>
      </p:sp>
      <p:pic>
        <p:nvPicPr>
          <p:cNvPr id="12" name="">
            <a:extLst xmlns:a="http://schemas.openxmlformats.org/drawingml/2006/main">
              <a:ext uri="{FF2B5EF4-FFF2-40B4-BE49-F238E27FC236}">
                <a16:creationId xmlns:a16="http://schemas.microsoft.com/office/drawing/2014/main" id="{D7331410-68C4-45C1-A9C6-25F2D29FD173}"/>
              </a:ext>
            </a:extLst>
          </p:cNvPr>
          <p:cNvPicPr>
            <a:picLocks xmlns:a="http://schemas.openxmlformats.org/drawingml/2006/main" noChangeAspect="1"/>
          </p:cNvPicPr>
          <p:nvPr/>
        </p:nvPicPr>
        <p:blipFill>
          <a:blip xmlns:r="http://schemas.openxmlformats.org/officeDocument/2006/relationships" xmlns:a="http://schemas.openxmlformats.org/drawingml/2006/main" r:embed="R34b6206e5943449b"/>
          <a:stretch xmlns:a="http://schemas.openxmlformats.org/drawingml/2006/main"/>
        </p:blipFill>
        <p:spPr>
          <a:xfrm xmlns:a="http://schemas.openxmlformats.org/drawingml/2006/main">
            <a:off x="6860858" y="2593658"/>
            <a:ext cx="346710" cy="346710"/>
          </a:xfrm>
          <a:prstGeom xmlns:a="http://schemas.openxmlformats.org/drawingml/2006/main" prst="rect">
            <a:avLst/>
          </a:prstGeom>
        </p:spPr>
      </p:pic>
      <p:sp>
        <p:nvSpPr>
          <p:cNvPr id="13" name="UI 흐름 구상">
            <a:extLst xmlns:a="http://schemas.openxmlformats.org/drawingml/2006/main">
              <a:ext uri="{FF2B5EF4-FFF2-40B4-BE49-F238E27FC236}">
                <a16:creationId xmlns:a16="http://schemas.microsoft.com/office/drawing/2014/main" id="{43484409-A347-4E8E-A279-BA442A9033FC}"/>
              </a:ext>
            </a:extLst>
          </p:cNvPr>
          <p:cNvSpPr>
            <a:spLocks xmlns:a="http://schemas.openxmlformats.org/drawingml/2006/main" noGrp="1"/>
          </p:cNvSpPr>
          <p:nvPr/>
        </p:nvSpPr>
        <p:spPr>
          <a:xfrm xmlns:a="http://schemas.openxmlformats.org/drawingml/2006/main">
            <a:off x="7581900" y="2619375"/>
            <a:ext cx="14192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626262"/>
                </a:solidFill>
                <a:latin typeface="Noto Sans KR"/>
                <a:ea typeface="Noto Sans KR"/>
                <a:cs typeface="Noto Sans KR"/>
              </a:defRPr>
            </a:defPPr>
          </a:lstStyle>
          <a:p xmlns:a="http://schemas.openxmlformats.org/drawingml/2006/main">
            <a:pPr algn="l">
              <a:defRPr sz="1575" b="0">
                <a:solidFill>
                  <a:srgbClr val="626262"/>
                </a:solidFill>
                <a:latin typeface="Noto Sans KR"/>
                <a:ea typeface="Noto Sans KR"/>
                <a:cs typeface="Noto Sans KR"/>
              </a:defRPr>
            </a:pPr>
            <a:r>
              <a:rPr sz="1575" b="0">
                <a:solidFill>
                  <a:srgbClr val="626262"/>
                </a:solidFill>
                <a:latin typeface="Noto Sans KR"/>
                <a:ea typeface="Noto Sans KR"/>
                <a:cs typeface="Noto Sans KR"/>
              </a:rPr>
              <a:t>UI 흐름 구상</a:t>
            </a:r>
          </a:p>
        </p:txBody>
      </p:sp>
      <p:pic>
        <p:nvPicPr>
          <p:cNvPr id="14" name="">
            <a:extLst xmlns:a="http://schemas.openxmlformats.org/drawingml/2006/main">
              <a:ext uri="{FF2B5EF4-FFF2-40B4-BE49-F238E27FC236}">
                <a16:creationId xmlns:a16="http://schemas.microsoft.com/office/drawing/2014/main" id="{3CD4F62B-2F26-46ED-B980-51557EEB8D41}"/>
              </a:ext>
            </a:extLst>
          </p:cNvPr>
          <p:cNvPicPr>
            <a:picLocks xmlns:a="http://schemas.openxmlformats.org/drawingml/2006/main" noChangeAspect="1"/>
          </p:cNvPicPr>
          <p:nvPr/>
        </p:nvPicPr>
        <p:blipFill>
          <a:blip xmlns:r="http://schemas.openxmlformats.org/officeDocument/2006/relationships" xmlns:a="http://schemas.openxmlformats.org/drawingml/2006/main" r:embed="Rbe3f25b004e54acb"/>
          <a:stretch xmlns:a="http://schemas.openxmlformats.org/drawingml/2006/main"/>
        </p:blipFill>
        <p:spPr>
          <a:xfrm xmlns:a="http://schemas.openxmlformats.org/drawingml/2006/main">
            <a:off x="6860858" y="3612833"/>
            <a:ext cx="346710" cy="346710"/>
          </a:xfrm>
          <a:prstGeom xmlns:a="http://schemas.openxmlformats.org/drawingml/2006/main" prst="rect">
            <a:avLst/>
          </a:prstGeom>
        </p:spPr>
      </p:pic>
      <p:sp>
        <p:nvSpPr>
          <p:cNvPr id="15" name="가상 종원">
            <a:extLst xmlns:a="http://schemas.openxmlformats.org/drawingml/2006/main">
              <a:ext uri="{FF2B5EF4-FFF2-40B4-BE49-F238E27FC236}">
                <a16:creationId xmlns:a16="http://schemas.microsoft.com/office/drawing/2014/main" id="{5FAAB1B3-1FDD-4595-9466-301D37C934E9}"/>
              </a:ext>
            </a:extLst>
          </p:cNvPr>
          <p:cNvSpPr>
            <a:spLocks xmlns:a="http://schemas.openxmlformats.org/drawingml/2006/main" noGrp="1"/>
          </p:cNvSpPr>
          <p:nvPr/>
        </p:nvSpPr>
        <p:spPr>
          <a:xfrm xmlns:a="http://schemas.openxmlformats.org/drawingml/2006/main">
            <a:off x="7581900" y="3638550"/>
            <a:ext cx="14192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75" b="0">
                <a:solidFill>
                  <a:srgbClr val="626262"/>
                </a:solidFill>
                <a:latin typeface="Noto Sans KR"/>
                <a:ea typeface="Noto Sans KR"/>
                <a:cs typeface="Noto Sans KR"/>
              </a:defRPr>
            </a:defPPr>
          </a:lstStyle>
          <a:p xmlns:a="http://schemas.openxmlformats.org/drawingml/2006/main">
            <a:pPr algn="l">
              <a:defRPr sz="1575" b="0">
                <a:solidFill>
                  <a:srgbClr val="626262"/>
                </a:solidFill>
                <a:latin typeface="Noto Sans KR"/>
                <a:ea typeface="Noto Sans KR"/>
                <a:cs typeface="Noto Sans KR"/>
              </a:defRPr>
            </a:pPr>
            <a:r>
              <a:rPr sz="1575" b="0">
                <a:solidFill>
                  <a:srgbClr val="626262"/>
                </a:solidFill>
                <a:latin typeface="Noto Sans KR"/>
                <a:ea typeface="Noto Sans KR"/>
                <a:cs typeface="Noto Sans KR"/>
              </a:rPr>
              <a:t>가상 종원</a:t>
            </a:r>
          </a:p>
        </p:txBody>
      </p:sp>
    </p:spTree>
    <p:extLst>
      <p:ext uri="{BB962C8B-B14F-4D97-AF65-F5344CB8AC3E}">
        <p14:creationId xmlns:p14="http://schemas.microsoft.com/office/powerpoint/2010/main" val="141151576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96" name="Template artwork 10096"/>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97" name="Template artwork 10097"/>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98" name="Template artwork 10098"/>
          <p:cNvSpPr>
            <a:spLocks xmlns:a="http://schemas.openxmlformats.org/drawingml/2006/main" noGrp="1"/>
          </p:cNvSpPr>
          <p:nvPr/>
        </p:nvSpPr>
        <p:spPr>
          <a:xfrm xmlns:a="http://schemas.openxmlformats.org/drawingml/2006/main">
            <a:off x="1419225" y="1485900"/>
            <a:ext cx="1295400" cy="129540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9" name="25">
            <a:extLst xmlns:a="http://schemas.openxmlformats.org/drawingml/2006/main">
              <a:ext uri="{FF2B5EF4-FFF2-40B4-BE49-F238E27FC236}">
                <a16:creationId xmlns:a16="http://schemas.microsoft.com/office/drawing/2014/main" id="{0D62CE15-1DF5-4E90-A2C5-8AFECE28405F}"/>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25</a:t>
            </a:r>
          </a:p>
        </p:txBody>
      </p:sp>
      <p:sp>
        <p:nvSpPr>
          <p:cNvPr id="2" name="명문가">
            <a:extLst xmlns:a="http://schemas.openxmlformats.org/drawingml/2006/main">
              <a:ext uri="{FF2B5EF4-FFF2-40B4-BE49-F238E27FC236}">
                <a16:creationId xmlns:a16="http://schemas.microsoft.com/office/drawing/2014/main" id="{4C9C584C-4257-4FED-892F-45C1B0AABFD7}"/>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공개 자료와 개발 준비">
            <a:extLst xmlns:a="http://schemas.openxmlformats.org/drawingml/2006/main">
              <a:ext uri="{FF2B5EF4-FFF2-40B4-BE49-F238E27FC236}">
                <a16:creationId xmlns:a16="http://schemas.microsoft.com/office/drawing/2014/main" id="{71CA1808-3E9A-44CC-8093-DB26941DDD33}"/>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공개 자료와 개발 준비</a:t>
            </a:r>
          </a:p>
        </p:txBody>
      </p:sp>
      <p:pic>
        <p:nvPicPr>
          <p:cNvPr id="4" name="">
            <a:extLst xmlns:a="http://schemas.openxmlformats.org/drawingml/2006/main">
              <a:ext uri="{FF2B5EF4-FFF2-40B4-BE49-F238E27FC236}">
                <a16:creationId xmlns:a16="http://schemas.microsoft.com/office/drawing/2014/main" id="{9D4EB62B-26BA-44DC-91C6-F4159CAE794B}"/>
              </a:ext>
            </a:extLst>
          </p:cNvPr>
          <p:cNvPicPr>
            <a:picLocks xmlns:a="http://schemas.openxmlformats.org/drawingml/2006/main" noChangeAspect="1"/>
          </p:cNvPicPr>
          <p:nvPr/>
        </p:nvPicPr>
        <p:blipFill>
          <a:blip xmlns:r="http://schemas.openxmlformats.org/officeDocument/2006/relationships" xmlns:a="http://schemas.openxmlformats.org/drawingml/2006/main" r:embed="R045196b5e8d947de"/>
          <a:stretch xmlns:a="http://schemas.openxmlformats.org/drawingml/2006/main"/>
        </p:blipFill>
        <p:spPr>
          <a:xfrm xmlns:a="http://schemas.openxmlformats.org/drawingml/2006/main">
            <a:off x="1704213" y="1770888"/>
            <a:ext cx="725424" cy="725424"/>
          </a:xfrm>
          <a:prstGeom xmlns:a="http://schemas.openxmlformats.org/drawingml/2006/main" prst="rect">
            <a:avLst/>
          </a:prstGeom>
        </p:spPr>
      </p:pic>
      <p:sp>
        <p:nvSpPr>
          <p:cNvPr id="5" name="공주 태봉동 산41-1">
            <a:extLst xmlns:a="http://schemas.openxmlformats.org/drawingml/2006/main">
              <a:ext uri="{FF2B5EF4-FFF2-40B4-BE49-F238E27FC236}">
                <a16:creationId xmlns:a16="http://schemas.microsoft.com/office/drawing/2014/main" id="{0A3FCAB8-C102-4BA2-BAE8-06C54C63A512}"/>
              </a:ext>
            </a:extLst>
          </p:cNvPr>
          <p:cNvSpPr>
            <a:spLocks xmlns:a="http://schemas.openxmlformats.org/drawingml/2006/main" noGrp="1"/>
          </p:cNvSpPr>
          <p:nvPr/>
        </p:nvSpPr>
        <p:spPr>
          <a:xfrm xmlns:a="http://schemas.openxmlformats.org/drawingml/2006/main">
            <a:off x="457200" y="3152775"/>
            <a:ext cx="39147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0">
                <a:solidFill>
                  <a:srgbClr val="626262"/>
                </a:solidFill>
                <a:latin typeface="Noto Sans KR"/>
                <a:ea typeface="Noto Sans KR"/>
                <a:cs typeface="Noto Sans KR"/>
              </a:defRPr>
            </a:defPPr>
          </a:lstStyle>
          <a:p xmlns:a="http://schemas.openxmlformats.org/drawingml/2006/main">
            <a:pPr algn="ctr">
              <a:defRPr sz="2025" b="0">
                <a:solidFill>
                  <a:srgbClr val="626262"/>
                </a:solidFill>
                <a:latin typeface="Noto Sans KR"/>
                <a:ea typeface="Noto Sans KR"/>
                <a:cs typeface="Noto Sans KR"/>
              </a:defRPr>
            </a:pPr>
            <a:r>
              <a:rPr sz="2025" b="0">
                <a:solidFill>
                  <a:srgbClr val="626262"/>
                </a:solidFill>
                <a:latin typeface="Noto Sans KR"/>
                <a:ea typeface="Noto Sans KR"/>
                <a:cs typeface="Noto Sans KR"/>
              </a:rPr>
              <a:t>공주 태봉동 산41-1</a:t>
            </a:r>
          </a:p>
        </p:txBody>
      </p:sp>
      <p:sp>
        <p:nvSpPr>
          <p:cNvPr id="6" name="14,154㎡">
            <a:extLst xmlns:a="http://schemas.openxmlformats.org/drawingml/2006/main">
              <a:ext uri="{FF2B5EF4-FFF2-40B4-BE49-F238E27FC236}">
                <a16:creationId xmlns:a16="http://schemas.microsoft.com/office/drawing/2014/main" id="{DBC4B865-B68E-442D-BB82-095B610C6C9F}"/>
              </a:ext>
            </a:extLst>
          </p:cNvPr>
          <p:cNvSpPr>
            <a:spLocks xmlns:a="http://schemas.openxmlformats.org/drawingml/2006/main" noGrp="1"/>
          </p:cNvSpPr>
          <p:nvPr/>
        </p:nvSpPr>
        <p:spPr>
          <a:xfrm xmlns:a="http://schemas.openxmlformats.org/drawingml/2006/main">
            <a:off x="457200" y="3733800"/>
            <a:ext cx="39147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350" b="0">
                <a:solidFill>
                  <a:srgbClr val="6BBADD"/>
                </a:solidFill>
                <a:latin typeface="Calibri Light"/>
                <a:ea typeface="Calibri Light"/>
                <a:cs typeface="Calibri Light"/>
              </a:defRPr>
            </a:defPPr>
          </a:lstStyle>
          <a:p xmlns:a="http://schemas.openxmlformats.org/drawingml/2006/main">
            <a:pPr algn="ctr">
              <a:defRPr sz="4350" b="0">
                <a:solidFill>
                  <a:srgbClr val="6BBADD"/>
                </a:solidFill>
                <a:latin typeface="Calibri Light"/>
                <a:ea typeface="Calibri Light"/>
                <a:cs typeface="Calibri Light"/>
              </a:defRPr>
            </a:pPr>
            <a:r>
              <a:rPr sz="4350" b="0">
                <a:solidFill>
                  <a:srgbClr val="6BBADD"/>
                </a:solidFill>
                <a:latin typeface="Calibri Light"/>
                <a:ea typeface="Calibri Light"/>
                <a:cs typeface="Calibri Light"/>
              </a:rPr>
              <a:t>14,154㎡</a:t>
            </a:r>
          </a:p>
        </p:txBody>
      </p:sp>
      <p:sp>
        <p:nvSpPr>
          <p:cNvPr id="7" name="크레딧 적용 요청">
            <a:extLst xmlns:a="http://schemas.openxmlformats.org/drawingml/2006/main">
              <a:ext uri="{FF2B5EF4-FFF2-40B4-BE49-F238E27FC236}">
                <a16:creationId xmlns:a16="http://schemas.microsoft.com/office/drawing/2014/main" id="{534D1FC4-A9F8-4E4F-9261-3DC4997B5F22}"/>
              </a:ext>
            </a:extLst>
          </p:cNvPr>
          <p:cNvSpPr>
            <a:spLocks xmlns:a="http://schemas.openxmlformats.org/drawingml/2006/main" noGrp="1"/>
          </p:cNvSpPr>
          <p:nvPr/>
        </p:nvSpPr>
        <p:spPr>
          <a:xfrm xmlns:a="http://schemas.openxmlformats.org/drawingml/2006/main">
            <a:off x="5153025" y="1095375"/>
            <a:ext cx="3552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626262"/>
                </a:solidFill>
                <a:latin typeface="Noto Sans KR"/>
                <a:ea typeface="Noto Sans KR"/>
                <a:cs typeface="Noto Sans KR"/>
              </a:defRPr>
            </a:defPPr>
          </a:lstStyle>
          <a:p xmlns:a="http://schemas.openxmlformats.org/drawingml/2006/main">
            <a:pPr algn="ctr">
              <a:defRPr sz="1875" b="0">
                <a:solidFill>
                  <a:srgbClr val="626262"/>
                </a:solidFill>
                <a:latin typeface="Noto Sans KR"/>
                <a:ea typeface="Noto Sans KR"/>
                <a:cs typeface="Noto Sans KR"/>
              </a:defRPr>
            </a:pPr>
            <a:r>
              <a:rPr sz="1875" b="0">
                <a:solidFill>
                  <a:srgbClr val="626262"/>
                </a:solidFill>
                <a:latin typeface="Noto Sans KR"/>
                <a:ea typeface="Noto Sans KR"/>
                <a:cs typeface="Noto Sans KR"/>
              </a:rPr>
              <a:t>크레딧 적용 요청</a:t>
            </a:r>
          </a:p>
        </p:txBody>
      </p:sp>
      <p:pic>
        <p:nvPicPr>
          <p:cNvPr id="8" name="">
            <a:extLst xmlns:a="http://schemas.openxmlformats.org/drawingml/2006/main">
              <a:ext uri="{FF2B5EF4-FFF2-40B4-BE49-F238E27FC236}">
                <a16:creationId xmlns:a16="http://schemas.microsoft.com/office/drawing/2014/main" id="{DD412A0D-8E53-464F-8936-6BC4946019C5}"/>
              </a:ext>
            </a:extLst>
          </p:cNvPr>
          <p:cNvPicPr>
            <a:picLocks xmlns:a="http://schemas.openxmlformats.org/drawingml/2006/main" noChangeAspect="1"/>
          </p:cNvPicPr>
          <p:nvPr/>
        </p:nvPicPr>
        <p:blipFill>
          <a:blip xmlns:r="http://schemas.openxmlformats.org/officeDocument/2006/relationships" xmlns:a="http://schemas.openxmlformats.org/drawingml/2006/main" r:embed="Re2f257dfeb7a49b8"/>
          <a:stretch xmlns:a="http://schemas.openxmlformats.org/drawingml/2006/main"/>
        </p:blipFill>
        <p:spPr>
          <a:xfrm xmlns:a="http://schemas.openxmlformats.org/drawingml/2006/main">
            <a:off x="5387127" y="1619250"/>
            <a:ext cx="3141771" cy="2828925"/>
          </a:xfrm>
          <a:prstGeom xmlns:a="http://schemas.openxmlformats.org/drawingml/2006/main" prst="rect">
            <a:avLst/>
          </a:prstGeom>
        </p:spPr>
      </p:pic>
    </p:spTree>
    <p:extLst>
      <p:ext uri="{BB962C8B-B14F-4D97-AF65-F5344CB8AC3E}">
        <p14:creationId xmlns:p14="http://schemas.microsoft.com/office/powerpoint/2010/main" val="1680547663"/>
      </p:ext>
    </p:extLst>
  </p:cSld>
</p:sld>
</file>

<file path=ppt/slides/slide26.xml><?xml version="1.0" encoding="utf-8"?>
<p:sld xmlns:p="http://schemas.openxmlformats.org/presentationml/2006/main">
  <p:cSld>
    <p:bg>
      <p:bgPr>
        <a:solidFill xmlns:a="http://schemas.openxmlformats.org/drawingml/2006/main">
          <a:srgbClr val="1B1B1B"/>
        </a:solidFill>
      </p:bgPr>
    </p:bg>
    <p:spTree>
      <p:nvGrpSpPr>
        <p:cNvPr id="1" name=""/>
        <p:cNvGrpSpPr/>
        <p:nvPr/>
      </p:nvGrpSpPr>
      <p:grpSpPr>
        <a:xfrm xmlns:a="http://schemas.openxmlformats.org/drawingml/2006/main"/>
      </p:grpSpPr>
      <p:sp>
        <p:nvSpPr>
          <p:cNvPr id="10099" name="Template artwork 10099"/>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100" name="Template artwork 10100"/>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5" name="26">
            <a:extLst xmlns:a="http://schemas.openxmlformats.org/drawingml/2006/main">
              <a:ext uri="{FF2B5EF4-FFF2-40B4-BE49-F238E27FC236}">
                <a16:creationId xmlns:a16="http://schemas.microsoft.com/office/drawing/2014/main" id="{EBE4BBEA-412D-40B7-A3FE-B870507FF007}"/>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26</a:t>
            </a:r>
          </a:p>
        </p:txBody>
      </p:sp>
      <p:sp>
        <p:nvSpPr>
          <p:cNvPr id="2" name="명문가">
            <a:extLst xmlns:a="http://schemas.openxmlformats.org/drawingml/2006/main">
              <a:ext uri="{FF2B5EF4-FFF2-40B4-BE49-F238E27FC236}">
                <a16:creationId xmlns:a16="http://schemas.microsoft.com/office/drawing/2014/main" id="{06E32A24-0812-4818-9118-49BEBF047DF0}"/>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D8D8D8"/>
                </a:solidFill>
                <a:latin typeface="Noto Sans KR"/>
                <a:ea typeface="Noto Sans KR"/>
                <a:cs typeface="Noto Sans KR"/>
              </a:defRPr>
            </a:defPPr>
          </a:lstStyle>
          <a:p xmlns:a="http://schemas.openxmlformats.org/drawingml/2006/main">
            <a:pPr algn="l">
              <a:defRPr sz="900" b="0">
                <a:solidFill>
                  <a:srgbClr val="D8D8D8"/>
                </a:solidFill>
                <a:latin typeface="Noto Sans KR"/>
                <a:ea typeface="Noto Sans KR"/>
                <a:cs typeface="Noto Sans KR"/>
              </a:defRPr>
            </a:pPr>
            <a:r>
              <a:rPr sz="900" b="0">
                <a:solidFill>
                  <a:srgbClr val="D8D8D8"/>
                </a:solidFill>
                <a:latin typeface="Noto Sans KR"/>
                <a:ea typeface="Noto Sans KR"/>
                <a:cs typeface="Noto Sans KR"/>
              </a:rPr>
              <a:t>명문가</a:t>
            </a:r>
          </a:p>
        </p:txBody>
      </p:sp>
      <p:sp>
        <p:nvSpPr>
          <p:cNvPr id="3" name="One More">
            <a:extLst xmlns:a="http://schemas.openxmlformats.org/drawingml/2006/main">
              <a:ext uri="{FF2B5EF4-FFF2-40B4-BE49-F238E27FC236}">
                <a16:creationId xmlns:a16="http://schemas.microsoft.com/office/drawing/2014/main" id="{124DE28A-C567-4348-93EB-A5ECC0B52796}"/>
              </a:ext>
            </a:extLst>
          </p:cNvPr>
          <p:cNvSpPr>
            <a:spLocks xmlns:a="http://schemas.openxmlformats.org/drawingml/2006/main" noGrp="1"/>
          </p:cNvSpPr>
          <p:nvPr/>
        </p:nvSpPr>
        <p:spPr>
          <a:xfrm xmlns:a="http://schemas.openxmlformats.org/drawingml/2006/main">
            <a:off x="657225" y="1695450"/>
            <a:ext cx="78295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025" b="0">
                <a:solidFill>
                  <a:srgbClr val="FFFFFF"/>
                </a:solidFill>
                <a:latin typeface="Calibri Light"/>
                <a:ea typeface="Calibri Light"/>
                <a:cs typeface="Calibri Light"/>
              </a:defRPr>
            </a:defPPr>
          </a:lstStyle>
          <a:p xmlns:a="http://schemas.openxmlformats.org/drawingml/2006/main">
            <a:pPr algn="l">
              <a:defRPr sz="5025" b="0">
                <a:solidFill>
                  <a:srgbClr val="FFFFFF"/>
                </a:solidFill>
                <a:latin typeface="Calibri Light"/>
                <a:ea typeface="Calibri Light"/>
                <a:cs typeface="Calibri Light"/>
              </a:defRPr>
            </a:pPr>
            <a:r>
              <a:rPr sz="5025" b="0">
                <a:solidFill>
                  <a:srgbClr val="FFFFFF"/>
                </a:solidFill>
                <a:latin typeface="Calibri Light"/>
                <a:ea typeface="Calibri Light"/>
                <a:cs typeface="Calibri Light"/>
              </a:rPr>
              <a:t>One More</a:t>
            </a:r>
          </a:p>
        </p:txBody>
      </p:sp>
      <p:sp>
        <p:nvSpPr>
          <p:cNvPr id="4" name="Thing">
            <a:extLst xmlns:a="http://schemas.openxmlformats.org/drawingml/2006/main">
              <a:ext uri="{FF2B5EF4-FFF2-40B4-BE49-F238E27FC236}">
                <a16:creationId xmlns:a16="http://schemas.microsoft.com/office/drawing/2014/main" id="{44C5C989-44E3-4B33-9F1C-E358A76F12F6}"/>
              </a:ext>
            </a:extLst>
          </p:cNvPr>
          <p:cNvSpPr>
            <a:spLocks xmlns:a="http://schemas.openxmlformats.org/drawingml/2006/main" noGrp="1"/>
          </p:cNvSpPr>
          <p:nvPr/>
        </p:nvSpPr>
        <p:spPr>
          <a:xfrm xmlns:a="http://schemas.openxmlformats.org/drawingml/2006/main">
            <a:off x="657225" y="2619375"/>
            <a:ext cx="78295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400" b="0">
                <a:solidFill>
                  <a:srgbClr val="6BBADD"/>
                </a:solidFill>
                <a:latin typeface="Calibri Light"/>
                <a:ea typeface="Calibri Light"/>
                <a:cs typeface="Calibri Light"/>
              </a:defRPr>
            </a:defPPr>
          </a:lstStyle>
          <a:p xmlns:a="http://schemas.openxmlformats.org/drawingml/2006/main">
            <a:pPr algn="l">
              <a:defRPr sz="5400" b="0">
                <a:solidFill>
                  <a:srgbClr val="6BBADD"/>
                </a:solidFill>
                <a:latin typeface="Calibri Light"/>
                <a:ea typeface="Calibri Light"/>
                <a:cs typeface="Calibri Light"/>
              </a:defRPr>
            </a:pPr>
            <a:r>
              <a:rPr sz="5400" b="0">
                <a:solidFill>
                  <a:srgbClr val="6BBADD"/>
                </a:solidFill>
                <a:latin typeface="Calibri Light"/>
                <a:ea typeface="Calibri Light"/>
                <a:cs typeface="Calibri Light"/>
              </a:rPr>
              <a:t>Thing</a:t>
            </a:r>
          </a:p>
        </p:txBody>
      </p:sp>
    </p:spTree>
    <p:extLst>
      <p:ext uri="{BB962C8B-B14F-4D97-AF65-F5344CB8AC3E}">
        <p14:creationId xmlns:p14="http://schemas.microsoft.com/office/powerpoint/2010/main" val="11971595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01" name="Template artwork 10101"/>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102" name="Template artwork 10102"/>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103" name="Template artwork 10103"/>
          <p:cNvSpPr>
            <a:spLocks xmlns:a="http://schemas.openxmlformats.org/drawingml/2006/main" noGrp="1"/>
          </p:cNvSpPr>
          <p:nvPr/>
        </p:nvSpPr>
        <p:spPr>
          <a:xfrm xmlns:a="http://schemas.openxmlformats.org/drawingml/2006/main">
            <a:off x="714375" y="1485900"/>
            <a:ext cx="1600200" cy="1600200"/>
          </a:xfrm>
          <a:prstGeom xmlns:a="http://schemas.openxmlformats.org/drawingml/2006/main" prst="ellipse">
            <a:avLst/>
          </a:prstGeom>
          <a:solidFill xmlns:a="http://schemas.openxmlformats.org/drawingml/2006/main">
            <a:srgbClr val="6BBADD"/>
          </a:solidFill>
          <a:ln xmlns:a="http://schemas.openxmlformats.org/drawingml/2006/main" w="19050" cap="flat" cmpd="sng">
            <a:solidFill>
              <a:srgbClr val="6BBADD"/>
            </a:solidFill>
            <a:prstDash val="solid"/>
            <a:round/>
          </a:ln>
        </p:spPr>
        <p:txBody>
          <a:bodyPr xmlns:a="http://schemas.openxmlformats.org/drawingml/2006/main"/>
          <a:lstStyle xmlns:a="http://schemas.openxmlformats.org/drawingml/2006/main"/>
          <a:p xmlns:a="http://schemas.openxmlformats.org/drawingml/2006/main"/>
        </p:txBody>
      </p:sp>
      <p:sp>
        <p:nvSpPr>
          <p:cNvPr id="10104" name="Template artwork 10104"/>
          <p:cNvSpPr>
            <a:spLocks xmlns:a="http://schemas.openxmlformats.org/drawingml/2006/main" noGrp="1"/>
          </p:cNvSpPr>
          <p:nvPr/>
        </p:nvSpPr>
        <p:spPr>
          <a:xfrm xmlns:a="http://schemas.openxmlformats.org/drawingml/2006/main">
            <a:off x="3724275" y="1485900"/>
            <a:ext cx="1600200" cy="1600200"/>
          </a:xfrm>
          <a:prstGeom xmlns:a="http://schemas.openxmlformats.org/drawingml/2006/main" prst="ellipse">
            <a:avLst/>
          </a:prstGeom>
          <a:solidFill xmlns:a="http://schemas.openxmlformats.org/drawingml/2006/main">
            <a:srgbClr val="ABCA48"/>
          </a:solidFill>
          <a:ln xmlns:a="http://schemas.openxmlformats.org/drawingml/2006/main" w="19050" cap="flat" cmpd="sng">
            <a:solidFill>
              <a:srgbClr val="ABCA48"/>
            </a:solidFill>
            <a:prstDash val="solid"/>
            <a:round/>
          </a:ln>
        </p:spPr>
        <p:txBody>
          <a:bodyPr xmlns:a="http://schemas.openxmlformats.org/drawingml/2006/main"/>
          <a:lstStyle xmlns:a="http://schemas.openxmlformats.org/drawingml/2006/main"/>
          <a:p xmlns:a="http://schemas.openxmlformats.org/drawingml/2006/main"/>
        </p:txBody>
      </p:sp>
      <p:sp>
        <p:nvSpPr>
          <p:cNvPr id="10105" name="Template artwork 10105"/>
          <p:cNvSpPr>
            <a:spLocks xmlns:a="http://schemas.openxmlformats.org/drawingml/2006/main" noGrp="1"/>
          </p:cNvSpPr>
          <p:nvPr/>
        </p:nvSpPr>
        <p:spPr>
          <a:xfrm xmlns:a="http://schemas.openxmlformats.org/drawingml/2006/main">
            <a:off x="6734175" y="1485900"/>
            <a:ext cx="1600200" cy="1600200"/>
          </a:xfrm>
          <a:prstGeom xmlns:a="http://schemas.openxmlformats.org/drawingml/2006/main" prst="ellipse">
            <a:avLst/>
          </a:prstGeom>
          <a:solidFill xmlns:a="http://schemas.openxmlformats.org/drawingml/2006/main">
            <a:srgbClr val="D05258"/>
          </a:solidFill>
          <a:ln xmlns:a="http://schemas.openxmlformats.org/drawingml/2006/main" w="19050" cap="flat" cmpd="sng">
            <a:solidFill>
              <a:srgbClr val="D05258"/>
            </a:solidFill>
            <a:prstDash val="solid"/>
            <a:round/>
          </a:ln>
        </p:spPr>
        <p:txBody>
          <a:bodyPr xmlns:a="http://schemas.openxmlformats.org/drawingml/2006/main"/>
          <a:lstStyle xmlns:a="http://schemas.openxmlformats.org/drawingml/2006/main"/>
          <a:p xmlns:a="http://schemas.openxmlformats.org/drawingml/2006/main"/>
        </p:txBody>
      </p:sp>
      <p:sp>
        <p:nvSpPr>
          <p:cNvPr id="14" name="27">
            <a:extLst xmlns:a="http://schemas.openxmlformats.org/drawingml/2006/main">
              <a:ext uri="{FF2B5EF4-FFF2-40B4-BE49-F238E27FC236}">
                <a16:creationId xmlns:a16="http://schemas.microsoft.com/office/drawing/2014/main" id="{FD76CECE-99BB-4A5D-8042-BB9B7ADAA3FD}"/>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27</a:t>
            </a:r>
          </a:p>
        </p:txBody>
      </p:sp>
      <p:sp>
        <p:nvSpPr>
          <p:cNvPr id="2" name="명문가">
            <a:extLst xmlns:a="http://schemas.openxmlformats.org/drawingml/2006/main">
              <a:ext uri="{FF2B5EF4-FFF2-40B4-BE49-F238E27FC236}">
                <a16:creationId xmlns:a16="http://schemas.microsoft.com/office/drawing/2014/main" id="{E8166B5E-8BF9-4E49-A476-E4EB284A384E}"/>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skills + MCP Events">
            <a:extLst xmlns:a="http://schemas.openxmlformats.org/drawingml/2006/main">
              <a:ext uri="{FF2B5EF4-FFF2-40B4-BE49-F238E27FC236}">
                <a16:creationId xmlns:a16="http://schemas.microsoft.com/office/drawing/2014/main" id="{1D5AFD05-1BC0-4B64-8E32-4CB7CF9C229C}"/>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skills + MCP Events</a:t>
            </a:r>
          </a:p>
        </p:txBody>
      </p:sp>
      <p:sp>
        <p:nvSpPr>
          <p:cNvPr id="4" name="연동 목표">
            <a:extLst xmlns:a="http://schemas.openxmlformats.org/drawingml/2006/main">
              <a:ext uri="{FF2B5EF4-FFF2-40B4-BE49-F238E27FC236}">
                <a16:creationId xmlns:a16="http://schemas.microsoft.com/office/drawing/2014/main" id="{2821115D-A981-40E6-BA62-676739284BCE}"/>
              </a:ext>
            </a:extLst>
          </p:cNvPr>
          <p:cNvSpPr>
            <a:spLocks xmlns:a="http://schemas.openxmlformats.org/drawingml/2006/main" noGrp="1"/>
          </p:cNvSpPr>
          <p:nvPr/>
        </p:nvSpPr>
        <p:spPr>
          <a:xfrm xmlns:a="http://schemas.openxmlformats.org/drawingml/2006/main">
            <a:off x="476250" y="4552950"/>
            <a:ext cx="819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rPr>
              <a:t>연동 목표</a:t>
            </a:r>
          </a:p>
        </p:txBody>
      </p:sp>
      <p:pic>
        <p:nvPicPr>
          <p:cNvPr id="5" name="">
            <a:extLst xmlns:a="http://schemas.openxmlformats.org/drawingml/2006/main">
              <a:ext uri="{FF2B5EF4-FFF2-40B4-BE49-F238E27FC236}">
                <a16:creationId xmlns:a16="http://schemas.microsoft.com/office/drawing/2014/main" id="{9DA4DD50-D8D2-4D35-BC2B-D97FCFBD4959}"/>
              </a:ext>
            </a:extLst>
          </p:cNvPr>
          <p:cNvPicPr>
            <a:picLocks xmlns:a="http://schemas.openxmlformats.org/drawingml/2006/main" noChangeAspect="1"/>
          </p:cNvPicPr>
          <p:nvPr/>
        </p:nvPicPr>
        <p:blipFill>
          <a:blip xmlns:r="http://schemas.openxmlformats.org/officeDocument/2006/relationships" xmlns:a="http://schemas.openxmlformats.org/drawingml/2006/main" r:embed="Rb530e2441a9b4043"/>
          <a:stretch xmlns:a="http://schemas.openxmlformats.org/drawingml/2006/main"/>
        </p:blipFill>
        <p:spPr>
          <a:xfrm xmlns:a="http://schemas.openxmlformats.org/drawingml/2006/main">
            <a:off x="1066419" y="1837944"/>
            <a:ext cx="896112" cy="896112"/>
          </a:xfrm>
          <a:prstGeom xmlns:a="http://schemas.openxmlformats.org/drawingml/2006/main" prst="rect">
            <a:avLst/>
          </a:prstGeom>
        </p:spPr>
      </p:pic>
      <p:sp>
        <p:nvSpPr>
          <p:cNvPr id="6" name="자료 변화">
            <a:extLst xmlns:a="http://schemas.openxmlformats.org/drawingml/2006/main">
              <a:ext uri="{FF2B5EF4-FFF2-40B4-BE49-F238E27FC236}">
                <a16:creationId xmlns:a16="http://schemas.microsoft.com/office/drawing/2014/main" id="{21FB6A34-8743-4B8A-BC0B-CCC764F80AF1}"/>
              </a:ext>
            </a:extLst>
          </p:cNvPr>
          <p:cNvSpPr>
            <a:spLocks xmlns:a="http://schemas.openxmlformats.org/drawingml/2006/main" noGrp="1"/>
          </p:cNvSpPr>
          <p:nvPr/>
        </p:nvSpPr>
        <p:spPr>
          <a:xfrm xmlns:a="http://schemas.openxmlformats.org/drawingml/2006/main">
            <a:off x="419100" y="34861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626262"/>
                </a:solidFill>
                <a:latin typeface="Noto Sans KR"/>
                <a:ea typeface="Noto Sans KR"/>
                <a:cs typeface="Noto Sans KR"/>
              </a:defRPr>
            </a:defPPr>
          </a:lstStyle>
          <a:p xmlns:a="http://schemas.openxmlformats.org/drawingml/2006/main">
            <a:pPr algn="ctr">
              <a:defRPr sz="1875" b="0">
                <a:solidFill>
                  <a:srgbClr val="626262"/>
                </a:solidFill>
                <a:latin typeface="Noto Sans KR"/>
                <a:ea typeface="Noto Sans KR"/>
                <a:cs typeface="Noto Sans KR"/>
              </a:defRPr>
            </a:pPr>
            <a:r>
              <a:rPr sz="1875" b="0">
                <a:solidFill>
                  <a:srgbClr val="626262"/>
                </a:solidFill>
                <a:latin typeface="Noto Sans KR"/>
                <a:ea typeface="Noto Sans KR"/>
                <a:cs typeface="Noto Sans KR"/>
              </a:rPr>
              <a:t>자료 변화</a:t>
            </a:r>
          </a:p>
        </p:txBody>
      </p:sp>
      <p:pic>
        <p:nvPicPr>
          <p:cNvPr id="7" name="">
            <a:extLst xmlns:a="http://schemas.openxmlformats.org/drawingml/2006/main">
              <a:ext uri="{FF2B5EF4-FFF2-40B4-BE49-F238E27FC236}">
                <a16:creationId xmlns:a16="http://schemas.microsoft.com/office/drawing/2014/main" id="{CF22D154-D45E-4C4A-8EC0-2EC88C0EDCAC}"/>
              </a:ext>
            </a:extLst>
          </p:cNvPr>
          <p:cNvPicPr>
            <a:picLocks xmlns:a="http://schemas.openxmlformats.org/drawingml/2006/main" noChangeAspect="1"/>
          </p:cNvPicPr>
          <p:nvPr/>
        </p:nvPicPr>
        <p:blipFill>
          <a:blip xmlns:r="http://schemas.openxmlformats.org/officeDocument/2006/relationships" xmlns:a="http://schemas.openxmlformats.org/drawingml/2006/main" r:embed="R464dbb2755c646a9"/>
          <a:stretch xmlns:a="http://schemas.openxmlformats.org/drawingml/2006/main"/>
        </p:blipFill>
        <p:spPr>
          <a:xfrm xmlns:a="http://schemas.openxmlformats.org/drawingml/2006/main">
            <a:off x="2847975" y="2114550"/>
            <a:ext cx="333375" cy="3333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19797BA-5DE7-4C64-8EBE-FF66357033B2}"/>
              </a:ext>
            </a:extLst>
          </p:cNvPr>
          <p:cNvPicPr>
            <a:picLocks xmlns:a="http://schemas.openxmlformats.org/drawingml/2006/main" noChangeAspect="1"/>
          </p:cNvPicPr>
          <p:nvPr/>
        </p:nvPicPr>
        <p:blipFill>
          <a:blip xmlns:r="http://schemas.openxmlformats.org/officeDocument/2006/relationships" xmlns:a="http://schemas.openxmlformats.org/drawingml/2006/main" r:embed="Re008fc7d35a5457d"/>
          <a:stretch xmlns:a="http://schemas.openxmlformats.org/drawingml/2006/main"/>
        </p:blipFill>
        <p:spPr>
          <a:xfrm xmlns:a="http://schemas.openxmlformats.org/drawingml/2006/main">
            <a:off x="4076319" y="1837944"/>
            <a:ext cx="896112" cy="896112"/>
          </a:xfrm>
          <a:prstGeom xmlns:a="http://schemas.openxmlformats.org/drawingml/2006/main" prst="rect">
            <a:avLst/>
          </a:prstGeom>
        </p:spPr>
      </p:pic>
      <p:sp>
        <p:nvSpPr>
          <p:cNvPr id="9" name="이벤트 전달">
            <a:extLst xmlns:a="http://schemas.openxmlformats.org/drawingml/2006/main">
              <a:ext uri="{FF2B5EF4-FFF2-40B4-BE49-F238E27FC236}">
                <a16:creationId xmlns:a16="http://schemas.microsoft.com/office/drawing/2014/main" id="{1C8D6636-1B4D-4253-A80F-63E5FC067946}"/>
              </a:ext>
            </a:extLst>
          </p:cNvPr>
          <p:cNvSpPr>
            <a:spLocks xmlns:a="http://schemas.openxmlformats.org/drawingml/2006/main" noGrp="1"/>
          </p:cNvSpPr>
          <p:nvPr/>
        </p:nvSpPr>
        <p:spPr>
          <a:xfrm xmlns:a="http://schemas.openxmlformats.org/drawingml/2006/main">
            <a:off x="3429000" y="34861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626262"/>
                </a:solidFill>
                <a:latin typeface="Noto Sans KR"/>
                <a:ea typeface="Noto Sans KR"/>
                <a:cs typeface="Noto Sans KR"/>
              </a:defRPr>
            </a:defPPr>
          </a:lstStyle>
          <a:p xmlns:a="http://schemas.openxmlformats.org/drawingml/2006/main">
            <a:pPr algn="ctr">
              <a:defRPr sz="1875" b="0">
                <a:solidFill>
                  <a:srgbClr val="626262"/>
                </a:solidFill>
                <a:latin typeface="Noto Sans KR"/>
                <a:ea typeface="Noto Sans KR"/>
                <a:cs typeface="Noto Sans KR"/>
              </a:defRPr>
            </a:pPr>
            <a:r>
              <a:rPr sz="1875" b="0">
                <a:solidFill>
                  <a:srgbClr val="626262"/>
                </a:solidFill>
                <a:latin typeface="Noto Sans KR"/>
                <a:ea typeface="Noto Sans KR"/>
                <a:cs typeface="Noto Sans KR"/>
              </a:rPr>
              <a:t>이벤트 전달</a:t>
            </a:r>
          </a:p>
        </p:txBody>
      </p:sp>
      <p:pic>
        <p:nvPicPr>
          <p:cNvPr id="10" name="">
            <a:extLst xmlns:a="http://schemas.openxmlformats.org/drawingml/2006/main">
              <a:ext uri="{FF2B5EF4-FFF2-40B4-BE49-F238E27FC236}">
                <a16:creationId xmlns:a16="http://schemas.microsoft.com/office/drawing/2014/main" id="{72B1A8FE-AC62-497D-89CE-5E548EF8059E}"/>
              </a:ext>
            </a:extLst>
          </p:cNvPr>
          <p:cNvPicPr>
            <a:picLocks xmlns:a="http://schemas.openxmlformats.org/drawingml/2006/main" noChangeAspect="1"/>
          </p:cNvPicPr>
          <p:nvPr/>
        </p:nvPicPr>
        <p:blipFill>
          <a:blip xmlns:r="http://schemas.openxmlformats.org/officeDocument/2006/relationships" xmlns:a="http://schemas.openxmlformats.org/drawingml/2006/main" r:embed="Ra0aeb9afbdcd49d0"/>
          <a:stretch xmlns:a="http://schemas.openxmlformats.org/drawingml/2006/main"/>
        </p:blipFill>
        <p:spPr>
          <a:xfrm xmlns:a="http://schemas.openxmlformats.org/drawingml/2006/main">
            <a:off x="5857875" y="2114550"/>
            <a:ext cx="333375" cy="33337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78792561-7819-4D1F-AF88-41CB224B674C}"/>
              </a:ext>
            </a:extLst>
          </p:cNvPr>
          <p:cNvPicPr>
            <a:picLocks xmlns:a="http://schemas.openxmlformats.org/drawingml/2006/main" noChangeAspect="1"/>
          </p:cNvPicPr>
          <p:nvPr/>
        </p:nvPicPr>
        <p:blipFill>
          <a:blip xmlns:r="http://schemas.openxmlformats.org/officeDocument/2006/relationships" xmlns:a="http://schemas.openxmlformats.org/drawingml/2006/main" r:embed="R8bdd5e35334042cf"/>
          <a:stretch xmlns:a="http://schemas.openxmlformats.org/drawingml/2006/main"/>
        </p:blipFill>
        <p:spPr>
          <a:xfrm xmlns:a="http://schemas.openxmlformats.org/drawingml/2006/main">
            <a:off x="7086219" y="1837944"/>
            <a:ext cx="896112" cy="896112"/>
          </a:xfrm>
          <a:prstGeom xmlns:a="http://schemas.openxmlformats.org/drawingml/2006/main" prst="rect">
            <a:avLst/>
          </a:prstGeom>
        </p:spPr>
      </p:pic>
      <p:sp>
        <p:nvSpPr>
          <p:cNvPr id="12" name="ChatGPT 확인">
            <a:extLst xmlns:a="http://schemas.openxmlformats.org/drawingml/2006/main">
              <a:ext uri="{FF2B5EF4-FFF2-40B4-BE49-F238E27FC236}">
                <a16:creationId xmlns:a16="http://schemas.microsoft.com/office/drawing/2014/main" id="{DE45DBC8-9522-4F90-A0CD-B0F542DA0CFB}"/>
              </a:ext>
            </a:extLst>
          </p:cNvPr>
          <p:cNvSpPr>
            <a:spLocks xmlns:a="http://schemas.openxmlformats.org/drawingml/2006/main" noGrp="1"/>
          </p:cNvSpPr>
          <p:nvPr/>
        </p:nvSpPr>
        <p:spPr>
          <a:xfrm xmlns:a="http://schemas.openxmlformats.org/drawingml/2006/main">
            <a:off x="6438900" y="34861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626262"/>
                </a:solidFill>
                <a:latin typeface="Noto Sans KR"/>
                <a:ea typeface="Noto Sans KR"/>
                <a:cs typeface="Noto Sans KR"/>
              </a:defRPr>
            </a:defPPr>
          </a:lstStyle>
          <a:p xmlns:a="http://schemas.openxmlformats.org/drawingml/2006/main">
            <a:pPr algn="ctr">
              <a:defRPr sz="1875" b="0">
                <a:solidFill>
                  <a:srgbClr val="626262"/>
                </a:solidFill>
                <a:latin typeface="Noto Sans KR"/>
                <a:ea typeface="Noto Sans KR"/>
                <a:cs typeface="Noto Sans KR"/>
              </a:defRPr>
            </a:pPr>
            <a:r>
              <a:rPr sz="1875" b="0">
                <a:solidFill>
                  <a:srgbClr val="626262"/>
                </a:solidFill>
                <a:latin typeface="Noto Sans KR"/>
                <a:ea typeface="Noto Sans KR"/>
                <a:cs typeface="Noto Sans KR"/>
              </a:rPr>
              <a:t>ChatGPT 확인</a:t>
            </a:r>
          </a:p>
        </p:txBody>
      </p:sp>
      <p:sp>
        <p:nvSpPr>
          <p:cNvPr id="13" name="skills    자료 조회와 문제 확인 절차">
            <a:extLst xmlns:a="http://schemas.openxmlformats.org/drawingml/2006/main">
              <a:ext uri="{FF2B5EF4-FFF2-40B4-BE49-F238E27FC236}">
                <a16:creationId xmlns:a16="http://schemas.microsoft.com/office/drawing/2014/main" id="{33A78828-AC41-4FC8-B07C-7F93D0A50FDD}"/>
              </a:ext>
            </a:extLst>
          </p:cNvPr>
          <p:cNvSpPr>
            <a:spLocks xmlns:a="http://schemas.openxmlformats.org/drawingml/2006/main" noGrp="1"/>
          </p:cNvSpPr>
          <p:nvPr/>
        </p:nvSpPr>
        <p:spPr>
          <a:xfrm xmlns:a="http://schemas.openxmlformats.org/drawingml/2006/main">
            <a:off x="504825" y="4162425"/>
            <a:ext cx="814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0">
                <a:solidFill>
                  <a:srgbClr val="626262"/>
                </a:solidFill>
                <a:latin typeface="Noto Sans KR"/>
                <a:ea typeface="Noto Sans KR"/>
                <a:cs typeface="Noto Sans KR"/>
              </a:defRPr>
            </a:defPPr>
          </a:lstStyle>
          <a:p xmlns:a="http://schemas.openxmlformats.org/drawingml/2006/main">
            <a:pPr algn="l">
              <a:defRPr sz="1650" b="0">
                <a:solidFill>
                  <a:srgbClr val="626262"/>
                </a:solidFill>
                <a:latin typeface="Noto Sans KR"/>
                <a:ea typeface="Noto Sans KR"/>
                <a:cs typeface="Noto Sans KR"/>
              </a:defRPr>
            </a:pPr>
            <a:r>
              <a:rPr sz="1650" b="0">
                <a:solidFill>
                  <a:srgbClr val="626262"/>
                </a:solidFill>
                <a:latin typeface="Noto Sans KR"/>
                <a:ea typeface="Noto Sans KR"/>
                <a:cs typeface="Noto Sans KR"/>
              </a:rPr>
              <a:t>skills    자료 조회와 문제 확인 절차</a:t>
            </a:r>
          </a:p>
        </p:txBody>
      </p:sp>
    </p:spTree>
    <p:extLst>
      <p:ext uri="{BB962C8B-B14F-4D97-AF65-F5344CB8AC3E}">
        <p14:creationId xmlns:p14="http://schemas.microsoft.com/office/powerpoint/2010/main" val="1969371179"/>
      </p:ext>
    </p:extLst>
  </p:cSld>
</p:sld>
</file>

<file path=ppt/slides/slide28.xml><?xml version="1.0" encoding="utf-8"?>
<p:sld xmlns:p="http://schemas.openxmlformats.org/presentationml/2006/main">
  <p:cSld>
    <p:bg>
      <p:bgPr>
        <a:solidFill xmlns:a="http://schemas.openxmlformats.org/drawingml/2006/main">
          <a:srgbClr val="6BBADD"/>
        </a:solidFill>
      </p:bgPr>
    </p:bg>
    <p:spTree>
      <p:nvGrpSpPr>
        <p:cNvPr id="1" name=""/>
        <p:cNvGrpSpPr/>
        <p:nvPr/>
      </p:nvGrpSpPr>
      <p:grpSpPr>
        <a:xfrm xmlns:a="http://schemas.openxmlformats.org/drawingml/2006/main"/>
      </p:grpSpPr>
      <p:sp>
        <p:nvSpPr>
          <p:cNvPr id="10106" name="Template artwork 10106"/>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107" name="Template artwork 10107"/>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5" name="28">
            <a:extLst xmlns:a="http://schemas.openxmlformats.org/drawingml/2006/main">
              <a:ext uri="{FF2B5EF4-FFF2-40B4-BE49-F238E27FC236}">
                <a16:creationId xmlns:a16="http://schemas.microsoft.com/office/drawing/2014/main" id="{ED8CC976-163C-4190-B9A8-3E555884365D}"/>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28</a:t>
            </a:r>
          </a:p>
        </p:txBody>
      </p:sp>
      <p:sp>
        <p:nvSpPr>
          <p:cNvPr id="2" name="명문가">
            <a:extLst xmlns:a="http://schemas.openxmlformats.org/drawingml/2006/main">
              <a:ext uri="{FF2B5EF4-FFF2-40B4-BE49-F238E27FC236}">
                <a16:creationId xmlns:a16="http://schemas.microsoft.com/office/drawing/2014/main" id="{A52BE0FF-1EA1-4919-9DB6-EC21550E0D26}"/>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감사합니다">
            <a:extLst xmlns:a="http://schemas.openxmlformats.org/drawingml/2006/main">
              <a:ext uri="{FF2B5EF4-FFF2-40B4-BE49-F238E27FC236}">
                <a16:creationId xmlns:a16="http://schemas.microsoft.com/office/drawing/2014/main" id="{6C63EC4F-3F43-4F1E-A2A6-521998FBCA50}"/>
              </a:ext>
            </a:extLst>
          </p:cNvPr>
          <p:cNvSpPr>
            <a:spLocks xmlns:a="http://schemas.openxmlformats.org/drawingml/2006/main" noGrp="1"/>
          </p:cNvSpPr>
          <p:nvPr/>
        </p:nvSpPr>
        <p:spPr>
          <a:xfrm xmlns:a="http://schemas.openxmlformats.org/drawingml/2006/main">
            <a:off x="600075" y="1657350"/>
            <a:ext cx="79343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800" b="0">
                <a:solidFill>
                  <a:srgbClr val="FFFFFF"/>
                </a:solidFill>
                <a:latin typeface="Noto Sans KR"/>
                <a:ea typeface="Noto Sans KR"/>
                <a:cs typeface="Noto Sans KR"/>
              </a:defRPr>
            </a:defPPr>
          </a:lstStyle>
          <a:p xmlns:a="http://schemas.openxmlformats.org/drawingml/2006/main">
            <a:pPr algn="ctr">
              <a:defRPr sz="4800" b="0">
                <a:solidFill>
                  <a:srgbClr val="FFFFFF"/>
                </a:solidFill>
                <a:latin typeface="Noto Sans KR"/>
                <a:ea typeface="Noto Sans KR"/>
                <a:cs typeface="Noto Sans KR"/>
              </a:defRPr>
            </a:pPr>
            <a:r>
              <a:rPr sz="4800" b="0">
                <a:solidFill>
                  <a:srgbClr val="FFFFFF"/>
                </a:solidFill>
                <a:latin typeface="Noto Sans KR"/>
                <a:ea typeface="Noto Sans KR"/>
                <a:cs typeface="Noto Sans KR"/>
              </a:rPr>
              <a:t>감사합니다</a:t>
            </a:r>
          </a:p>
        </p:txBody>
      </p:sp>
      <p:sp>
        <p:nvSpPr>
          <p:cNvPr id="4" name="Q&amp;A">
            <a:extLst xmlns:a="http://schemas.openxmlformats.org/drawingml/2006/main">
              <a:ext uri="{FF2B5EF4-FFF2-40B4-BE49-F238E27FC236}">
                <a16:creationId xmlns:a16="http://schemas.microsoft.com/office/drawing/2014/main" id="{B9DB6A59-CFA0-4DE1-8DA9-03BA869FBA99}"/>
              </a:ext>
            </a:extLst>
          </p:cNvPr>
          <p:cNvSpPr>
            <a:spLocks xmlns:a="http://schemas.openxmlformats.org/drawingml/2006/main" noGrp="1"/>
          </p:cNvSpPr>
          <p:nvPr/>
        </p:nvSpPr>
        <p:spPr>
          <a:xfrm xmlns:a="http://schemas.openxmlformats.org/drawingml/2006/main">
            <a:off x="628650" y="3095625"/>
            <a:ext cx="7886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550" b="0">
                <a:solidFill>
                  <a:srgbClr val="FFFFFF"/>
                </a:solidFill>
                <a:latin typeface="Calibri Light"/>
                <a:ea typeface="Calibri Light"/>
                <a:cs typeface="Calibri Light"/>
              </a:defRPr>
            </a:defPPr>
          </a:lstStyle>
          <a:p xmlns:a="http://schemas.openxmlformats.org/drawingml/2006/main">
            <a:pPr algn="ctr">
              <a:defRPr sz="2550" b="0">
                <a:solidFill>
                  <a:srgbClr val="FFFFFF"/>
                </a:solidFill>
                <a:latin typeface="Calibri Light"/>
                <a:ea typeface="Calibri Light"/>
                <a:cs typeface="Calibri Light"/>
              </a:defRPr>
            </a:pPr>
            <a:r>
              <a:rPr sz="2550" b="0">
                <a:solidFill>
                  <a:srgbClr val="FFFFFF"/>
                </a:solidFill>
                <a:latin typeface="Calibri Light"/>
                <a:ea typeface="Calibri Light"/>
                <a:cs typeface="Calibri Light"/>
              </a:rPr>
              <a:t>Q&amp;A</a:t>
            </a:r>
          </a:p>
        </p:txBody>
      </p:sp>
    </p:spTree>
    <p:extLst>
      <p:ext uri="{BB962C8B-B14F-4D97-AF65-F5344CB8AC3E}">
        <p14:creationId xmlns:p14="http://schemas.microsoft.com/office/powerpoint/2010/main" val="155287279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08" name="Template artwork 10108"/>
          <p:cNvSpPr>
            <a:spLocks xmlns:a="http://schemas.openxmlformats.org/drawingml/2006/main" noGrp="1"/>
          </p:cNvSpPr>
          <p:nvPr/>
        </p:nvSpPr>
        <p:spPr>
          <a:xfrm xmlns:a="http://schemas.openxmlformats.org/drawingml/2006/main">
            <a:off x="0" y="4823460"/>
            <a:ext cx="9144000" cy="320040"/>
          </a:xfrm>
          <a:prstGeom xmlns:a="http://schemas.openxmlformats.org/drawingml/2006/main" prst="rect">
            <a:avLst/>
          </a:prstGeom>
          <a:solidFill xmlns:a="http://schemas.openxmlformats.org/drawingml/2006/main">
            <a:srgbClr val="A6A6A6">
              <a:alpha val="30196"/>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109" name="Template artwork 10109"/>
          <p:cNvSpPr>
            <a:spLocks xmlns:a="http://schemas.openxmlformats.org/drawingml/2006/main" noGrp="1"/>
          </p:cNvSpPr>
          <p:nvPr/>
        </p:nvSpPr>
        <p:spPr>
          <a:xfrm xmlns:a="http://schemas.openxmlformats.org/drawingml/2006/main">
            <a:off x="552450" y="4823460"/>
            <a:ext cx="361950" cy="320040"/>
          </a:xfrm>
          <a:prstGeom xmlns:a="http://schemas.openxmlformats.org/drawingml/2006/main" prst="rect">
            <a:avLst/>
          </a:prstGeom>
          <a:solidFill xmlns:a="http://schemas.openxmlformats.org/drawingml/2006/main">
            <a:srgbClr val="6BBADD">
              <a:alpha val="100000"/>
            </a:srgbClr>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6" name="29">
            <a:extLst xmlns:a="http://schemas.openxmlformats.org/drawingml/2006/main">
              <a:ext uri="{FF2B5EF4-FFF2-40B4-BE49-F238E27FC236}">
                <a16:creationId xmlns:a16="http://schemas.microsoft.com/office/drawing/2014/main" id="{0A974F10-2430-4FBB-AB6C-24486534EB32}"/>
              </a:ext>
            </a:extLst>
          </p:cNvPr>
          <p:cNvSpPr>
            <a:spLocks xmlns:a="http://schemas.openxmlformats.org/drawingml/2006/main" noGrp="1"/>
          </p:cNvSpPr>
          <p:nvPr/>
        </p:nvSpPr>
        <p:spPr>
          <a:xfrm xmlns:a="http://schemas.openxmlformats.org/drawingml/2006/main">
            <a:off x="561975" y="4886325"/>
            <a:ext cx="3429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00" b="0">
                <a:solidFill>
                  <a:srgbClr val="FFFFFF"/>
                </a:solidFill>
                <a:latin typeface="Calibri Light"/>
                <a:ea typeface="Calibri Light"/>
                <a:cs typeface="Calibri Light"/>
              </a:defRPr>
            </a:defPPr>
          </a:lstStyle>
          <a:p xmlns:a="http://schemas.openxmlformats.org/drawingml/2006/main">
            <a:pPr algn="ctr">
              <a:defRPr sz="1200" b="0">
                <a:solidFill>
                  <a:srgbClr val="FFFFFF"/>
                </a:solidFill>
                <a:latin typeface="Calibri Light"/>
                <a:ea typeface="Calibri Light"/>
                <a:cs typeface="Calibri Light"/>
              </a:defRPr>
            </a:pPr>
            <a:r>
              <a:rPr sz="1200" b="0">
                <a:solidFill>
                  <a:srgbClr val="FFFFFF"/>
                </a:solidFill>
                <a:latin typeface="Calibri Light"/>
                <a:ea typeface="Calibri Light"/>
                <a:cs typeface="Calibri Light"/>
              </a:rPr>
              <a:t>29</a:t>
            </a:r>
          </a:p>
        </p:txBody>
      </p:sp>
      <p:sp>
        <p:nvSpPr>
          <p:cNvPr id="2" name="명문가">
            <a:extLst xmlns:a="http://schemas.openxmlformats.org/drawingml/2006/main">
              <a:ext uri="{FF2B5EF4-FFF2-40B4-BE49-F238E27FC236}">
                <a16:creationId xmlns:a16="http://schemas.microsoft.com/office/drawing/2014/main" id="{21E4BB0B-8654-4703-BF46-C3BD61D1D56A}"/>
              </a:ext>
            </a:extLst>
          </p:cNvPr>
          <p:cNvSpPr>
            <a:spLocks xmlns:a="http://schemas.openxmlformats.org/drawingml/2006/main" noGrp="1"/>
          </p:cNvSpPr>
          <p:nvPr/>
        </p:nvSpPr>
        <p:spPr>
          <a:xfrm xmlns:a="http://schemas.openxmlformats.org/drawingml/2006/main">
            <a:off x="1104900" y="4895850"/>
            <a:ext cx="4095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00" b="0">
                <a:solidFill>
                  <a:srgbClr val="626262"/>
                </a:solidFill>
                <a:latin typeface="Noto Sans KR"/>
                <a:ea typeface="Noto Sans KR"/>
                <a:cs typeface="Noto Sans KR"/>
              </a:defRPr>
            </a:defPPr>
          </a:lstStyle>
          <a:p xmlns:a="http://schemas.openxmlformats.org/drawingml/2006/main">
            <a:pPr algn="l">
              <a:defRPr sz="900" b="0">
                <a:solidFill>
                  <a:srgbClr val="626262"/>
                </a:solidFill>
                <a:latin typeface="Noto Sans KR"/>
                <a:ea typeface="Noto Sans KR"/>
                <a:cs typeface="Noto Sans KR"/>
              </a:defRPr>
            </a:pPr>
            <a:r>
              <a:rPr sz="900" b="0">
                <a:solidFill>
                  <a:srgbClr val="626262"/>
                </a:solidFill>
                <a:latin typeface="Noto Sans KR"/>
                <a:ea typeface="Noto Sans KR"/>
                <a:cs typeface="Noto Sans KR"/>
              </a:rPr>
              <a:t>명문가</a:t>
            </a:r>
          </a:p>
        </p:txBody>
      </p:sp>
      <p:sp>
        <p:nvSpPr>
          <p:cNvPr id="3" name="추정 기준과 계산">
            <a:extLst xmlns:a="http://schemas.openxmlformats.org/drawingml/2006/main">
              <a:ext uri="{FF2B5EF4-FFF2-40B4-BE49-F238E27FC236}">
                <a16:creationId xmlns:a16="http://schemas.microsoft.com/office/drawing/2014/main" id="{88BF5764-7881-4807-A65F-75FE0C5C5721}"/>
              </a:ext>
            </a:extLst>
          </p:cNvPr>
          <p:cNvSpPr>
            <a:spLocks xmlns:a="http://schemas.openxmlformats.org/drawingml/2006/main" noGrp="1"/>
          </p:cNvSpPr>
          <p:nvPr/>
        </p:nvSpPr>
        <p:spPr>
          <a:xfrm xmlns:a="http://schemas.openxmlformats.org/drawingml/2006/main">
            <a:off x="438150" y="238125"/>
            <a:ext cx="8267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850" b="0">
                <a:solidFill>
                  <a:srgbClr val="626262"/>
                </a:solidFill>
                <a:latin typeface="Noto Sans KR"/>
                <a:ea typeface="Noto Sans KR"/>
                <a:cs typeface="Noto Sans KR"/>
              </a:defRPr>
            </a:defPPr>
          </a:lstStyle>
          <a:p xmlns:a="http://schemas.openxmlformats.org/drawingml/2006/main">
            <a:pPr algn="ctr">
              <a:defRPr sz="2850" b="0">
                <a:solidFill>
                  <a:srgbClr val="626262"/>
                </a:solidFill>
                <a:latin typeface="Noto Sans KR"/>
                <a:ea typeface="Noto Sans KR"/>
                <a:cs typeface="Noto Sans KR"/>
              </a:defRPr>
            </a:pPr>
            <a:r>
              <a:rPr sz="2850" b="0">
                <a:solidFill>
                  <a:srgbClr val="626262"/>
                </a:solidFill>
                <a:latin typeface="Noto Sans KR"/>
                <a:ea typeface="Noto Sans KR"/>
                <a:cs typeface="Noto Sans KR"/>
              </a:rPr>
              <a:t>추정 기준과 계산</a:t>
            </a:r>
          </a:p>
        </p:txBody>
      </p:sp>
      <p:graphicFrame>
        <p:nvGraphicFramePr>
          <p:cNvPr id="4" name="">
            <a:extLst xmlns:a="http://schemas.openxmlformats.org/drawingml/2006/main">
              <a:ext uri="{FF2B5EF4-FFF2-40B4-BE49-F238E27FC236}">
                <a16:creationId xmlns:a16="http://schemas.microsoft.com/office/drawing/2014/main" id="{1A5873F4-4E45-4934-BBAC-6CF6F829AE65}"/>
              </a:ext>
            </a:extLst>
          </p:cNvPr>
          <p:cNvGraphicFramePr/>
          <p:nvPr/>
        </p:nvGraphicFramePr>
        <p:xfrm>
          <a:off xmlns:a="http://schemas.openxmlformats.org/drawingml/2006/main" x="495300" y="1200150"/>
          <a:ext xmlns:a="http://schemas.openxmlformats.org/drawingml/2006/main" cx="8153400" cy="3067050"/>
        </p:xfrm>
        <a:graphic xmlns:a="http://schemas.openxmlformats.org/drawingml/2006/main">
          <a:graphicData uri="http://schemas.openxmlformats.org/drawingml/2006/table">
            <a:tbl>
              <a:tblPr/>
              <a:tblGrid>
                <a:gridCol w="1104900"/>
                <a:gridCol w="4324350"/>
                <a:gridCol w="2724150"/>
              </a:tblGrid>
              <a:tr h="511175">
                <a:tc>
                  <a:txBody>
                    <a:bodyPr lIns="114300" tIns="114300" rIns="114300" bIns="114300"/>
                    <a:lstStyle/>
                    <a:p>
                      <a:r>
                        <a:rPr sz="1500" b="0">
                          <a:solidFill>
                            <a:srgbClr val="FFFFFF"/>
                          </a:solidFill>
                          <a:latin typeface="Noto Sans KR"/>
                          <a:ea typeface="Noto Sans KR"/>
                          <a:cs typeface="Noto Sans KR"/>
                        </a:rPr>
                        <a:t>항목</a:t>
                      </a:r>
                    </a:p>
                  </a:txBody>
                  <a:tcPr marL="91440" marR="91440" marT="45720" marB="45720" anchor="ctr">
                    <a:solidFill>
                      <a:srgbClr val="6BBADD"/>
                    </a:solidFill>
                  </a:tcPr>
                </a:tc>
                <a:tc>
                  <a:txBody>
                    <a:bodyPr lIns="114300" tIns="114300" rIns="114300" bIns="114300"/>
                    <a:lstStyle/>
                    <a:p>
                      <a:r>
                        <a:rPr sz="1500" b="0">
                          <a:solidFill>
                            <a:srgbClr val="FFFFFF"/>
                          </a:solidFill>
                          <a:latin typeface="Noto Sans KR"/>
                          <a:ea typeface="Noto Sans KR"/>
                          <a:cs typeface="Noto Sans KR"/>
                        </a:rPr>
                        <a:t>기준과 계산</a:t>
                      </a:r>
                    </a:p>
                  </a:txBody>
                  <a:tcPr marL="91440" marR="91440" marT="45720" marB="45720" anchor="ctr">
                    <a:solidFill>
                      <a:srgbClr val="6BBADD"/>
                    </a:solidFill>
                  </a:tcPr>
                </a:tc>
                <a:tc>
                  <a:txBody>
                    <a:bodyPr lIns="114300" tIns="114300" rIns="114300" bIns="114300"/>
                    <a:lstStyle/>
                    <a:p>
                      <a:r>
                        <a:rPr sz="1500" b="0">
                          <a:solidFill>
                            <a:srgbClr val="FFFFFF"/>
                          </a:solidFill>
                          <a:latin typeface="Noto Sans KR"/>
                          <a:ea typeface="Noto Sans KR"/>
                          <a:cs typeface="Noto Sans KR"/>
                        </a:rPr>
                        <a:t>결과</a:t>
                      </a:r>
                    </a:p>
                  </a:txBody>
                  <a:tcPr marL="91440" marR="91440" marT="45720" marB="45720" anchor="ctr">
                    <a:solidFill>
                      <a:srgbClr val="6BBADD"/>
                    </a:solidFill>
                  </a:tcPr>
                </a:tc>
              </a:tr>
              <a:tr h="511175">
                <a:tc>
                  <a:txBody>
                    <a:bodyPr lIns="114300" tIns="114300" rIns="114300" bIns="114300"/>
                    <a:lstStyle/>
                    <a:p>
                      <a:r>
                        <a:rPr sz="1425" b="0">
                          <a:solidFill>
                            <a:srgbClr val="626262"/>
                          </a:solidFill>
                          <a:latin typeface="Noto Sans KR"/>
                          <a:ea typeface="Noto Sans KR"/>
                          <a:cs typeface="Noto Sans KR"/>
                        </a:rPr>
                        <a:t>TAM</a:t>
                      </a:r>
                    </a:p>
                  </a:txBody>
                  <a:tcPr marL="91440" marR="91440" marT="45720" marB="45720" anchor="ctr">
                    <a:solidFill>
                      <a:srgbClr val="FFFFFF"/>
                    </a:solidFill>
                  </a:tcPr>
                </a:tc>
                <a:tc>
                  <a:txBody>
                    <a:bodyPr lIns="114300" tIns="114300" rIns="114300" bIns="114300"/>
                    <a:lstStyle/>
                    <a:p>
                      <a:r>
                        <a:rPr sz="1425" b="0">
                          <a:solidFill>
                            <a:srgbClr val="626262"/>
                          </a:solidFill>
                          <a:latin typeface="Noto Sans KR"/>
                          <a:ea typeface="Noto Sans KR"/>
                          <a:cs typeface="Noto Sans KR"/>
                        </a:rPr>
                        <a:t>237,071개 × 연 50만원</a:t>
                      </a:r>
                    </a:p>
                  </a:txBody>
                  <a:tcPr marL="91440" marR="91440" marT="45720" marB="45720" anchor="ctr">
                    <a:solidFill>
                      <a:srgbClr val="FFFFFF"/>
                    </a:solidFill>
                  </a:tcPr>
                </a:tc>
                <a:tc>
                  <a:txBody>
                    <a:bodyPr lIns="114300" tIns="114300" rIns="114300" bIns="114300"/>
                    <a:lstStyle/>
                    <a:p>
                      <a:r>
                        <a:rPr sz="1425" b="0">
                          <a:solidFill>
                            <a:srgbClr val="626262"/>
                          </a:solidFill>
                          <a:latin typeface="Noto Sans KR"/>
                          <a:ea typeface="Noto Sans KR"/>
                          <a:cs typeface="Noto Sans KR"/>
                        </a:rPr>
                        <a:t>1185.36억원 / 년</a:t>
                      </a:r>
                    </a:p>
                  </a:txBody>
                  <a:tcPr marL="91440" marR="91440" marT="45720" marB="45720" anchor="ctr">
                    <a:solidFill>
                      <a:srgbClr val="FFFFFF"/>
                    </a:solidFill>
                  </a:tcPr>
                </a:tc>
              </a:tr>
              <a:tr h="511175">
                <a:tc>
                  <a:txBody>
                    <a:bodyPr lIns="114300" tIns="114300" rIns="114300" bIns="114300"/>
                    <a:lstStyle/>
                    <a:p>
                      <a:r>
                        <a:rPr sz="1425" b="0">
                          <a:solidFill>
                            <a:srgbClr val="626262"/>
                          </a:solidFill>
                          <a:latin typeface="Noto Sans KR"/>
                          <a:ea typeface="Noto Sans KR"/>
                          <a:cs typeface="Noto Sans KR"/>
                        </a:rPr>
                        <a:t>SAM</a:t>
                      </a:r>
                    </a:p>
                  </a:txBody>
                  <a:tcPr marL="91440" marR="91440" marT="45720" marB="45720" anchor="ctr">
                    <a:solidFill>
                      <a:srgbClr val="FFFFFF"/>
                    </a:solidFill>
                  </a:tcPr>
                </a:tc>
                <a:tc>
                  <a:txBody>
                    <a:bodyPr lIns="114300" tIns="114300" rIns="114300" bIns="114300"/>
                    <a:lstStyle/>
                    <a:p>
                      <a:r>
                        <a:rPr sz="1425" b="0">
                          <a:solidFill>
                            <a:srgbClr val="626262"/>
                          </a:solidFill>
                          <a:latin typeface="Noto Sans KR"/>
                          <a:ea typeface="Noto Sans KR"/>
                          <a:cs typeface="Noto Sans KR"/>
                        </a:rPr>
                        <a:t>237,071개 × 연 50만원</a:t>
                      </a:r>
                    </a:p>
                  </a:txBody>
                  <a:tcPr marL="91440" marR="91440" marT="45720" marB="45720" anchor="ctr">
                    <a:solidFill>
                      <a:srgbClr val="FFFFFF"/>
                    </a:solidFill>
                  </a:tcPr>
                </a:tc>
                <a:tc>
                  <a:txBody>
                    <a:bodyPr lIns="114300" tIns="114300" rIns="114300" bIns="114300"/>
                    <a:lstStyle/>
                    <a:p>
                      <a:r>
                        <a:rPr sz="1425" b="0">
                          <a:solidFill>
                            <a:srgbClr val="626262"/>
                          </a:solidFill>
                          <a:latin typeface="Noto Sans KR"/>
                          <a:ea typeface="Noto Sans KR"/>
                          <a:cs typeface="Noto Sans KR"/>
                        </a:rPr>
                        <a:t>1185.36억원 / 년</a:t>
                      </a:r>
                    </a:p>
                  </a:txBody>
                  <a:tcPr marL="91440" marR="91440" marT="45720" marB="45720" anchor="ctr">
                    <a:solidFill>
                      <a:srgbClr val="FFFFFF"/>
                    </a:solidFill>
                  </a:tcPr>
                </a:tc>
              </a:tr>
              <a:tr h="511175">
                <a:tc>
                  <a:txBody>
                    <a:bodyPr lIns="114300" tIns="114300" rIns="114300" bIns="114300"/>
                    <a:lstStyle/>
                    <a:p>
                      <a:r>
                        <a:rPr sz="1425" b="0">
                          <a:solidFill>
                            <a:srgbClr val="626262"/>
                          </a:solidFill>
                          <a:latin typeface="Noto Sans KR"/>
                          <a:ea typeface="Noto Sans KR"/>
                          <a:cs typeface="Noto Sans KR"/>
                        </a:rPr>
                        <a:t>SOM</a:t>
                      </a:r>
                    </a:p>
                  </a:txBody>
                  <a:tcPr marL="91440" marR="91440" marT="45720" marB="45720" anchor="ctr">
                    <a:solidFill>
                      <a:srgbClr val="FFFFFF"/>
                    </a:solidFill>
                  </a:tcPr>
                </a:tc>
                <a:tc>
                  <a:txBody>
                    <a:bodyPr lIns="114300" tIns="114300" rIns="114300" bIns="114300"/>
                    <a:lstStyle/>
                    <a:p>
                      <a:r>
                        <a:rPr sz="1425" b="0">
                          <a:solidFill>
                            <a:srgbClr val="626262"/>
                          </a:solidFill>
                          <a:latin typeface="Noto Sans KR"/>
                          <a:ea typeface="Noto Sans KR"/>
                          <a:cs typeface="Noto Sans KR"/>
                        </a:rPr>
                        <a:t>2,371개 × 연 50만원</a:t>
                      </a:r>
                    </a:p>
                  </a:txBody>
                  <a:tcPr marL="91440" marR="91440" marT="45720" marB="45720" anchor="ctr">
                    <a:solidFill>
                      <a:srgbClr val="FFFFFF"/>
                    </a:solidFill>
                  </a:tcPr>
                </a:tc>
                <a:tc>
                  <a:txBody>
                    <a:bodyPr lIns="114300" tIns="114300" rIns="114300" bIns="114300"/>
                    <a:lstStyle/>
                    <a:p>
                      <a:r>
                        <a:rPr sz="1425" b="0">
                          <a:solidFill>
                            <a:srgbClr val="626262"/>
                          </a:solidFill>
                          <a:latin typeface="Noto Sans KR"/>
                          <a:ea typeface="Noto Sans KR"/>
                          <a:cs typeface="Noto Sans KR"/>
                        </a:rPr>
                        <a:t>11.86억원 / 년</a:t>
                      </a:r>
                    </a:p>
                  </a:txBody>
                  <a:tcPr marL="91440" marR="91440" marT="45720" marB="45720" anchor="ctr">
                    <a:solidFill>
                      <a:srgbClr val="FFFFFF"/>
                    </a:solidFill>
                  </a:tcPr>
                </a:tc>
              </a:tr>
              <a:tr h="511175">
                <a:tc>
                  <a:txBody>
                    <a:bodyPr lIns="114300" tIns="114300" rIns="114300" bIns="114300"/>
                    <a:lstStyle/>
                    <a:p>
                      <a:r>
                        <a:rPr sz="1425" b="0">
                          <a:solidFill>
                            <a:srgbClr val="626262"/>
                          </a:solidFill>
                          <a:latin typeface="Noto Sans KR"/>
                          <a:ea typeface="Noto Sans KR"/>
                          <a:cs typeface="Noto Sans KR"/>
                        </a:rPr>
                        <a:t>확보율</a:t>
                      </a:r>
                    </a:p>
                  </a:txBody>
                  <a:tcPr marL="91440" marR="91440" marT="45720" marB="45720" anchor="ctr">
                    <a:solidFill>
                      <a:srgbClr val="FFFFFF"/>
                    </a:solidFill>
                  </a:tcPr>
                </a:tc>
                <a:tc>
                  <a:txBody>
                    <a:bodyPr lIns="114300" tIns="114300" rIns="114300" bIns="114300"/>
                    <a:lstStyle/>
                    <a:p>
                      <a:r>
                        <a:rPr sz="1425" b="0">
                          <a:solidFill>
                            <a:srgbClr val="626262"/>
                          </a:solidFill>
                          <a:latin typeface="Noto Sans KR"/>
                          <a:ea typeface="Noto Sans KR"/>
                          <a:cs typeface="Noto Sans KR"/>
                        </a:rPr>
                        <a:t>SAM의 1%</a:t>
                      </a:r>
                    </a:p>
                  </a:txBody>
                  <a:tcPr marL="91440" marR="91440" marT="45720" marB="45720" anchor="ctr">
                    <a:solidFill>
                      <a:srgbClr val="FFFFFF"/>
                    </a:solidFill>
                  </a:tcPr>
                </a:tc>
                <a:tc>
                  <a:txBody>
                    <a:bodyPr lIns="114300" tIns="114300" rIns="114300" bIns="114300"/>
                    <a:lstStyle/>
                    <a:p>
                      <a:r>
                        <a:rPr sz="1425" b="0">
                          <a:solidFill>
                            <a:srgbClr val="626262"/>
                          </a:solidFill>
                          <a:latin typeface="Noto Sans KR"/>
                          <a:ea typeface="Noto Sans KR"/>
                          <a:cs typeface="Noto Sans KR"/>
                        </a:rPr>
                        <a:t>2,371개</a:t>
                      </a:r>
                    </a:p>
                  </a:txBody>
                  <a:tcPr marL="91440" marR="91440" marT="45720" marB="45720" anchor="ctr">
                    <a:solidFill>
                      <a:srgbClr val="FFFFFF"/>
                    </a:solidFill>
                  </a:tcPr>
                </a:tc>
              </a:tr>
              <a:tr h="511175">
                <a:tc>
                  <a:txBody>
                    <a:bodyPr lIns="114300" tIns="114300" rIns="114300" bIns="114300"/>
                    <a:lstStyle/>
                    <a:p>
                      <a:r>
                        <a:rPr sz="1425" b="0">
                          <a:solidFill>
                            <a:srgbClr val="626262"/>
                          </a:solidFill>
                          <a:latin typeface="Noto Sans KR"/>
                          <a:ea typeface="Noto Sans KR"/>
                          <a:cs typeface="Noto Sans KR"/>
                        </a:rPr>
                        <a:t>분쟁 자료</a:t>
                      </a:r>
                    </a:p>
                  </a:txBody>
                  <a:tcPr marL="91440" marR="91440" marT="45720" marB="45720" anchor="ctr">
                    <a:solidFill>
                      <a:srgbClr val="FFFFFF"/>
                    </a:solidFill>
                  </a:tcPr>
                </a:tc>
                <a:tc>
                  <a:txBody>
                    <a:bodyPr lIns="114300" tIns="114300" rIns="114300" bIns="114300"/>
                    <a:lstStyle/>
                    <a:p>
                      <a:r>
                        <a:rPr sz="1425" b="0">
                          <a:solidFill>
                            <a:srgbClr val="626262"/>
                          </a:solidFill>
                          <a:latin typeface="Noto Sans KR"/>
                          <a:ea typeface="Noto Sans KR"/>
                          <a:cs typeface="Noto Sans KR"/>
                        </a:rPr>
                        <a:t>공개 판례 전체검색, 기간 제한 없음</a:t>
                      </a:r>
                    </a:p>
                  </a:txBody>
                  <a:tcPr marL="91440" marR="91440" marT="45720" marB="45720" anchor="ctr">
                    <a:solidFill>
                      <a:srgbClr val="FFFFFF"/>
                    </a:solidFill>
                  </a:tcPr>
                </a:tc>
                <a:tc>
                  <a:txBody>
                    <a:bodyPr lIns="114300" tIns="114300" rIns="114300" bIns="114300"/>
                    <a:lstStyle/>
                    <a:p>
                      <a:r>
                        <a:rPr sz="1425" b="0">
                          <a:solidFill>
                            <a:srgbClr val="626262"/>
                          </a:solidFill>
                          <a:latin typeface="Noto Sans KR"/>
                          <a:ea typeface="Noto Sans KR"/>
                          <a:cs typeface="Noto Sans KR"/>
                        </a:rPr>
                        <a:t>검색 결과 1,416건</a:t>
                      </a:r>
                    </a:p>
                  </a:txBody>
                  <a:tcPr marL="91440" marR="91440" marT="45720" marB="45720" anchor="ctr">
                    <a:solidFill>
                      <a:srgbClr val="FFFFFF"/>
                    </a:solidFill>
                  </a:tcPr>
                </a:tc>
              </a:tr>
            </a:tbl>
          </a:graphicData>
        </a:graphic>
      </p:graphicFrame>
      <p:sp>
        <p:nvSpPr>
          <p:cNvPr id="5" name="구독료와 확보율은 가정    수치는 현재 매출이나 연간 분쟁 통계가 아님">
            <a:extLst xmlns:a="http://schemas.openxmlformats.org/drawingml/2006/main">
              <a:ext uri="{FF2B5EF4-FFF2-40B4-BE49-F238E27FC236}">
                <a16:creationId xmlns:a16="http://schemas.microsoft.com/office/drawing/2014/main" id="{E011E699-FBCB-4DD5-B8C4-07E397259CD8}"/>
              </a:ext>
            </a:extLst>
          </p:cNvPr>
          <p:cNvSpPr>
            <a:spLocks xmlns:a="http://schemas.openxmlformats.org/drawingml/2006/main" noGrp="1"/>
          </p:cNvSpPr>
          <p:nvPr/>
        </p:nvSpPr>
        <p:spPr>
          <a:xfrm xmlns:a="http://schemas.openxmlformats.org/drawingml/2006/main">
            <a:off x="495300" y="4486275"/>
            <a:ext cx="8153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00" b="0">
                <a:solidFill>
                  <a:srgbClr val="626262"/>
                </a:solidFill>
                <a:latin typeface="Noto Sans KR"/>
                <a:ea typeface="Noto Sans KR"/>
                <a:cs typeface="Noto Sans KR"/>
              </a:defRPr>
            </a:defPPr>
          </a:lstStyle>
          <a:p xmlns:a="http://schemas.openxmlformats.org/drawingml/2006/main">
            <a:pPr algn="l">
              <a:defRPr sz="1200" b="0">
                <a:solidFill>
                  <a:srgbClr val="626262"/>
                </a:solidFill>
                <a:latin typeface="Noto Sans KR"/>
                <a:ea typeface="Noto Sans KR"/>
                <a:cs typeface="Noto Sans KR"/>
              </a:defRPr>
            </a:pPr>
            <a:r>
              <a:rPr sz="1200" b="0">
                <a:solidFill>
                  <a:srgbClr val="626262"/>
                </a:solidFill>
                <a:latin typeface="Noto Sans KR"/>
                <a:ea typeface="Noto Sans KR"/>
                <a:cs typeface="Noto Sans KR"/>
              </a:rPr>
              <a:t>구독료와 확보율은 가정    수치는 현재 매출이나 연간 분쟁 통계가 아님</a:t>
            </a:r>
          </a:p>
        </p:txBody>
      </p:sp>
    </p:spTree>
    <p:extLst>
      <p:ext uri="{BB962C8B-B14F-4D97-AF65-F5344CB8AC3E}">
        <p14:creationId xmlns:p14="http://schemas.microsoft.com/office/powerpoint/2010/main" val="18492133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2026-10-09T03:28:08.4190000Z</dcterms:created>
  <dcterms:modified xsi:type="dcterms:W3CDTF">2026-10-09T03:28:08.4190000Z</dcterms:modified>
</coreProperties>
</file>