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256" r:id="rId2"/>
    <p:sldId id="287" r:id="rId3"/>
    <p:sldId id="288" r:id="rId4"/>
    <p:sldId id="259" r:id="rId5"/>
    <p:sldId id="260" r:id="rId6"/>
    <p:sldId id="261" r:id="rId7"/>
    <p:sldId id="262" r:id="rId8"/>
    <p:sldId id="263" r:id="rId9"/>
    <p:sldId id="264" r:id="rId10"/>
    <p:sldId id="286" r:id="rId11"/>
    <p:sldId id="266" r:id="rId12"/>
    <p:sldId id="285"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9" d="100"/>
          <a:sy n="119" d="100"/>
        </p:scale>
        <p:origin x="418" y="9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bar"/>
        <c:grouping val="clustered"/>
        <c:varyColors val="1"/>
        <c:ser>
          <c:idx val="0"/>
          <c:order val="0"/>
          <c:tx>
            <c:v>연환산 매출</c:v>
          </c:tx>
          <c:invertIfNegative val="1"/>
          <c:dPt>
            <c:idx val="0"/>
            <c:invertIfNegative val="0"/>
            <c:bubble3D val="0"/>
            <c:spPr>
              <a:solidFill>
                <a:srgbClr val="6BBADD"/>
              </a:solidFill>
            </c:spPr>
            <c:extLst>
              <c:ext xmlns:c16="http://schemas.microsoft.com/office/drawing/2014/chart" uri="{C3380CC4-5D6E-409C-BE32-E72D297353CC}">
                <c16:uniqueId val="{00000001-90DA-4171-A87A-8FC3E5A4E5C8}"/>
              </c:ext>
            </c:extLst>
          </c:dPt>
          <c:dPt>
            <c:idx val="1"/>
            <c:invertIfNegative val="0"/>
            <c:bubble3D val="0"/>
            <c:spPr>
              <a:solidFill>
                <a:srgbClr val="ABCA48"/>
              </a:solidFill>
            </c:spPr>
            <c:extLst>
              <c:ext xmlns:c16="http://schemas.microsoft.com/office/drawing/2014/chart" uri="{C3380CC4-5D6E-409C-BE32-E72D297353CC}">
                <c16:uniqueId val="{00000003-90DA-4171-A87A-8FC3E5A4E5C8}"/>
              </c:ext>
            </c:extLst>
          </c:dPt>
          <c:dPt>
            <c:idx val="2"/>
            <c:invertIfNegative val="0"/>
            <c:bubble3D val="0"/>
            <c:spPr>
              <a:solidFill>
                <a:srgbClr val="D05258"/>
              </a:solidFill>
            </c:spPr>
            <c:extLst>
              <c:ext xmlns:c16="http://schemas.microsoft.com/office/drawing/2014/chart" uri="{C3380CC4-5D6E-409C-BE32-E72D297353CC}">
                <c16:uniqueId val="{00000005-90DA-4171-A87A-8FC3E5A4E5C8}"/>
              </c:ext>
            </c:extLst>
          </c:dPt>
          <c:dLbls>
            <c:numFmt formatCode="0.00" sourceLinked="0"/>
            <c:spPr>
              <a:noFill/>
              <a:ln>
                <a:noFill/>
              </a:ln>
              <a:effectLst/>
            </c:spPr>
            <c:txPr>
              <a:bodyPr anchorCtr="1"/>
              <a:lstStyle/>
              <a:p>
                <a:pPr>
                  <a:defRPr sz="1875">
                    <a:solidFill>
                      <a:srgbClr val="626262"/>
                    </a:solidFill>
                    <a:latin typeface="Noto Sans KR"/>
                    <a:ea typeface="Noto Sans KR"/>
                    <a:cs typeface="Noto Sans KR"/>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Data'!$A$2:$A$4</c:f>
              <c:strCache>
                <c:ptCount val="3"/>
                <c:pt idx="0">
                  <c:v>0.5%  1,185개</c:v>
                </c:pt>
                <c:pt idx="1">
                  <c:v>1%  2,371개</c:v>
                </c:pt>
                <c:pt idx="2">
                  <c:v>2%  4,741개</c:v>
                </c:pt>
              </c:strCache>
            </c:strRef>
          </c:cat>
          <c:val>
            <c:numRef>
              <c:f>'Chart Data'!$B$2:$B$4</c:f>
              <c:numCache>
                <c:formatCode>0</c:formatCode>
                <c:ptCount val="3"/>
                <c:pt idx="0">
                  <c:v>5.93</c:v>
                </c:pt>
                <c:pt idx="1">
                  <c:v>11.86</c:v>
                </c:pt>
                <c:pt idx="2">
                  <c:v>23.71</c:v>
                </c:pt>
              </c:numCache>
            </c:numRef>
          </c:val>
          <c:extLst>
            <c:ext xmlns:c16="http://schemas.microsoft.com/office/drawing/2014/chart" uri="{C3380CC4-5D6E-409C-BE32-E72D297353CC}">
              <c16:uniqueId val="{00000006-90DA-4171-A87A-8FC3E5A4E5C8}"/>
            </c:ext>
          </c:extLst>
        </c:ser>
        <c:dLbls>
          <c:dLblPos val="outEnd"/>
          <c:showLegendKey val="0"/>
          <c:showVal val="1"/>
          <c:showCatName val="0"/>
          <c:showSerName val="0"/>
          <c:showPercent val="0"/>
          <c:showBubbleSize val="0"/>
        </c:dLbls>
        <c:gapWidth val="68"/>
        <c:axId val="48650112"/>
        <c:axId val="48672768"/>
      </c:barChart>
      <c:catAx>
        <c:axId val="48650112"/>
        <c:scaling>
          <c:orientation val="minMax"/>
        </c:scaling>
        <c:delete val="0"/>
        <c:axPos val="l"/>
        <c:numFmt formatCode="General" sourceLinked="1"/>
        <c:majorTickMark val="none"/>
        <c:minorTickMark val="none"/>
        <c:tickLblPos val="nextTo"/>
        <c:spPr>
          <a:ln w="0">
            <a:noFill/>
          </a:ln>
        </c:spPr>
        <c:txPr>
          <a:bodyPr anchorCtr="1"/>
          <a:lstStyle/>
          <a:p>
            <a:pPr>
              <a:defRPr sz="1500">
                <a:solidFill>
                  <a:srgbClr val="626262"/>
                </a:solidFill>
                <a:latin typeface="Noto Sans KR"/>
                <a:ea typeface="Noto Sans KR"/>
                <a:cs typeface="Noto Sans KR"/>
              </a:defRPr>
            </a:pPr>
            <a:endParaRPr lang="ko-KR"/>
          </a:p>
        </c:txPr>
        <c:crossAx val="48672768"/>
        <c:crosses val="autoZero"/>
        <c:auto val="1"/>
        <c:lblAlgn val="ctr"/>
        <c:lblOffset val="100"/>
        <c:noMultiLvlLbl val="1"/>
      </c:catAx>
      <c:valAx>
        <c:axId val="48672768"/>
        <c:scaling>
          <c:orientation val="minMax"/>
          <c:max val="30"/>
          <c:min val="0"/>
        </c:scaling>
        <c:delete val="0"/>
        <c:axPos val="b"/>
        <c:majorGridlines>
          <c:spPr>
            <a:ln w="9525">
              <a:solidFill>
                <a:srgbClr val="E6E6E6"/>
              </a:solidFill>
            </a:ln>
          </c:spPr>
        </c:majorGridlines>
        <c:title>
          <c:tx>
            <c:rich>
              <a:bodyPr/>
              <a:lstStyle/>
              <a:p>
                <a:r>
                  <a:rPr lang="ko-KR" altLang="en-US">
                    <a:latin typeface="Noto Sans KR"/>
                    <a:ea typeface="Noto Sans KR"/>
                    <a:cs typeface="Noto Sans KR"/>
                  </a:rPr>
                  <a:t>억원 </a:t>
                </a:r>
                <a:r>
                  <a:rPr lang="en-US" altLang="ko-KR">
                    <a:latin typeface="Noto Sans KR"/>
                    <a:ea typeface="Noto Sans KR"/>
                    <a:cs typeface="Noto Sans KR"/>
                  </a:rPr>
                  <a:t>/ </a:t>
                </a:r>
                <a:r>
                  <a:rPr lang="ko-KR" altLang="en-US">
                    <a:latin typeface="Noto Sans KR"/>
                    <a:ea typeface="Noto Sans KR"/>
                    <a:cs typeface="Noto Sans KR"/>
                  </a:rPr>
                  <a:t>년</a:t>
                </a:r>
              </a:p>
            </c:rich>
          </c:tx>
          <c:overlay val="0"/>
        </c:title>
        <c:numFmt formatCode="0" sourceLinked="1"/>
        <c:majorTickMark val="none"/>
        <c:minorTickMark val="none"/>
        <c:tickLblPos val="nextTo"/>
        <c:spPr>
          <a:ln w="9525">
            <a:solidFill>
              <a:srgbClr val="D4D4D4"/>
            </a:solidFill>
            <a:prstDash val="solid"/>
          </a:ln>
        </c:spPr>
        <c:txPr>
          <a:bodyPr anchorCtr="1"/>
          <a:lstStyle/>
          <a:p>
            <a:pPr>
              <a:defRPr sz="1275">
                <a:solidFill>
                  <a:srgbClr val="626262"/>
                </a:solidFill>
                <a:latin typeface="Noto Sans KR"/>
                <a:ea typeface="Noto Sans KR"/>
                <a:cs typeface="Noto Sans KR"/>
              </a:defRPr>
            </a:pPr>
            <a:endParaRPr lang="ko-KR"/>
          </a:p>
        </c:txPr>
        <c:crossAx val="48650112"/>
        <c:crosses val="autoZero"/>
        <c:crossBetween val="between"/>
        <c:majorUnit val="10"/>
      </c:valAx>
      <c:spPr>
        <a:solidFill>
          <a:srgbClr val="FFFFFF"/>
        </a:solidFill>
      </c:spPr>
    </c:plotArea>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발표자는 통화 녹음을 외부 플레이어로 재생한다.</a:t>
            </a:r>
          </a:p>
          <a:p>
            <a:r>
              <a:t>출처: D:/Project/royal-family/rawdata/PPTPlan/script.md</a:t>
            </a:r>
          </a:p>
          <a:p>
            <a:r>
              <a:t>출처: D:/Project/royal-family/rawdata/TTS/02_전사_보완본.md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청중에게 자신의 종중을 떠올릴 시간을 준다.</a:t>
            </a:r>
          </a:p>
          <a:p>
            <a:r>
              <a:t>출처: D:/Project/royal-family/rawdata/PPTPlan/script.md</a:t>
            </a:r>
          </a:p>
        </p:txBody>
      </p:sp>
      <p:sp>
        <p:nvSpPr>
          <p:cNvPr id="4" name="Slide Number Placeholder 3"/>
          <p:cNvSpPr>
            <a:spLocks noGrp="1"/>
          </p:cNvSpPr>
          <p:nvPr>
            <p:ph type="sldNum" idx="5"/>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Aptos"/>
              <a:ea typeface="+mn-ea"/>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err="1"/>
              <a:t>전주이씨임영대군파종중</a:t>
            </a:r>
            <a:r>
              <a:rPr lang="ko-KR" altLang="en-US" dirty="0"/>
              <a:t> 은 안녕하지 않습니다 </a:t>
            </a:r>
            <a:r>
              <a:rPr lang="ko-KR" altLang="en-US" dirty="0" err="1"/>
              <a:t>ㅠㅠ</a:t>
            </a:r>
            <a:endParaRPr dirty="0"/>
          </a:p>
        </p:txBody>
      </p:sp>
      <p:sp>
        <p:nvSpPr>
          <p:cNvPr id="4" name="Slide Number Placeholder 3"/>
          <p:cNvSpPr>
            <a:spLocks noGrp="1"/>
          </p:cNvSpPr>
          <p:nvPr>
            <p:ph type="sldNum" idx="5"/>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Aptos"/>
              <a:ea typeface="+mn-ea"/>
              <a:cs typeface="+mn-c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뿌리와 종원, 공동재산, 기록을 소개한다. 임야, 농지, 대지와 건물 등 재산 종류로 서비스 범위를 제한하지 않는다.</a:t>
            </a:r>
          </a:p>
          <a:p>
            <a:r>
              <a:t>출처: D:/Project/royal-family/rawdata/PPTPlan/script.md</a:t>
            </a:r>
          </a:p>
          <a:p>
            <a:r>
              <a:t>출처: D:/Project/royal-family/docs/prd/hackathon-prd.md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전주MBC 2026-09-22 보도. 종중 대표를 사칭한 사람과의 토지 거래 및 소송 사례. 발표자 가문의 경험과는 다른 사례다.</a:t>
            </a:r>
          </a:p>
          <a:p>
            <a:r>
              <a:t>출처: https://www.jmbc.co.kr/news/view/68182</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종손 지위 사건, 임대 계약에 대한 양측의 주장, 대표권 없는 매매와 대금 반환 쟁점을 소개한다. 개별 사건에 대한 법적 판단을 일반화하지 않는다.</a:t>
            </a:r>
          </a:p>
          <a:p>
            <a:r>
              <a:t>출처: https://www.bubb.co.kr/news/articleView.html?idxno=4550</a:t>
            </a:r>
          </a:p>
          <a:p>
            <a:r>
              <a:t>출처: https://www.cctoday.co.kr/news/articleView.html?idxno=2233033</a:t>
            </a:r>
          </a:p>
          <a:p>
            <a:r>
              <a:t>출처: https://magazine.hankyung.com/business/article/202607168245b</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국가법령정보센터, 검색어 종중, 전체 검색, 기간 제한 없음. 2026-10-09 화면에 1416건이 표시됐다. 검색 항목에는 같은 사건의 심급과 요약 등 중복, 조세 사건이 포함될 수 있다. 전국 연간 분쟁 건수나 고유 사건 수를 측정한 통계가 아니다.</a:t>
            </a:r>
          </a:p>
          <a:p>
            <a:r>
              <a:t>출처: https://www.law.go.kr/precSc.do?menuId=7&amp;query=%EC%A2%85%EC%A4%91</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전주MBC는 4년 가까운 법정 다툼을 보도했다. 한경BUSINESS는 41억8500만원의 매매계약 사례를 소개했다. 두 수치는 서로 다른 사건이며, 41.85억원은 매매대금으로 피해액이나 분쟁비용이 아니다.</a:t>
            </a:r>
          </a:p>
          <a:p>
            <a:r>
              <a:t>출처: https://www.jmbc.co.kr/news/view/68182</a:t>
            </a:r>
          </a:p>
          <a:p>
            <a:r>
              <a:t>출처: https://magazine.hankyung.com/business/article/202607168245b</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과거의 유산과 현재의 일상, 다음 세대 인수인계를 설명한다. 발표 대본의 수정 내용을 반영했다.</a:t>
            </a:r>
          </a:p>
          <a:p>
            <a:r>
              <a:t>출처: D:/Project/royal-family/rawdata/PPTPlan/script.md</a:t>
            </a:r>
          </a:p>
          <a:p>
            <a:r>
              <a:t>출처: D:/Project/royal-family/rawdata/TTS/02_전사_보완본.md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발표자가 과거에 종중 관련 서비스를 창업했다가 실패한 경험을 이야기한다.</a:t>
            </a:r>
          </a:p>
          <a:p>
            <a:r>
              <a:t>출처: D:/Project/royal-family/rawdata/PPTPlan/script.md</a:t>
            </a:r>
          </a:p>
        </p:txBody>
      </p:sp>
      <p:sp>
        <p:nvSpPr>
          <p:cNvPr id="4" name="Slide Number Placeholder 3"/>
          <p:cNvSpPr>
            <a:spLocks noGrp="1"/>
          </p:cNvSpPr>
          <p:nvPr>
            <p:ph type="sldNum" idx="5"/>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000000"/>
              </a:solidFill>
              <a:effectLst/>
              <a:uLnTx/>
              <a:uFillTx/>
              <a:latin typeface="Aptos"/>
              <a:ea typeface="+mn-ea"/>
              <a:cs typeface="+mn-c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전사, 문서 초안, 자료 비교는 이번 서비스의 구현 목표다.</a:t>
            </a:r>
          </a:p>
          <a:p>
            <a:r>
              <a:t>출처: D:/Project/royal-family/rawdata/PPTPlan/script.md</a:t>
            </a:r>
          </a:p>
          <a:p>
            <a:r>
              <a:t>출처: D:/Project/royal-family/docs/prd/hackathon-prd.md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제품명 명문가를 소개한다. 소나무와 종가 삽화는 특정 종중의 실제 장소가 아닌 개념 이미지다.</a:t>
            </a:r>
          </a:p>
          <a:p>
            <a:r>
              <a:t>출처: D:/Project/royal-family/rawdata/PPTPlan/script.md</a:t>
            </a:r>
          </a:p>
          <a:p>
            <a:r>
              <a:t>출처: D:/Project/royal-family/docs/prd/hackathon-prd.md</a:t>
            </a:r>
          </a:p>
          <a:p>
            <a:r>
              <a:t>삽화: built-in image_gen으로 생성한 개념 이미지. 실제 종중 현장이나 서비스 화면을 촬영한 자료가 아님.</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설계안. CLJS와 Vinext에서 모듈 공개 기능을 호출한다. 순수 업무 규칙과 저장소, AI, 발송 경계를 분리한다. 외부 업무는 mock으로 교체한다. PBT는 검증 계획이다.</a:t>
            </a:r>
          </a:p>
          <a:p>
            <a:r>
              <a:t>출처: D:/Project/royal-family/rawdata/PPTPlan/script.md</a:t>
            </a:r>
          </a:p>
          <a:p>
            <a:r>
              <a:t>출처: D:/Project/royal-family/docs/architecture/system-design.md</a:t>
            </a:r>
          </a:p>
          <a:p>
            <a:r>
              <a:t>출처: D:/Project/royal-family/docs/architecture/testing.md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종중 설립 준비에서 운영, 동의 수집, 법률 확인까지 이어지는 구현 목표.</a:t>
            </a:r>
          </a:p>
          <a:p>
            <a:r>
              <a:t>출처: D:/Project/royal-family/rawdata/PPTPlan/script.md</a:t>
            </a:r>
          </a:p>
          <a:p>
            <a:r>
              <a:t>출처: D:/Project/royal-family/docs/prd/hackathon-prd.md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UC-01 서류: 보유 서류와 추가 확인 항목을 정리해 준비 문서 초안을 만든다.</a:t>
            </a:r>
          </a:p>
          <a:p>
            <a:r>
              <a:t>UC-01 추천: 가상 후보와 추천 근거를 제시한다. 실제 제휴나 접수를 뜻하지 않는다.</a:t>
            </a:r>
          </a:p>
          <a:p>
            <a:r>
              <a:t>출처: D:/Project/royal-family/rawdata/PPTPlan/script.md</a:t>
            </a:r>
          </a:p>
          <a:p>
            <a:r>
              <a:t>출처: D:/Project/royal-family/docs/prd/hackathon-prd.md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UC-02: 원문에 연결한 전사와 회의록 초안.</a:t>
            </a:r>
          </a:p>
          <a:p>
            <a:r>
              <a:t>UC-03: 당시 규약, 참석 기록과 문서 버전을 조회.</a:t>
            </a:r>
          </a:p>
          <a:p>
            <a:r>
              <a:t>출처: D:/Project/royal-family/rawdata/PPTPlan/script.md</a:t>
            </a:r>
          </a:p>
          <a:p>
            <a:r>
              <a:t>출처: D:/Project/royal-family/docs/prd/hackathon-prd.md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UC-04: 근거 자료를 이용해 문서 초안을 만들고 담당자가 검토한다.</a:t>
            </a:r>
          </a:p>
          <a:p>
            <a:r>
              <a:t>UC-05: 찬성, 거절, 미응답을 구분해 기록한다. 동의 기록을 법적 결의 효력으로 확정하지 않는다.</a:t>
            </a:r>
          </a:p>
          <a:p>
            <a:r>
              <a:t>출처: D:/Project/royal-family/rawdata/PPTPlan/script.md</a:t>
            </a:r>
          </a:p>
          <a:p>
            <a:r>
              <a:t>출처: D:/Project/royal-family/docs/prd/hackathon-prd.md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UC-06: 공식 원문과 등록한 규약의 출처를 분리해 조회.</a:t>
            </a:r>
          </a:p>
          <a:p>
            <a:r>
              <a:t>UC-07: 소유자 표시 등의 변화와 근거를 비교한다. 시연에는 모의 후속 자료를 사용한다.</a:t>
            </a:r>
          </a:p>
          <a:p>
            <a:r>
              <a:t>출처: D:/Project/royal-family/rawdata/PPTPlan/script.md</a:t>
            </a:r>
          </a:p>
          <a:p>
            <a:r>
              <a:t>출처: D:/Project/royal-family/docs/prd/hackathon-prd.md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UC-08 점검: 자료에 근거한 누락과 불일치. 위법 여부를 자동 확정하지 않는다.</a:t>
            </a:r>
          </a:p>
          <a:p>
            <a:r>
              <a:t>UC-08 추천: 조건에 맞는 가상 후보와 전달자료를 준비한다. 실제 수임 완료를 뜻하지 않는다.</a:t>
            </a:r>
          </a:p>
          <a:p>
            <a:r>
              <a:t>출처: D:/Project/royal-family/rawdata/PPTPlan/script.md</a:t>
            </a:r>
          </a:p>
          <a:p>
            <a:r>
              <a:t>출처: D:/Project/royal-family/docs/prd/hackathon-prd.md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2024년 제1회 등기법포럼 발표자료, 인쇄면 9쪽, 김영대. 국토부 부동산종합공부시스템 조회 결과 인용.</a:t>
            </a:r>
          </a:p>
          <a:p>
            <a:r>
              <a:t>부동산등기용 등록 종중. 모든 자연발생 종중이나 유료 구매자를 센 통계가 아님.</a:t>
            </a:r>
          </a:p>
          <a:p>
            <a:r>
              <a:t>서비스는 임야, 농지, 대지, 건물 등 재산 종류와 무관하게 종중의 설립 준비와 운영 기록을 다룬다.</a:t>
            </a:r>
          </a:p>
          <a:p>
            <a:r>
              <a:t>출처: https://ebook.kabl.kr/registrationforum/202409/11/</a:t>
            </a:r>
          </a:p>
          <a:p>
            <a:r>
              <a:t>출처: D:/Project/royal-family/docs/prd/hackathon-prd.md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ZUZU Fund Service의 20억 원 미만 투자조합 운영·관리 공개 요금: 연 500000원, VAT 별도, 2026-10-09 브라우저 확인.</a:t>
            </a:r>
          </a:p>
          <a:p>
            <a:r>
              <a:t>다른 고객군의 인접 서비스 요금을 계산 기준으로 참고. 종중의 지불 의사나 명문가의 확정 판매 가격은 검증 전. 전문가 수임료와 일회성 설립비 제외.</a:t>
            </a:r>
          </a:p>
          <a:p>
            <a:r>
              <a:t>출처: https://fundservice.zuzu.network/fund-pricing/</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전국 대상 초안에서 TAM과 SAM은 같은 등록 종중 모수를 사용. 전체가 연 구독료를 낼 때의 연간 매출 상한 환산이며 구독료, 확보율과 3년 기간은 검증 전 사업 가정. SOM은 3년 내 확보율 가정의 도달 시점 연환산 매출. 현재 매출, 실제 구매 고객 수, 3년 누적 매출이나 토지 자산가치가 아님.</a:t>
            </a:r>
          </a:p>
          <a:p>
            <a:r>
              <a:t>전국 종중을 대상으로 하는 초안. 설립 준비, 운영 기록, 동의와 법률 확인은 재산 종류와 무관하게 제공하므로 확인 가능한 등록 종중 모수를 TAM과 동일하게 사용. 별도 지역 제한이나 검증된 수요 비율이 없어 임의 축소하지 않음. 실구매 수요와 모든 자연발생 종중을 센 통계가 아님.</a:t>
            </a:r>
          </a:p>
          <a:p>
            <a:r>
              <a:t>SOM 고객 수는 SAM x 확보율을 정수 반올림. 억원 표시는 원 금액에서 0.01억원 단위 반올림.</a:t>
            </a:r>
          </a:p>
          <a:p>
            <a:r>
              <a:t>TAM과 SAM 모수, 구독료, SOM 확보율은 첨부 계산 JSON에 보존한다.</a:t>
            </a:r>
          </a:p>
          <a:p>
            <a:r>
              <a:t>출처: https://ebook.kabl.kr/registrationforum/202409/11/</a:t>
            </a:r>
          </a:p>
          <a:p>
            <a:r>
              <a:t>출처: https://fundservice.zuzu.network/fund-pricing/</a:t>
            </a:r>
          </a:p>
          <a:p>
            <a:r>
              <a:t>출처: D:/Project/royal-family/ppt/data/market-estimate-v3.json</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3년 도달 시점의 연환산 매출. 확보율은 조사된 구매율이 아닌 사업 시나리오다. 고객 수는 SAM에 가정 확보율을 곱해 정수 반올림했다.</a:t>
            </a:r>
          </a:p>
          <a:p>
            <a:r>
              <a:t>[{"penetration_assumption":0.005,"clans":1185,"annual_run_rate_won":592500000,"display_eok":5.93},{"penetration_assumption":0.01,"clans":2371,"annual_run_rate_won":1185500000,"display_eok":11.86},{"penetration_assumption":0.02,"clans":4741,"annual_run_rate_won":2370500000,"display_eok":23.71}]</a:t>
            </a:r>
          </a:p>
          <a:p>
            <a:r>
              <a:t>출처: D:/Project/royal-family/ppt/data/market-estimate-v3.json</a:t>
            </a:r>
          </a:p>
          <a:p>
            <a:r>
              <a:t>출처: https://ebook.kabl.kr/registrationforum/202409/11/</a:t>
            </a:r>
          </a:p>
          <a:p>
            <a:r>
              <a:t>출처: https://fundservice.zuzu.network/fund-pricing/</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통화 전사와 제출서로 PRD와 업무 흐름을 정리했다. ZUZU는 UI와 워크플로우 참고 대상이다. 통화 기반 가상 종원 페르소나를 구성했다. 서비스 UI 구현 완료를 뜻하지 않는다.</a:t>
            </a:r>
          </a:p>
          <a:p>
            <a:r>
              <a:t>출처: D:/Project/royal-family/rawdata/PPTPlan/script.md</a:t>
            </a:r>
          </a:p>
          <a:p>
            <a:r>
              <a:t>출처: D:/Project/royal-family/docs/prd/hackathon-prd.md</a:t>
            </a:r>
          </a:p>
          <a:p>
            <a:r>
              <a:t>출처: D:/Project/royal-family/qa/scenarios/hackathon-use-cases.md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K-GeoP 공개 조회 기준값: 공주시 태봉동 산41-1, 임야 14154.0㎡, 조회일 2026-10-09. 소유권 확정 자료가 아니다. 오른쪽은 제공된 크레딧 적용 요청 화면으로 적용 완료와 잔액을 증명하지 않는다.</a:t>
            </a:r>
          </a:p>
          <a:p>
            <a:r>
              <a:t>출처: D:/Project/royal-family/rawdata/PPTPlan/script.md</a:t>
            </a:r>
          </a:p>
          <a:p>
            <a:r>
              <a:t>출처: D:/Project/royal-family/docs/prd/hackathon-prd.md</a:t>
            </a:r>
          </a:p>
          <a:p>
            <a:r>
              <a:t>출처: https://www.kgeop.go.kr/info/infoMap.do?initMode=L</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skills와 MCP Events 연동 목표를 소개한다.</a:t>
            </a:r>
          </a:p>
          <a:p>
            <a:r>
              <a:t>출처: D:/Project/royal-family/rawdata/PPTPlan/script.md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자료 변화 이벤트를 보내고 ChatGPT가 도구로 근거를 조회하는 연동 목표. 실제 수신과 응답은 구현 후 검증한다.</a:t>
            </a:r>
          </a:p>
          <a:p>
            <a:r>
              <a:t>출처: D:/Project/royal-family/rawdata/PPTPlan/script.md</a:t>
            </a:r>
          </a:p>
          <a:p>
            <a:r>
              <a:t>출처: D:/Project/royal-family/docs/architecture/mcp-and-skills.md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질문을 받는다.</a:t>
            </a:r>
          </a:p>
          <a:p>
            <a:r>
              <a:t>출처: D:/Project/royal-family/rawdata/PPTPlan/script.md</a:t>
            </a:r>
          </a:p>
          <a:p>
            <a:r>
              <a:t>디자인 참고: C:\Users\dldnj\OneDrive\문서\Premium Cloud Widescreen Multicolored.pptx</a:t>
            </a:r>
          </a:p>
          <a:p>
            <a:r>
              <a:t>픽토그램: Lucide Icons, ISC License, https://lucide.dev/icons/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5E68C83-0632-4912-961B-E23415ACDF33}"/>
              </a:ext>
            </a:extLst>
          </p:cNvPr>
          <p:cNvSpPr>
            <a:spLocks noGrp="1"/>
          </p:cNvSpPr>
          <p:nvPr>
            <p:ph type="title"/>
          </p:nvPr>
        </p:nvSpPr>
        <p:spPr>
          <a:xfrm>
            <a:off x="914400" y="1943100"/>
            <a:ext cx="7315200" cy="742950"/>
          </a:xfrm>
          <a:prstGeom prst="rect">
            <a:avLst/>
          </a:prstGeom>
          <a:noFill/>
          <a:ln>
            <a:noFill/>
            <a:prstDash val="solid"/>
          </a:ln>
        </p:spPr>
        <p:txBody>
          <a:bodyPr wrap="square" lIns="0" tIns="0" rIns="0" bIns="0" anchor="ctr">
            <a:normAutofit/>
          </a:bodyPr>
          <a:lstStyle>
            <a:defPPr algn="ctr">
              <a:defRPr sz="36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018E08B4-3DC6-405B-8B6E-177FCC79E8F9}"/>
              </a:ext>
            </a:extLst>
          </p:cNvPr>
          <p:cNvSpPr>
            <a:spLocks noGrp="1"/>
          </p:cNvSpPr>
          <p:nvPr>
            <p:ph type="subTitle" idx="1"/>
          </p:nvPr>
        </p:nvSpPr>
        <p:spPr>
          <a:xfrm>
            <a:off x="1371600" y="2828925"/>
            <a:ext cx="6400800" cy="571500"/>
          </a:xfrm>
          <a:prstGeom prst="rect">
            <a:avLst/>
          </a:prstGeom>
          <a:noFill/>
          <a:ln>
            <a:noFill/>
            <a:prstDash val="solid"/>
          </a:ln>
        </p:spPr>
        <p:txBody>
          <a:bodyPr wrap="square" lIns="0" tIns="0" rIns="0" bIns="0" anchor="ctr">
            <a:normAutofit/>
          </a:bodyPr>
          <a:lstStyle>
            <a:defPPr algn="ctr">
              <a:defRPr sz="157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65C72331-9A50-43DF-9422-AA7B1CD997F0}"/>
              </a:ext>
            </a:extLst>
          </p:cNvPr>
          <p:cNvSpPr>
            <a:spLocks noGrp="1"/>
          </p:cNvSpPr>
          <p:nvPr>
            <p:ph type="title"/>
          </p:nvPr>
        </p:nvSpPr>
        <p:spPr>
          <a:xfrm>
            <a:off x="914400" y="2143125"/>
            <a:ext cx="7315200" cy="857250"/>
          </a:xfrm>
          <a:prstGeom prst="rect">
            <a:avLst/>
          </a:prstGeom>
          <a:noFill/>
          <a:ln>
            <a:noFill/>
            <a:prstDash val="solid"/>
          </a:ln>
        </p:spPr>
        <p:txBody>
          <a:bodyPr wrap="square" lIns="0" tIns="0" rIns="0" bIns="0" anchor="ctr">
            <a:normAutofit/>
          </a:bodyPr>
          <a:lstStyle>
            <a:defPPr algn="ctr">
              <a:defRPr sz="31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C452E77-7DDD-46B2-BC66-F9720DA27207}"/>
              </a:ext>
            </a:extLst>
          </p:cNvPr>
          <p:cNvSpPr>
            <a:spLocks noGrp="1"/>
          </p:cNvSpPr>
          <p:nvPr>
            <p:ph type="title"/>
          </p:nvPr>
        </p:nvSpPr>
        <p:spPr>
          <a:xfrm>
            <a:off x="514350" y="400050"/>
            <a:ext cx="8115300" cy="628650"/>
          </a:xfrm>
          <a:prstGeom prst="rect">
            <a:avLst/>
          </a:prstGeom>
          <a:noFill/>
          <a:ln>
            <a:noFill/>
            <a:prstDash val="solid"/>
          </a:ln>
        </p:spPr>
        <p:txBody>
          <a:bodyPr wrap="square" lIns="0" tIns="0" rIns="0" bIns="0" anchor="t">
            <a:normAutofit/>
          </a:bodyPr>
          <a:lstStyle>
            <a:defPPr algn="l">
              <a:defRPr sz="247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933C6E4F-6F72-456D-9434-3AE211B2CEAD}"/>
              </a:ext>
            </a:extLst>
          </p:cNvPr>
          <p:cNvSpPr>
            <a:spLocks noGrp="1"/>
          </p:cNvSpPr>
          <p:nvPr>
            <p:ph type="body" idx="1"/>
          </p:nvPr>
        </p:nvSpPr>
        <p:spPr>
          <a:xfrm>
            <a:off x="514350" y="1428750"/>
            <a:ext cx="8115300" cy="3200400"/>
          </a:xfrm>
          <a:prstGeom prst="rect">
            <a:avLst/>
          </a:prstGeom>
          <a:noFill/>
          <a:ln>
            <a:noFill/>
            <a:prstDash val="solid"/>
          </a:ln>
        </p:spPr>
        <p:txBody>
          <a:bodyPr wrap="square" lIns="0" tIns="0" rIns="0" bIns="0" anchor="t">
            <a:normAutofit/>
          </a:bodyPr>
          <a:lstStyle>
            <a:defPPr algn="l">
              <a:defRPr sz="1688" b="0">
                <a:solidFill>
                  <a:schemeClr val="tx1"/>
                </a:solidFill>
                <a:latin typeface="+mn-lt"/>
                <a:ea typeface="+mn-lt"/>
                <a:cs typeface="+mn-lt"/>
              </a:defRPr>
            </a:defPPr>
            <a:lvl1pPr marL="171450" indent="-171450">
              <a:lnSpc>
                <a:spcPct val="110000"/>
              </a:lnSpc>
              <a:spcBef>
                <a:spcPts val="0"/>
              </a:spcBef>
              <a:spcAft>
                <a:spcPts val="900"/>
              </a:spcAft>
              <a:buChar char="•"/>
            </a:lvl1pPr>
            <a:lvl2pPr marL="400050" indent="-171450">
              <a:lnSpc>
                <a:spcPct val="110000"/>
              </a:lnSpc>
              <a:spcBef>
                <a:spcPts val="0"/>
              </a:spcBef>
              <a:spcAft>
                <a:spcPts val="900"/>
              </a:spcAft>
              <a:buChar char="•"/>
            </a:lvl2pPr>
            <a:lvl3pPr marL="628650" indent="-171450">
              <a:lnSpc>
                <a:spcPct val="110000"/>
              </a:lnSpc>
              <a:spcBef>
                <a:spcPts val="0"/>
              </a:spcBef>
              <a:spcAft>
                <a:spcPts val="900"/>
              </a:spcAft>
              <a:buChar char="•"/>
            </a:lvl3pPr>
            <a:lvl4pPr marL="857250" indent="-171450">
              <a:lnSpc>
                <a:spcPct val="110000"/>
              </a:lnSpc>
              <a:spcBef>
                <a:spcPts val="0"/>
              </a:spcBef>
              <a:spcAft>
                <a:spcPts val="900"/>
              </a:spcAft>
              <a:buChar char="•"/>
            </a:lvl4pPr>
            <a:lvl5pPr marL="1085850" indent="-171450">
              <a:lnSpc>
                <a:spcPct val="110000"/>
              </a:lnSpc>
              <a:spcBef>
                <a:spcPts val="0"/>
              </a:spcBef>
              <a:spcAft>
                <a:spcPts val="900"/>
              </a:spcAft>
              <a:buChar char="•"/>
            </a:lvl5pPr>
            <a:lvl6pPr marL="1314450" indent="-171450">
              <a:lnSpc>
                <a:spcPct val="110000"/>
              </a:lnSpc>
              <a:spcBef>
                <a:spcPts val="0"/>
              </a:spcBef>
              <a:spcAft>
                <a:spcPts val="900"/>
              </a:spcAft>
              <a:buChar char="•"/>
            </a:lvl6pPr>
            <a:lvl7pPr marL="1543050" indent="-171450">
              <a:lnSpc>
                <a:spcPct val="110000"/>
              </a:lnSpc>
              <a:spcBef>
                <a:spcPts val="0"/>
              </a:spcBef>
              <a:spcAft>
                <a:spcPts val="900"/>
              </a:spcAft>
              <a:buChar char="•"/>
            </a:lvl7pPr>
            <a:lvl8pPr marL="1771650" indent="-171450">
              <a:lnSpc>
                <a:spcPct val="110000"/>
              </a:lnSpc>
              <a:spcBef>
                <a:spcPts val="0"/>
              </a:spcBef>
              <a:spcAft>
                <a:spcPts val="900"/>
              </a:spcAft>
              <a:buChar char="•"/>
            </a:lvl8pPr>
            <a:lvl9pPr marL="2000250" indent="-171450">
              <a:lnSpc>
                <a:spcPct val="110000"/>
              </a:lnSpc>
              <a:spcBef>
                <a:spcPts val="0"/>
              </a:spcBef>
              <a:spcAft>
                <a:spcPts val="9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A7FDDF6E-E712-4647-B804-AA34FB294021}"/>
              </a:ext>
            </a:extLst>
          </p:cNvPr>
          <p:cNvSpPr>
            <a:spLocks noGrp="1"/>
          </p:cNvSpPr>
          <p:nvPr>
            <p:ph type="title"/>
          </p:nvPr>
        </p:nvSpPr>
        <p:spPr>
          <a:xfrm>
            <a:off x="514350" y="400050"/>
            <a:ext cx="8115300" cy="628650"/>
          </a:xfrm>
          <a:prstGeom prst="rect">
            <a:avLst/>
          </a:prstGeom>
          <a:noFill/>
          <a:ln>
            <a:noFill/>
            <a:prstDash val="solid"/>
          </a:ln>
        </p:spPr>
        <p:txBody>
          <a:bodyPr wrap="square" lIns="0" tIns="0" rIns="0" bIns="0" anchor="t">
            <a:normAutofit/>
          </a:bodyPr>
          <a:lstStyle>
            <a:defPPr algn="l">
              <a:defRPr sz="247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A5146F72-72ED-4FF8-98BE-002F550A442F}"/>
              </a:ext>
            </a:extLst>
          </p:cNvPr>
          <p:cNvSpPr>
            <a:spLocks noGrp="1"/>
          </p:cNvSpPr>
          <p:nvPr>
            <p:ph type="body" idx="1"/>
          </p:nvPr>
        </p:nvSpPr>
        <p:spPr>
          <a:xfrm>
            <a:off x="514350" y="1428750"/>
            <a:ext cx="3771900" cy="3200400"/>
          </a:xfrm>
          <a:prstGeom prst="rect">
            <a:avLst/>
          </a:prstGeom>
          <a:noFill/>
          <a:ln>
            <a:noFill/>
            <a:prstDash val="solid"/>
          </a:ln>
        </p:spPr>
        <p:txBody>
          <a:bodyPr wrap="square" lIns="0" tIns="0" rIns="0" bIns="0" anchor="t">
            <a:normAutofit/>
          </a:bodyPr>
          <a:lstStyle>
            <a:defPPr algn="l">
              <a:defRPr sz="1575" b="0">
                <a:solidFill>
                  <a:schemeClr val="tx1"/>
                </a:solidFill>
                <a:latin typeface="+mn-lt"/>
                <a:ea typeface="+mn-lt"/>
                <a:cs typeface="+mn-lt"/>
              </a:defRPr>
            </a:defPPr>
            <a:lvl1pPr marL="171450" indent="-171450">
              <a:lnSpc>
                <a:spcPct val="110000"/>
              </a:lnSpc>
              <a:spcBef>
                <a:spcPts val="0"/>
              </a:spcBef>
              <a:spcAft>
                <a:spcPts val="900"/>
              </a:spcAft>
              <a:buChar char="•"/>
            </a:lvl1pPr>
            <a:lvl2pPr marL="400050" indent="-171450">
              <a:lnSpc>
                <a:spcPct val="110000"/>
              </a:lnSpc>
              <a:spcBef>
                <a:spcPts val="0"/>
              </a:spcBef>
              <a:spcAft>
                <a:spcPts val="900"/>
              </a:spcAft>
              <a:buChar char="•"/>
            </a:lvl2pPr>
            <a:lvl3pPr marL="628650" indent="-171450">
              <a:lnSpc>
                <a:spcPct val="110000"/>
              </a:lnSpc>
              <a:spcBef>
                <a:spcPts val="0"/>
              </a:spcBef>
              <a:spcAft>
                <a:spcPts val="900"/>
              </a:spcAft>
              <a:buChar char="•"/>
            </a:lvl3pPr>
            <a:lvl4pPr marL="857250" indent="-171450">
              <a:lnSpc>
                <a:spcPct val="110000"/>
              </a:lnSpc>
              <a:spcBef>
                <a:spcPts val="0"/>
              </a:spcBef>
              <a:spcAft>
                <a:spcPts val="900"/>
              </a:spcAft>
              <a:buChar char="•"/>
            </a:lvl4pPr>
            <a:lvl5pPr marL="1085850" indent="-171450">
              <a:lnSpc>
                <a:spcPct val="110000"/>
              </a:lnSpc>
              <a:spcBef>
                <a:spcPts val="0"/>
              </a:spcBef>
              <a:spcAft>
                <a:spcPts val="900"/>
              </a:spcAft>
              <a:buChar char="•"/>
            </a:lvl5pPr>
            <a:lvl6pPr marL="1314450" indent="-171450">
              <a:lnSpc>
                <a:spcPct val="110000"/>
              </a:lnSpc>
              <a:spcBef>
                <a:spcPts val="0"/>
              </a:spcBef>
              <a:spcAft>
                <a:spcPts val="900"/>
              </a:spcAft>
              <a:buChar char="•"/>
            </a:lvl6pPr>
            <a:lvl7pPr marL="1543050" indent="-171450">
              <a:lnSpc>
                <a:spcPct val="110000"/>
              </a:lnSpc>
              <a:spcBef>
                <a:spcPts val="0"/>
              </a:spcBef>
              <a:spcAft>
                <a:spcPts val="900"/>
              </a:spcAft>
              <a:buChar char="•"/>
            </a:lvl7pPr>
            <a:lvl8pPr marL="1771650" indent="-171450">
              <a:lnSpc>
                <a:spcPct val="110000"/>
              </a:lnSpc>
              <a:spcBef>
                <a:spcPts val="0"/>
              </a:spcBef>
              <a:spcAft>
                <a:spcPts val="900"/>
              </a:spcAft>
              <a:buChar char="•"/>
            </a:lvl8pPr>
            <a:lvl9pPr marL="2000250" indent="-171450">
              <a:lnSpc>
                <a:spcPct val="110000"/>
              </a:lnSpc>
              <a:spcBef>
                <a:spcPts val="0"/>
              </a:spcBef>
              <a:spcAft>
                <a:spcPts val="900"/>
              </a:spcAft>
              <a:buChar char="•"/>
            </a:lvl9pPr>
          </a:lstStyle>
          <a:p>
            <a:endParaRPr/>
          </a:p>
        </p:txBody>
      </p:sp>
      <p:sp>
        <p:nvSpPr>
          <p:cNvPr id="3" name="Right column">
            <a:extLst>
              <a:ext uri="{FF2B5EF4-FFF2-40B4-BE49-F238E27FC236}">
                <a16:creationId xmlns:a16="http://schemas.microsoft.com/office/drawing/2014/main" id="{C289BC3F-3D56-4D71-AA84-77B211960981}"/>
              </a:ext>
            </a:extLst>
          </p:cNvPr>
          <p:cNvSpPr>
            <a:spLocks noGrp="1"/>
          </p:cNvSpPr>
          <p:nvPr>
            <p:ph type="body" idx="2"/>
          </p:nvPr>
        </p:nvSpPr>
        <p:spPr>
          <a:xfrm>
            <a:off x="4857750" y="1428750"/>
            <a:ext cx="3771900" cy="3200400"/>
          </a:xfrm>
          <a:prstGeom prst="rect">
            <a:avLst/>
          </a:prstGeom>
          <a:noFill/>
          <a:ln>
            <a:noFill/>
            <a:prstDash val="solid"/>
          </a:ln>
        </p:spPr>
        <p:txBody>
          <a:bodyPr wrap="square" lIns="0" tIns="0" rIns="0" bIns="0" anchor="t">
            <a:normAutofit/>
          </a:bodyPr>
          <a:lstStyle>
            <a:defPPr algn="l">
              <a:defRPr sz="1575" b="0">
                <a:solidFill>
                  <a:schemeClr val="tx1"/>
                </a:solidFill>
                <a:latin typeface="+mn-lt"/>
                <a:ea typeface="+mn-lt"/>
                <a:cs typeface="+mn-lt"/>
              </a:defRPr>
            </a:defPPr>
            <a:lvl1pPr marL="171450" indent="-171450">
              <a:lnSpc>
                <a:spcPct val="110000"/>
              </a:lnSpc>
              <a:spcBef>
                <a:spcPts val="0"/>
              </a:spcBef>
              <a:spcAft>
                <a:spcPts val="900"/>
              </a:spcAft>
              <a:buChar char="•"/>
            </a:lvl1pPr>
            <a:lvl2pPr marL="400050" indent="-171450">
              <a:lnSpc>
                <a:spcPct val="110000"/>
              </a:lnSpc>
              <a:spcBef>
                <a:spcPts val="0"/>
              </a:spcBef>
              <a:spcAft>
                <a:spcPts val="900"/>
              </a:spcAft>
              <a:buChar char="•"/>
            </a:lvl2pPr>
            <a:lvl3pPr marL="628650" indent="-171450">
              <a:lnSpc>
                <a:spcPct val="110000"/>
              </a:lnSpc>
              <a:spcBef>
                <a:spcPts val="0"/>
              </a:spcBef>
              <a:spcAft>
                <a:spcPts val="900"/>
              </a:spcAft>
              <a:buChar char="•"/>
            </a:lvl3pPr>
            <a:lvl4pPr marL="857250" indent="-171450">
              <a:lnSpc>
                <a:spcPct val="110000"/>
              </a:lnSpc>
              <a:spcBef>
                <a:spcPts val="0"/>
              </a:spcBef>
              <a:spcAft>
                <a:spcPts val="900"/>
              </a:spcAft>
              <a:buChar char="•"/>
            </a:lvl4pPr>
            <a:lvl5pPr marL="1085850" indent="-171450">
              <a:lnSpc>
                <a:spcPct val="110000"/>
              </a:lnSpc>
              <a:spcBef>
                <a:spcPts val="0"/>
              </a:spcBef>
              <a:spcAft>
                <a:spcPts val="900"/>
              </a:spcAft>
              <a:buChar char="•"/>
            </a:lvl5pPr>
            <a:lvl6pPr marL="1314450" indent="-171450">
              <a:lnSpc>
                <a:spcPct val="110000"/>
              </a:lnSpc>
              <a:spcBef>
                <a:spcPts val="0"/>
              </a:spcBef>
              <a:spcAft>
                <a:spcPts val="900"/>
              </a:spcAft>
              <a:buChar char="•"/>
            </a:lvl6pPr>
            <a:lvl7pPr marL="1543050" indent="-171450">
              <a:lnSpc>
                <a:spcPct val="110000"/>
              </a:lnSpc>
              <a:spcBef>
                <a:spcPts val="0"/>
              </a:spcBef>
              <a:spcAft>
                <a:spcPts val="900"/>
              </a:spcAft>
              <a:buChar char="•"/>
            </a:lvl7pPr>
            <a:lvl8pPr marL="1771650" indent="-171450">
              <a:lnSpc>
                <a:spcPct val="110000"/>
              </a:lnSpc>
              <a:spcBef>
                <a:spcPts val="0"/>
              </a:spcBef>
              <a:spcAft>
                <a:spcPts val="900"/>
              </a:spcAft>
              <a:buChar char="•"/>
            </a:lvl8pPr>
            <a:lvl9pPr marL="2000250" indent="-171450">
              <a:lnSpc>
                <a:spcPct val="110000"/>
              </a:lnSpc>
              <a:spcBef>
                <a:spcPts val="0"/>
              </a:spcBef>
              <a:spcAft>
                <a:spcPts val="9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192EEC0-544B-4BCF-825C-2281E5878D01}"/>
              </a:ext>
            </a:extLst>
          </p:cNvPr>
          <p:cNvSpPr>
            <a:spLocks noGrp="1"/>
          </p:cNvSpPr>
          <p:nvPr>
            <p:ph type="title"/>
          </p:nvPr>
        </p:nvSpPr>
        <p:spPr>
          <a:xfrm>
            <a:off x="514350" y="400050"/>
            <a:ext cx="8115300" cy="628650"/>
          </a:xfrm>
          <a:prstGeom prst="rect">
            <a:avLst/>
          </a:prstGeom>
          <a:noFill/>
          <a:ln>
            <a:noFill/>
            <a:prstDash val="solid"/>
          </a:ln>
        </p:spPr>
        <p:txBody>
          <a:bodyPr wrap="square" lIns="0" tIns="0" rIns="0" bIns="0" anchor="t">
            <a:normAutofit/>
          </a:bodyPr>
          <a:lstStyle>
            <a:defPPr algn="l">
              <a:defRPr sz="247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4B04064D-26FB-4BB8-AA94-094DF63819C9}"/>
              </a:ext>
            </a:extLst>
          </p:cNvPr>
          <p:cNvSpPr>
            <a:spLocks noGrp="1"/>
          </p:cNvSpPr>
          <p:nvPr>
            <p:ph type="body" idx="1"/>
          </p:nvPr>
        </p:nvSpPr>
        <p:spPr>
          <a:xfrm>
            <a:off x="514350" y="1428750"/>
            <a:ext cx="3771900" cy="3200400"/>
          </a:xfrm>
          <a:prstGeom prst="rect">
            <a:avLst/>
          </a:prstGeom>
          <a:noFill/>
          <a:ln>
            <a:noFill/>
            <a:prstDash val="solid"/>
          </a:ln>
        </p:spPr>
        <p:txBody>
          <a:bodyPr wrap="square" lIns="0" tIns="0" rIns="0" bIns="0" anchor="t">
            <a:normAutofit/>
          </a:bodyPr>
          <a:lstStyle>
            <a:defPPr algn="l">
              <a:defRPr sz="1688" b="0">
                <a:solidFill>
                  <a:schemeClr val="tx1"/>
                </a:solidFill>
                <a:latin typeface="+mn-lt"/>
                <a:ea typeface="+mn-lt"/>
                <a:cs typeface="+mn-lt"/>
              </a:defRPr>
            </a:defPPr>
            <a:lvl1pPr marL="171450" indent="-171450">
              <a:lnSpc>
                <a:spcPct val="110000"/>
              </a:lnSpc>
              <a:spcBef>
                <a:spcPts val="0"/>
              </a:spcBef>
              <a:spcAft>
                <a:spcPts val="900"/>
              </a:spcAft>
              <a:buChar char="•"/>
            </a:lvl1pPr>
            <a:lvl2pPr marL="400050" indent="-171450">
              <a:lnSpc>
                <a:spcPct val="110000"/>
              </a:lnSpc>
              <a:spcBef>
                <a:spcPts val="0"/>
              </a:spcBef>
              <a:spcAft>
                <a:spcPts val="900"/>
              </a:spcAft>
              <a:buChar char="•"/>
            </a:lvl2pPr>
            <a:lvl3pPr marL="628650" indent="-171450">
              <a:lnSpc>
                <a:spcPct val="110000"/>
              </a:lnSpc>
              <a:spcBef>
                <a:spcPts val="0"/>
              </a:spcBef>
              <a:spcAft>
                <a:spcPts val="900"/>
              </a:spcAft>
              <a:buChar char="•"/>
            </a:lvl3pPr>
            <a:lvl4pPr marL="857250" indent="-171450">
              <a:lnSpc>
                <a:spcPct val="110000"/>
              </a:lnSpc>
              <a:spcBef>
                <a:spcPts val="0"/>
              </a:spcBef>
              <a:spcAft>
                <a:spcPts val="900"/>
              </a:spcAft>
              <a:buChar char="•"/>
            </a:lvl4pPr>
            <a:lvl5pPr marL="1085850" indent="-171450">
              <a:lnSpc>
                <a:spcPct val="110000"/>
              </a:lnSpc>
              <a:spcBef>
                <a:spcPts val="0"/>
              </a:spcBef>
              <a:spcAft>
                <a:spcPts val="900"/>
              </a:spcAft>
              <a:buChar char="•"/>
            </a:lvl5pPr>
            <a:lvl6pPr marL="1314450" indent="-171450">
              <a:lnSpc>
                <a:spcPct val="110000"/>
              </a:lnSpc>
              <a:spcBef>
                <a:spcPts val="0"/>
              </a:spcBef>
              <a:spcAft>
                <a:spcPts val="900"/>
              </a:spcAft>
              <a:buChar char="•"/>
            </a:lvl6pPr>
            <a:lvl7pPr marL="1543050" indent="-171450">
              <a:lnSpc>
                <a:spcPct val="110000"/>
              </a:lnSpc>
              <a:spcBef>
                <a:spcPts val="0"/>
              </a:spcBef>
              <a:spcAft>
                <a:spcPts val="900"/>
              </a:spcAft>
              <a:buChar char="•"/>
            </a:lvl7pPr>
            <a:lvl8pPr marL="1771650" indent="-171450">
              <a:lnSpc>
                <a:spcPct val="110000"/>
              </a:lnSpc>
              <a:spcBef>
                <a:spcPts val="0"/>
              </a:spcBef>
              <a:spcAft>
                <a:spcPts val="900"/>
              </a:spcAft>
              <a:buChar char="•"/>
            </a:lvl8pPr>
            <a:lvl9pPr marL="2000250" indent="-171450">
              <a:lnSpc>
                <a:spcPct val="110000"/>
              </a:lnSpc>
              <a:spcBef>
                <a:spcPts val="0"/>
              </a:spcBef>
              <a:spcAft>
                <a:spcPts val="9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hyperlink" Target="https://www.jmbc.co.kr/news/view/68182" TargetMode="External"/></Relationships>
</file>

<file path=ppt/slides/_rels/slide6.xml.rels><?xml version="1.0" encoding="UTF-8" standalone="yes"?>
<Relationships xmlns="http://schemas.openxmlformats.org/package/2006/relationships"><Relationship Id="rId8" Type="http://schemas.openxmlformats.org/officeDocument/2006/relationships/hyperlink" Target="https://www.cctoday.co.kr/news/articleView.html?idxno=2233033" TargetMode="External"/><Relationship Id="rId3" Type="http://schemas.openxmlformats.org/officeDocument/2006/relationships/image" Target="../media/image5.png"/><Relationship Id="rId7"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6.xml"/><Relationship Id="rId6" Type="http://schemas.openxmlformats.org/officeDocument/2006/relationships/image" Target="../media/image3.png"/><Relationship Id="rId11" Type="http://schemas.openxmlformats.org/officeDocument/2006/relationships/hyperlink" Target="https://magazine.hankyung.com/business/article/202607168245b" TargetMode="External"/><Relationship Id="rId5" Type="http://schemas.openxmlformats.org/officeDocument/2006/relationships/hyperlink" Target="https://www.bubb.co.kr/news/articleView.html?idxno=4550" TargetMode="External"/><Relationship Id="rId10" Type="http://schemas.openxmlformats.org/officeDocument/2006/relationships/image" Target="../media/image10.jpeg"/><Relationship Id="rId4" Type="http://schemas.openxmlformats.org/officeDocument/2006/relationships/image" Target="../media/image7.jpeg"/><Relationship Id="rId9"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12.jpe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30.png"/><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5.png"/><Relationship Id="rId7" Type="http://schemas.openxmlformats.org/officeDocument/2006/relationships/image" Target="../media/image33.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13.png"/><Relationship Id="rId5" Type="http://schemas.openxmlformats.org/officeDocument/2006/relationships/image" Target="../media/image32.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35.png"/><Relationship Id="rId5" Type="http://schemas.openxmlformats.org/officeDocument/2006/relationships/image" Target="../media/image27.png"/><Relationship Id="rId4" Type="http://schemas.openxmlformats.org/officeDocument/2006/relationships/image" Target="../media/image20.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0" name="Template artwork 10000"/>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01" name="Template artwork 10001"/>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02" name="Template artwork 10002"/>
          <p:cNvSpPr>
            <a:spLocks noGrp="1"/>
          </p:cNvSpPr>
          <p:nvPr/>
        </p:nvSpPr>
        <p:spPr>
          <a:xfrm>
            <a:off x="3333750" y="1409700"/>
            <a:ext cx="2476500" cy="2476500"/>
          </a:xfrm>
          <a:prstGeom prst="ellipse">
            <a:avLst/>
          </a:prstGeom>
          <a:solidFill>
            <a:srgbClr val="6BBADD"/>
          </a:solidFill>
          <a:ln w="19050" cap="flat" cmpd="sng">
            <a:solidFill>
              <a:srgbClr val="6BBADD"/>
            </a:solidFill>
            <a:prstDash val="solid"/>
            <a:round/>
          </a:ln>
        </p:spPr>
        <p:txBody>
          <a:bodyPr/>
          <a:lstStyle/>
          <a:p>
            <a:endParaRPr/>
          </a:p>
        </p:txBody>
      </p:sp>
      <p:sp>
        <p:nvSpPr>
          <p:cNvPr id="6" name="1">
            <a:extLst>
              <a:ext uri="{FF2B5EF4-FFF2-40B4-BE49-F238E27FC236}">
                <a16:creationId xmlns:a16="http://schemas.microsoft.com/office/drawing/2014/main" id="{4C06BA6C-D750-4A6E-8801-F3319C0D44C7}"/>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1</a:t>
            </a:r>
          </a:p>
        </p:txBody>
      </p:sp>
      <p:sp>
        <p:nvSpPr>
          <p:cNvPr id="2" name="명문가">
            <a:extLst>
              <a:ext uri="{FF2B5EF4-FFF2-40B4-BE49-F238E27FC236}">
                <a16:creationId xmlns:a16="http://schemas.microsoft.com/office/drawing/2014/main" id="{48835013-D323-4806-BD02-EAC9F13F4139}"/>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아버지와의 통화">
            <a:extLst>
              <a:ext uri="{FF2B5EF4-FFF2-40B4-BE49-F238E27FC236}">
                <a16:creationId xmlns:a16="http://schemas.microsoft.com/office/drawing/2014/main" id="{EE5A402B-315C-4273-9C3E-56342CB1BC44}"/>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아버지와의 통화</a:t>
            </a:r>
          </a:p>
        </p:txBody>
      </p:sp>
      <p:pic>
        <p:nvPicPr>
          <p:cNvPr id="4" name="그림 3">
            <a:extLst>
              <a:ext uri="{FF2B5EF4-FFF2-40B4-BE49-F238E27FC236}">
                <a16:creationId xmlns:a16="http://schemas.microsoft.com/office/drawing/2014/main" id="{2B6E5A26-2D75-47BD-B968-1D15E8DB42D7}"/>
              </a:ext>
            </a:extLst>
          </p:cNvPr>
          <p:cNvPicPr>
            <a:picLocks noChangeAspect="1"/>
          </p:cNvPicPr>
          <p:nvPr/>
        </p:nvPicPr>
        <p:blipFill>
          <a:blip r:embed="rId3"/>
          <a:stretch/>
        </p:blipFill>
        <p:spPr>
          <a:xfrm>
            <a:off x="3878580" y="1954530"/>
            <a:ext cx="1386840" cy="1386840"/>
          </a:xfrm>
          <a:prstGeom prst="rect">
            <a:avLst/>
          </a:prstGeom>
        </p:spPr>
      </p:pic>
      <p:sp>
        <p:nvSpPr>
          <p:cNvPr id="5" name="통화 녹음">
            <a:extLst>
              <a:ext uri="{FF2B5EF4-FFF2-40B4-BE49-F238E27FC236}">
                <a16:creationId xmlns:a16="http://schemas.microsoft.com/office/drawing/2014/main" id="{D6E3D3E8-E972-47DC-B21E-69EEF56DE979}"/>
              </a:ext>
            </a:extLst>
          </p:cNvPr>
          <p:cNvSpPr>
            <a:spLocks noGrp="1"/>
          </p:cNvSpPr>
          <p:nvPr/>
        </p:nvSpPr>
        <p:spPr>
          <a:xfrm>
            <a:off x="438150" y="4200525"/>
            <a:ext cx="8267700" cy="333375"/>
          </a:xfrm>
          <a:prstGeom prst="rect">
            <a:avLst/>
          </a:prstGeom>
          <a:noFill/>
          <a:ln w="0">
            <a:noFill/>
          </a:ln>
        </p:spPr>
        <p:txBody>
          <a:bodyPr wrap="none" lIns="0" tIns="0" rIns="0" bIns="0" anchor="t">
            <a:noAutofit/>
          </a:bodyPr>
          <a:lstStyle>
            <a:defPPr algn="ctr">
              <a:defRPr sz="1725" b="0">
                <a:solidFill>
                  <a:srgbClr val="626262"/>
                </a:solidFill>
                <a:latin typeface="Noto Sans KR"/>
                <a:ea typeface="Noto Sans KR"/>
                <a:cs typeface="Noto Sans KR"/>
              </a:defRPr>
            </a:defPPr>
          </a:lstStyle>
          <a:p>
            <a:pPr algn="ctr">
              <a:defRPr sz="1725" b="0">
                <a:solidFill>
                  <a:srgbClr val="626262"/>
                </a:solidFill>
                <a:latin typeface="Noto Sans KR"/>
                <a:ea typeface="Noto Sans KR"/>
                <a:cs typeface="Noto Sans KR"/>
              </a:defRPr>
            </a:pPr>
            <a:r>
              <a:rPr sz="1725" b="0">
                <a:solidFill>
                  <a:srgbClr val="626262"/>
                </a:solidFill>
                <a:latin typeface="Noto Sans KR"/>
                <a:ea typeface="Noto Sans KR"/>
                <a:cs typeface="Noto Sans KR"/>
              </a:rPr>
              <a:t>통화 녹음</a:t>
            </a:r>
          </a:p>
        </p:txBody>
      </p:sp>
    </p:spTree>
    <p:extLst>
      <p:ext uri="{BB962C8B-B14F-4D97-AF65-F5344CB8AC3E}">
        <p14:creationId xmlns:p14="http://schemas.microsoft.com/office/powerpoint/2010/main" val="9728386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83E35"/>
        </a:solidFill>
        <a:effectLst/>
      </p:bgPr>
    </p:bg>
    <p:spTree>
      <p:nvGrpSpPr>
        <p:cNvPr id="1" name=""/>
        <p:cNvGrpSpPr/>
        <p:nvPr/>
      </p:nvGrpSpPr>
      <p:grpSpPr>
        <a:xfrm>
          <a:off x="0" y="0"/>
          <a:ext cx="0" cy="0"/>
          <a:chOff x="0" y="0"/>
          <a:chExt cx="0" cy="0"/>
        </a:xfrm>
      </p:grpSpPr>
      <p:sp>
        <p:nvSpPr>
          <p:cNvPr id="2" name="여러분의 종중은 안녕하십니까?">
            <a:extLst>
              <a:ext uri="{FF2B5EF4-FFF2-40B4-BE49-F238E27FC236}">
                <a16:creationId xmlns:a16="http://schemas.microsoft.com/office/drawing/2014/main" id="{775C09C3-0EC4-45EF-B46D-1B87BFCC77A3}"/>
              </a:ext>
            </a:extLst>
          </p:cNvPr>
          <p:cNvSpPr>
            <a:spLocks noGrp="1"/>
          </p:cNvSpPr>
          <p:nvPr/>
        </p:nvSpPr>
        <p:spPr>
          <a:xfrm>
            <a:off x="571500" y="1378744"/>
            <a:ext cx="8001000" cy="1914525"/>
          </a:xfrm>
          <a:prstGeom prst="rect">
            <a:avLst/>
          </a:prstGeom>
          <a:noFill/>
          <a:ln w="0">
            <a:noFill/>
          </a:ln>
        </p:spPr>
        <p:txBody>
          <a:bodyPr wrap="none" lIns="0" tIns="0" rIns="0" bIns="0" anchor="t">
            <a:noAutofit/>
          </a:bodyPr>
          <a:lstStyle>
            <a:defPPr algn="l">
              <a:defRPr sz="6000" b="1">
                <a:solidFill>
                  <a:srgbClr val="F5F2E9"/>
                </a:solidFill>
                <a:latin typeface="Noto Sans KR"/>
                <a:ea typeface="Noto Sans KR"/>
                <a:cs typeface="Noto Sans KR"/>
              </a:defRPr>
            </a:defPPr>
          </a:lstStyle>
          <a:p>
            <a:pPr defTabSz="685800">
              <a:defRPr sz="6000" b="1">
                <a:solidFill>
                  <a:srgbClr val="F5F2E9"/>
                </a:solidFill>
                <a:latin typeface="Noto Sans KR"/>
                <a:ea typeface="Noto Sans KR"/>
                <a:cs typeface="Noto Sans KR"/>
              </a:defRPr>
            </a:pPr>
            <a:r>
              <a:rPr sz="4500" b="1" dirty="0" err="1">
                <a:solidFill>
                  <a:srgbClr val="F5F2E9"/>
                </a:solidFill>
                <a:latin typeface="Noto Sans KR"/>
                <a:ea typeface="Noto Sans KR"/>
                <a:cs typeface="Noto Sans KR"/>
              </a:rPr>
              <a:t>여러분의</a:t>
            </a:r>
            <a:r>
              <a:rPr sz="4500" b="1" dirty="0">
                <a:solidFill>
                  <a:srgbClr val="F5F2E9"/>
                </a:solidFill>
                <a:latin typeface="Noto Sans KR"/>
                <a:ea typeface="Noto Sans KR"/>
                <a:cs typeface="Noto Sans KR"/>
              </a:rPr>
              <a:t> </a:t>
            </a:r>
            <a:r>
              <a:rPr sz="4500" b="1" dirty="0" err="1">
                <a:solidFill>
                  <a:srgbClr val="F5F2E9"/>
                </a:solidFill>
                <a:latin typeface="Noto Sans KR"/>
                <a:ea typeface="Noto Sans KR"/>
                <a:cs typeface="Noto Sans KR"/>
              </a:rPr>
              <a:t>종중은</a:t>
            </a:r>
            <a:endParaRPr sz="4500" b="1" dirty="0">
              <a:solidFill>
                <a:srgbClr val="F5F2E9"/>
              </a:solidFill>
              <a:latin typeface="Noto Sans KR"/>
              <a:ea typeface="Noto Sans KR"/>
              <a:cs typeface="Noto Sans KR"/>
            </a:endParaRPr>
          </a:p>
          <a:p>
            <a:pPr defTabSz="685800">
              <a:defRPr sz="6000" b="1">
                <a:solidFill>
                  <a:srgbClr val="F5F2E9"/>
                </a:solidFill>
                <a:latin typeface="Noto Sans KR"/>
                <a:ea typeface="Noto Sans KR"/>
                <a:cs typeface="Noto Sans KR"/>
              </a:defRPr>
            </a:pPr>
            <a:r>
              <a:rPr sz="8000" b="1" dirty="0" err="1">
                <a:solidFill>
                  <a:srgbClr val="FF0000"/>
                </a:solidFill>
                <a:latin typeface="Noto Sans KR"/>
                <a:ea typeface="Noto Sans KR"/>
                <a:cs typeface="Noto Sans KR"/>
              </a:rPr>
              <a:t>안녕</a:t>
            </a:r>
            <a:r>
              <a:rPr sz="8000" b="1" dirty="0" err="1">
                <a:solidFill>
                  <a:srgbClr val="F5F2E9"/>
                </a:solidFill>
                <a:latin typeface="Noto Sans KR"/>
                <a:ea typeface="Noto Sans KR"/>
                <a:cs typeface="Noto Sans KR"/>
              </a:rPr>
              <a:t>하십니까</a:t>
            </a:r>
            <a:r>
              <a:rPr sz="8000" b="1" dirty="0">
                <a:solidFill>
                  <a:srgbClr val="F5F2E9"/>
                </a:solidFill>
                <a:latin typeface="Noto Sans KR"/>
                <a:ea typeface="Noto Sans KR"/>
                <a:cs typeface="Noto Sans KR"/>
              </a:rPr>
              <a:t>?</a:t>
            </a:r>
          </a:p>
        </p:txBody>
      </p:sp>
    </p:spTree>
    <p:extLst>
      <p:ext uri="{BB962C8B-B14F-4D97-AF65-F5344CB8AC3E}">
        <p14:creationId xmlns:p14="http://schemas.microsoft.com/office/powerpoint/2010/main" val="10457913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2E9"/>
        </a:solidFill>
        <a:effectLst/>
      </p:bgPr>
    </p:bg>
    <p:spTree>
      <p:nvGrpSpPr>
        <p:cNvPr id="1" name=""/>
        <p:cNvGrpSpPr/>
        <p:nvPr/>
      </p:nvGrpSpPr>
      <p:grpSpPr>
        <a:xfrm>
          <a:off x="0" y="0"/>
          <a:ext cx="0" cy="0"/>
          <a:chOff x="0" y="0"/>
          <a:chExt cx="0" cy="0"/>
        </a:xfrm>
      </p:grpSpPr>
      <p:sp>
        <p:nvSpPr>
          <p:cNvPr id="3" name="전주이씨 임영대군파종중">
            <a:extLst>
              <a:ext uri="{FF2B5EF4-FFF2-40B4-BE49-F238E27FC236}">
                <a16:creationId xmlns:a16="http://schemas.microsoft.com/office/drawing/2014/main" id="{6EABEF4E-F729-42B0-8D33-58097E790497}"/>
              </a:ext>
            </a:extLst>
          </p:cNvPr>
          <p:cNvSpPr>
            <a:spLocks noGrp="1"/>
          </p:cNvSpPr>
          <p:nvPr/>
        </p:nvSpPr>
        <p:spPr>
          <a:xfrm>
            <a:off x="891862" y="1369084"/>
            <a:ext cx="7360276" cy="1157288"/>
          </a:xfrm>
          <a:prstGeom prst="rect">
            <a:avLst/>
          </a:prstGeom>
          <a:noFill/>
          <a:ln w="0">
            <a:noFill/>
          </a:ln>
        </p:spPr>
        <p:txBody>
          <a:bodyPr wrap="none" lIns="0" tIns="0" rIns="0" bIns="0" anchor="t">
            <a:noAutofit/>
          </a:bodyPr>
          <a:lstStyle>
            <a:defPPr algn="l">
              <a:defRPr sz="3450" b="1">
                <a:solidFill>
                  <a:srgbClr val="183E35"/>
                </a:solidFill>
                <a:latin typeface="Noto Sans KR"/>
                <a:ea typeface="Noto Sans KR"/>
                <a:cs typeface="Noto Sans KR"/>
              </a:defRPr>
            </a:defPPr>
          </a:lstStyle>
          <a:p>
            <a:pPr algn="ctr" defTabSz="685800">
              <a:defRPr sz="3450" b="1">
                <a:solidFill>
                  <a:srgbClr val="183E35"/>
                </a:solidFill>
                <a:latin typeface="Noto Sans KR"/>
                <a:ea typeface="Noto Sans KR"/>
                <a:cs typeface="Noto Sans KR"/>
              </a:defRPr>
            </a:pPr>
            <a:r>
              <a:rPr sz="4400" b="1" dirty="0" err="1">
                <a:solidFill>
                  <a:srgbClr val="183E35"/>
                </a:solidFill>
                <a:latin typeface="Noto Sans KR"/>
                <a:ea typeface="Noto Sans KR"/>
                <a:cs typeface="Noto Sans KR"/>
              </a:rPr>
              <a:t>전주이씨</a:t>
            </a:r>
            <a:r>
              <a:rPr lang="en-US" sz="4400" b="1" dirty="0">
                <a:solidFill>
                  <a:srgbClr val="183E35"/>
                </a:solidFill>
                <a:latin typeface="Noto Sans KR"/>
                <a:ea typeface="Noto Sans KR"/>
                <a:cs typeface="Noto Sans KR"/>
              </a:rPr>
              <a:t> </a:t>
            </a:r>
            <a:r>
              <a:rPr sz="4400" b="1" dirty="0" err="1">
                <a:solidFill>
                  <a:srgbClr val="183E35"/>
                </a:solidFill>
                <a:latin typeface="Noto Sans KR"/>
                <a:ea typeface="Noto Sans KR"/>
                <a:cs typeface="Noto Sans KR"/>
              </a:rPr>
              <a:t>임영대군파종중</a:t>
            </a:r>
            <a:endParaRPr sz="4400" b="1" dirty="0">
              <a:solidFill>
                <a:srgbClr val="183E35"/>
              </a:solidFill>
              <a:latin typeface="Noto Sans KR"/>
              <a:ea typeface="Noto Sans KR"/>
              <a:cs typeface="Noto Sans KR"/>
            </a:endParaRPr>
          </a:p>
        </p:txBody>
      </p:sp>
    </p:spTree>
    <p:extLst>
      <p:ext uri="{BB962C8B-B14F-4D97-AF65-F5344CB8AC3E}">
        <p14:creationId xmlns:p14="http://schemas.microsoft.com/office/powerpoint/2010/main" val="12894989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8" name="Template artwork 10008"/>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09" name="Template artwork 10009"/>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10" name="Template artwork 10010"/>
          <p:cNvSpPr>
            <a:spLocks noGrp="1"/>
          </p:cNvSpPr>
          <p:nvPr/>
        </p:nvSpPr>
        <p:spPr>
          <a:xfrm>
            <a:off x="542925" y="1581150"/>
            <a:ext cx="1428750" cy="1428750"/>
          </a:xfrm>
          <a:prstGeom prst="ellipse">
            <a:avLst/>
          </a:prstGeom>
          <a:solidFill>
            <a:srgbClr val="6BBADD"/>
          </a:solidFill>
          <a:ln w="19050" cap="flat" cmpd="sng">
            <a:solidFill>
              <a:srgbClr val="6BBADD"/>
            </a:solidFill>
            <a:prstDash val="solid"/>
            <a:round/>
          </a:ln>
        </p:spPr>
        <p:txBody>
          <a:bodyPr/>
          <a:lstStyle/>
          <a:p>
            <a:endParaRPr/>
          </a:p>
        </p:txBody>
      </p:sp>
      <p:sp>
        <p:nvSpPr>
          <p:cNvPr id="10011" name="Template artwork 10011"/>
          <p:cNvSpPr>
            <a:spLocks noGrp="1"/>
          </p:cNvSpPr>
          <p:nvPr/>
        </p:nvSpPr>
        <p:spPr>
          <a:xfrm>
            <a:off x="2752725" y="1581150"/>
            <a:ext cx="1428750" cy="1428750"/>
          </a:xfrm>
          <a:prstGeom prst="ellipse">
            <a:avLst/>
          </a:prstGeom>
          <a:solidFill>
            <a:srgbClr val="EEAD2A"/>
          </a:solidFill>
          <a:ln w="19050" cap="flat" cmpd="sng">
            <a:solidFill>
              <a:srgbClr val="EEAD2A"/>
            </a:solidFill>
            <a:prstDash val="solid"/>
            <a:round/>
          </a:ln>
        </p:spPr>
        <p:txBody>
          <a:bodyPr/>
          <a:lstStyle/>
          <a:p>
            <a:endParaRPr/>
          </a:p>
        </p:txBody>
      </p:sp>
      <p:sp>
        <p:nvSpPr>
          <p:cNvPr id="10012" name="Template artwork 10012"/>
          <p:cNvSpPr>
            <a:spLocks noGrp="1"/>
          </p:cNvSpPr>
          <p:nvPr/>
        </p:nvSpPr>
        <p:spPr>
          <a:xfrm>
            <a:off x="4962525" y="1581150"/>
            <a:ext cx="1428750" cy="1428750"/>
          </a:xfrm>
          <a:prstGeom prst="ellipse">
            <a:avLst/>
          </a:prstGeom>
          <a:solidFill>
            <a:srgbClr val="ABCA48"/>
          </a:solidFill>
          <a:ln w="19050" cap="flat" cmpd="sng">
            <a:solidFill>
              <a:srgbClr val="ABCA48"/>
            </a:solidFill>
            <a:prstDash val="solid"/>
            <a:round/>
          </a:ln>
        </p:spPr>
        <p:txBody>
          <a:bodyPr/>
          <a:lstStyle/>
          <a:p>
            <a:endParaRPr/>
          </a:p>
        </p:txBody>
      </p:sp>
      <p:sp>
        <p:nvSpPr>
          <p:cNvPr id="10013" name="Template artwork 10013"/>
          <p:cNvSpPr>
            <a:spLocks noGrp="1"/>
          </p:cNvSpPr>
          <p:nvPr/>
        </p:nvSpPr>
        <p:spPr>
          <a:xfrm>
            <a:off x="7172325" y="1581150"/>
            <a:ext cx="1428750" cy="1428750"/>
          </a:xfrm>
          <a:prstGeom prst="ellipse">
            <a:avLst/>
          </a:prstGeom>
          <a:solidFill>
            <a:srgbClr val="D05258"/>
          </a:solidFill>
          <a:ln w="19050" cap="flat" cmpd="sng">
            <a:solidFill>
              <a:srgbClr val="D05258"/>
            </a:solidFill>
            <a:prstDash val="solid"/>
            <a:round/>
          </a:ln>
        </p:spPr>
        <p:txBody>
          <a:bodyPr/>
          <a:lstStyle/>
          <a:p>
            <a:endParaRPr/>
          </a:p>
        </p:txBody>
      </p:sp>
      <p:sp>
        <p:nvSpPr>
          <p:cNvPr id="12" name="4">
            <a:extLst>
              <a:ext uri="{FF2B5EF4-FFF2-40B4-BE49-F238E27FC236}">
                <a16:creationId xmlns:a16="http://schemas.microsoft.com/office/drawing/2014/main" id="{74ABE93D-B737-4D68-8997-11130D3E34A2}"/>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4</a:t>
            </a:r>
          </a:p>
        </p:txBody>
      </p:sp>
      <p:sp>
        <p:nvSpPr>
          <p:cNvPr id="2" name="명문가">
            <a:extLst>
              <a:ext uri="{FF2B5EF4-FFF2-40B4-BE49-F238E27FC236}">
                <a16:creationId xmlns:a16="http://schemas.microsoft.com/office/drawing/2014/main" id="{45F38CCE-2D52-4F73-97BC-A25CBA465B10}"/>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종중">
            <a:extLst>
              <a:ext uri="{FF2B5EF4-FFF2-40B4-BE49-F238E27FC236}">
                <a16:creationId xmlns:a16="http://schemas.microsoft.com/office/drawing/2014/main" id="{040F798E-1190-42D9-96D1-548DD0265770}"/>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종중</a:t>
            </a:r>
          </a:p>
        </p:txBody>
      </p:sp>
      <p:pic>
        <p:nvPicPr>
          <p:cNvPr id="4" name="그림 3">
            <a:extLst>
              <a:ext uri="{FF2B5EF4-FFF2-40B4-BE49-F238E27FC236}">
                <a16:creationId xmlns:a16="http://schemas.microsoft.com/office/drawing/2014/main" id="{A8BED776-5015-426B-AB97-7FA21251D4CE}"/>
              </a:ext>
            </a:extLst>
          </p:cNvPr>
          <p:cNvPicPr>
            <a:picLocks noChangeAspect="1"/>
          </p:cNvPicPr>
          <p:nvPr/>
        </p:nvPicPr>
        <p:blipFill>
          <a:blip r:embed="rId3"/>
          <a:stretch/>
        </p:blipFill>
        <p:spPr>
          <a:xfrm>
            <a:off x="857250" y="1895475"/>
            <a:ext cx="800100" cy="800100"/>
          </a:xfrm>
          <a:prstGeom prst="rect">
            <a:avLst/>
          </a:prstGeom>
        </p:spPr>
      </p:pic>
      <p:sp>
        <p:nvSpPr>
          <p:cNvPr id="5" name="뿌리">
            <a:extLst>
              <a:ext uri="{FF2B5EF4-FFF2-40B4-BE49-F238E27FC236}">
                <a16:creationId xmlns:a16="http://schemas.microsoft.com/office/drawing/2014/main" id="{00A8C668-9A3C-4A08-BC24-A0AC6C76E501}"/>
              </a:ext>
            </a:extLst>
          </p:cNvPr>
          <p:cNvSpPr>
            <a:spLocks noGrp="1"/>
          </p:cNvSpPr>
          <p:nvPr/>
        </p:nvSpPr>
        <p:spPr>
          <a:xfrm>
            <a:off x="276225" y="3400425"/>
            <a:ext cx="1962150" cy="476250"/>
          </a:xfrm>
          <a:prstGeom prst="rect">
            <a:avLst/>
          </a:prstGeom>
          <a:noFill/>
          <a:ln w="0">
            <a:noFill/>
          </a:ln>
        </p:spPr>
        <p:txBody>
          <a:bodyPr wrap="none" lIns="0" tIns="0" rIns="0" bIns="0" anchor="t">
            <a:noAutofit/>
          </a:bodyPr>
          <a:lstStyle>
            <a:defPPr algn="ctr">
              <a:defRPr sz="2025" b="0">
                <a:solidFill>
                  <a:srgbClr val="626262"/>
                </a:solidFill>
                <a:latin typeface="Noto Sans KR"/>
                <a:ea typeface="Noto Sans KR"/>
                <a:cs typeface="Noto Sans KR"/>
              </a:defRPr>
            </a:defPPr>
          </a:lstStyle>
          <a:p>
            <a:pPr algn="ctr">
              <a:defRPr sz="2025" b="0">
                <a:solidFill>
                  <a:srgbClr val="626262"/>
                </a:solidFill>
                <a:latin typeface="Noto Sans KR"/>
                <a:ea typeface="Noto Sans KR"/>
                <a:cs typeface="Noto Sans KR"/>
              </a:defRPr>
            </a:pPr>
            <a:r>
              <a:rPr sz="2025" b="0">
                <a:solidFill>
                  <a:srgbClr val="626262"/>
                </a:solidFill>
                <a:latin typeface="Noto Sans KR"/>
                <a:ea typeface="Noto Sans KR"/>
                <a:cs typeface="Noto Sans KR"/>
              </a:rPr>
              <a:t>뿌리</a:t>
            </a:r>
          </a:p>
        </p:txBody>
      </p:sp>
      <p:pic>
        <p:nvPicPr>
          <p:cNvPr id="6" name="그림 5">
            <a:extLst>
              <a:ext uri="{FF2B5EF4-FFF2-40B4-BE49-F238E27FC236}">
                <a16:creationId xmlns:a16="http://schemas.microsoft.com/office/drawing/2014/main" id="{5C6623DB-E37A-458C-AFA8-E2BC1D575A06}"/>
              </a:ext>
            </a:extLst>
          </p:cNvPr>
          <p:cNvPicPr>
            <a:picLocks noChangeAspect="1"/>
          </p:cNvPicPr>
          <p:nvPr/>
        </p:nvPicPr>
        <p:blipFill>
          <a:blip r:embed="rId4"/>
          <a:stretch/>
        </p:blipFill>
        <p:spPr>
          <a:xfrm>
            <a:off x="3067050" y="1895475"/>
            <a:ext cx="800100" cy="800100"/>
          </a:xfrm>
          <a:prstGeom prst="rect">
            <a:avLst/>
          </a:prstGeom>
        </p:spPr>
      </p:pic>
      <p:sp>
        <p:nvSpPr>
          <p:cNvPr id="7" name="공동재산">
            <a:extLst>
              <a:ext uri="{FF2B5EF4-FFF2-40B4-BE49-F238E27FC236}">
                <a16:creationId xmlns:a16="http://schemas.microsoft.com/office/drawing/2014/main" id="{369F22D0-94A0-4EE5-9168-E2953EC5E75E}"/>
              </a:ext>
            </a:extLst>
          </p:cNvPr>
          <p:cNvSpPr>
            <a:spLocks noGrp="1"/>
          </p:cNvSpPr>
          <p:nvPr/>
        </p:nvSpPr>
        <p:spPr>
          <a:xfrm>
            <a:off x="2486025" y="3400425"/>
            <a:ext cx="1962150" cy="476250"/>
          </a:xfrm>
          <a:prstGeom prst="rect">
            <a:avLst/>
          </a:prstGeom>
          <a:noFill/>
          <a:ln w="0">
            <a:noFill/>
          </a:ln>
        </p:spPr>
        <p:txBody>
          <a:bodyPr wrap="none" lIns="0" tIns="0" rIns="0" bIns="0" anchor="t">
            <a:noAutofit/>
          </a:bodyPr>
          <a:lstStyle>
            <a:defPPr algn="ctr">
              <a:defRPr sz="2025" b="0">
                <a:solidFill>
                  <a:srgbClr val="626262"/>
                </a:solidFill>
                <a:latin typeface="Noto Sans KR"/>
                <a:ea typeface="Noto Sans KR"/>
                <a:cs typeface="Noto Sans KR"/>
              </a:defRPr>
            </a:defPPr>
          </a:lstStyle>
          <a:p>
            <a:pPr algn="ctr">
              <a:defRPr sz="2025" b="0">
                <a:solidFill>
                  <a:srgbClr val="626262"/>
                </a:solidFill>
                <a:latin typeface="Noto Sans KR"/>
                <a:ea typeface="Noto Sans KR"/>
                <a:cs typeface="Noto Sans KR"/>
              </a:defRPr>
            </a:pPr>
            <a:r>
              <a:rPr sz="2025" b="0">
                <a:solidFill>
                  <a:srgbClr val="626262"/>
                </a:solidFill>
                <a:latin typeface="Noto Sans KR"/>
                <a:ea typeface="Noto Sans KR"/>
                <a:cs typeface="Noto Sans KR"/>
              </a:rPr>
              <a:t>공동재산</a:t>
            </a:r>
          </a:p>
        </p:txBody>
      </p:sp>
      <p:pic>
        <p:nvPicPr>
          <p:cNvPr id="8" name="그림 7">
            <a:extLst>
              <a:ext uri="{FF2B5EF4-FFF2-40B4-BE49-F238E27FC236}">
                <a16:creationId xmlns:a16="http://schemas.microsoft.com/office/drawing/2014/main" id="{3CD6705E-EBD8-415C-B1AD-13FB9E4DF6B9}"/>
              </a:ext>
            </a:extLst>
          </p:cNvPr>
          <p:cNvPicPr>
            <a:picLocks noChangeAspect="1"/>
          </p:cNvPicPr>
          <p:nvPr/>
        </p:nvPicPr>
        <p:blipFill>
          <a:blip r:embed="rId5"/>
          <a:stretch/>
        </p:blipFill>
        <p:spPr>
          <a:xfrm>
            <a:off x="5276850" y="1895475"/>
            <a:ext cx="800100" cy="800100"/>
          </a:xfrm>
          <a:prstGeom prst="rect">
            <a:avLst/>
          </a:prstGeom>
        </p:spPr>
      </p:pic>
      <p:sp>
        <p:nvSpPr>
          <p:cNvPr id="9" name="기록">
            <a:extLst>
              <a:ext uri="{FF2B5EF4-FFF2-40B4-BE49-F238E27FC236}">
                <a16:creationId xmlns:a16="http://schemas.microsoft.com/office/drawing/2014/main" id="{68368B66-EC3A-4D54-9FF9-A314C745AF2C}"/>
              </a:ext>
            </a:extLst>
          </p:cNvPr>
          <p:cNvSpPr>
            <a:spLocks noGrp="1"/>
          </p:cNvSpPr>
          <p:nvPr/>
        </p:nvSpPr>
        <p:spPr>
          <a:xfrm>
            <a:off x="4695825" y="3400425"/>
            <a:ext cx="1962150" cy="476250"/>
          </a:xfrm>
          <a:prstGeom prst="rect">
            <a:avLst/>
          </a:prstGeom>
          <a:noFill/>
          <a:ln w="0">
            <a:noFill/>
          </a:ln>
        </p:spPr>
        <p:txBody>
          <a:bodyPr wrap="none" lIns="0" tIns="0" rIns="0" bIns="0" anchor="t">
            <a:noAutofit/>
          </a:bodyPr>
          <a:lstStyle>
            <a:defPPr algn="ctr">
              <a:defRPr sz="2025" b="0">
                <a:solidFill>
                  <a:srgbClr val="626262"/>
                </a:solidFill>
                <a:latin typeface="Noto Sans KR"/>
                <a:ea typeface="Noto Sans KR"/>
                <a:cs typeface="Noto Sans KR"/>
              </a:defRPr>
            </a:defPPr>
          </a:lstStyle>
          <a:p>
            <a:pPr algn="ctr">
              <a:defRPr sz="2025" b="0">
                <a:solidFill>
                  <a:srgbClr val="626262"/>
                </a:solidFill>
                <a:latin typeface="Noto Sans KR"/>
                <a:ea typeface="Noto Sans KR"/>
                <a:cs typeface="Noto Sans KR"/>
              </a:defRPr>
            </a:pPr>
            <a:r>
              <a:rPr sz="2025" b="0">
                <a:solidFill>
                  <a:srgbClr val="626262"/>
                </a:solidFill>
                <a:latin typeface="Noto Sans KR"/>
                <a:ea typeface="Noto Sans KR"/>
                <a:cs typeface="Noto Sans KR"/>
              </a:rPr>
              <a:t>기록</a:t>
            </a:r>
          </a:p>
        </p:txBody>
      </p:sp>
      <p:pic>
        <p:nvPicPr>
          <p:cNvPr id="10" name="그림 9">
            <a:extLst>
              <a:ext uri="{FF2B5EF4-FFF2-40B4-BE49-F238E27FC236}">
                <a16:creationId xmlns:a16="http://schemas.microsoft.com/office/drawing/2014/main" id="{FAF77CEB-081F-43F5-997C-68AA40F6E73F}"/>
              </a:ext>
            </a:extLst>
          </p:cNvPr>
          <p:cNvPicPr>
            <a:picLocks noChangeAspect="1"/>
          </p:cNvPicPr>
          <p:nvPr/>
        </p:nvPicPr>
        <p:blipFill>
          <a:blip r:embed="rId6"/>
          <a:stretch/>
        </p:blipFill>
        <p:spPr>
          <a:xfrm>
            <a:off x="7486650" y="1895475"/>
            <a:ext cx="800100" cy="800100"/>
          </a:xfrm>
          <a:prstGeom prst="rect">
            <a:avLst/>
          </a:prstGeom>
        </p:spPr>
      </p:pic>
      <p:sp>
        <p:nvSpPr>
          <p:cNvPr id="11" name="종원">
            <a:extLst>
              <a:ext uri="{FF2B5EF4-FFF2-40B4-BE49-F238E27FC236}">
                <a16:creationId xmlns:a16="http://schemas.microsoft.com/office/drawing/2014/main" id="{44D61334-682B-42BF-8CDD-235A49E90C69}"/>
              </a:ext>
            </a:extLst>
          </p:cNvPr>
          <p:cNvSpPr>
            <a:spLocks noGrp="1"/>
          </p:cNvSpPr>
          <p:nvPr/>
        </p:nvSpPr>
        <p:spPr>
          <a:xfrm>
            <a:off x="6905625" y="3400425"/>
            <a:ext cx="1962150" cy="476250"/>
          </a:xfrm>
          <a:prstGeom prst="rect">
            <a:avLst/>
          </a:prstGeom>
          <a:noFill/>
          <a:ln w="0">
            <a:noFill/>
          </a:ln>
        </p:spPr>
        <p:txBody>
          <a:bodyPr wrap="none" lIns="0" tIns="0" rIns="0" bIns="0" anchor="t">
            <a:noAutofit/>
          </a:bodyPr>
          <a:lstStyle>
            <a:defPPr algn="ctr">
              <a:defRPr sz="2025" b="0">
                <a:solidFill>
                  <a:srgbClr val="626262"/>
                </a:solidFill>
                <a:latin typeface="Noto Sans KR"/>
                <a:ea typeface="Noto Sans KR"/>
                <a:cs typeface="Noto Sans KR"/>
              </a:defRPr>
            </a:defPPr>
          </a:lstStyle>
          <a:p>
            <a:pPr algn="ctr">
              <a:defRPr sz="2025" b="0">
                <a:solidFill>
                  <a:srgbClr val="626262"/>
                </a:solidFill>
                <a:latin typeface="Noto Sans KR"/>
                <a:ea typeface="Noto Sans KR"/>
                <a:cs typeface="Noto Sans KR"/>
              </a:defRPr>
            </a:pPr>
            <a:r>
              <a:rPr sz="2025" b="0">
                <a:solidFill>
                  <a:srgbClr val="626262"/>
                </a:solidFill>
                <a:latin typeface="Noto Sans KR"/>
                <a:ea typeface="Noto Sans KR"/>
                <a:cs typeface="Noto Sans KR"/>
              </a:rPr>
              <a:t>종원</a:t>
            </a:r>
          </a:p>
        </p:txBody>
      </p:sp>
    </p:spTree>
    <p:extLst>
      <p:ext uri="{BB962C8B-B14F-4D97-AF65-F5344CB8AC3E}">
        <p14:creationId xmlns:p14="http://schemas.microsoft.com/office/powerpoint/2010/main" val="1825721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4" name="Template artwork 10014"/>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15" name="Template artwork 10015"/>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7" name="5">
            <a:extLst>
              <a:ext uri="{FF2B5EF4-FFF2-40B4-BE49-F238E27FC236}">
                <a16:creationId xmlns:a16="http://schemas.microsoft.com/office/drawing/2014/main" id="{D9FC2938-587A-4422-8350-6F03CCC311C7}"/>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5</a:t>
            </a:r>
          </a:p>
        </p:txBody>
      </p:sp>
      <p:sp>
        <p:nvSpPr>
          <p:cNvPr id="2" name="명문가">
            <a:extLst>
              <a:ext uri="{FF2B5EF4-FFF2-40B4-BE49-F238E27FC236}">
                <a16:creationId xmlns:a16="http://schemas.microsoft.com/office/drawing/2014/main" id="{8D969F58-72DC-46E5-9F26-C9451F3AAEA2}"/>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종중 재산 분쟁">
            <a:extLst>
              <a:ext uri="{FF2B5EF4-FFF2-40B4-BE49-F238E27FC236}">
                <a16:creationId xmlns:a16="http://schemas.microsoft.com/office/drawing/2014/main" id="{BA1B87F1-197D-42FC-8389-D101331B9B78}"/>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종중 재산 분쟁</a:t>
            </a:r>
          </a:p>
        </p:txBody>
      </p:sp>
      <p:sp>
        <p:nvSpPr>
          <p:cNvPr id="4" name="가짜 대표 땅거래 소송">
            <a:extLst>
              <a:ext uri="{FF2B5EF4-FFF2-40B4-BE49-F238E27FC236}">
                <a16:creationId xmlns:a16="http://schemas.microsoft.com/office/drawing/2014/main" id="{218D12FB-6A20-4107-92B1-7D21DB36CA06}"/>
              </a:ext>
            </a:extLst>
          </p:cNvPr>
          <p:cNvSpPr>
            <a:spLocks noGrp="1"/>
          </p:cNvSpPr>
          <p:nvPr/>
        </p:nvSpPr>
        <p:spPr>
          <a:xfrm>
            <a:off x="476250" y="1552575"/>
            <a:ext cx="2505075" cy="2047875"/>
          </a:xfrm>
          <a:prstGeom prst="rect">
            <a:avLst/>
          </a:prstGeom>
          <a:noFill/>
          <a:ln w="0">
            <a:noFill/>
          </a:ln>
        </p:spPr>
        <p:txBody>
          <a:bodyPr wrap="none" lIns="0" tIns="0" rIns="0" bIns="0" anchor="t">
            <a:noAutofit/>
          </a:bodyPr>
          <a:lstStyle>
            <a:defPPr algn="l">
              <a:defRPr sz="2700" b="0">
                <a:solidFill>
                  <a:srgbClr val="D05258"/>
                </a:solidFill>
                <a:latin typeface="Noto Sans KR"/>
                <a:ea typeface="Noto Sans KR"/>
                <a:cs typeface="Noto Sans KR"/>
              </a:defRPr>
            </a:defPPr>
          </a:lstStyle>
          <a:p>
            <a:pPr algn="l">
              <a:defRPr sz="2700" b="0">
                <a:solidFill>
                  <a:srgbClr val="D05258"/>
                </a:solidFill>
                <a:latin typeface="Noto Sans KR"/>
                <a:ea typeface="Noto Sans KR"/>
                <a:cs typeface="Noto Sans KR"/>
              </a:defRPr>
            </a:pPr>
            <a:r>
              <a:rPr sz="2700" b="0">
                <a:solidFill>
                  <a:srgbClr val="D05258"/>
                </a:solidFill>
                <a:latin typeface="Noto Sans KR"/>
                <a:ea typeface="Noto Sans KR"/>
                <a:cs typeface="Noto Sans KR"/>
              </a:rPr>
              <a:t>가짜 대표</a:t>
            </a:r>
          </a:p>
          <a:p>
            <a:pPr algn="l">
              <a:defRPr sz="2700" b="0">
                <a:solidFill>
                  <a:srgbClr val="D05258"/>
                </a:solidFill>
                <a:latin typeface="Noto Sans KR"/>
                <a:ea typeface="Noto Sans KR"/>
                <a:cs typeface="Noto Sans KR"/>
              </a:defRPr>
            </a:pPr>
            <a:r>
              <a:rPr sz="2700" b="0">
                <a:solidFill>
                  <a:srgbClr val="D05258"/>
                </a:solidFill>
                <a:latin typeface="Noto Sans KR"/>
                <a:ea typeface="Noto Sans KR"/>
                <a:cs typeface="Noto Sans KR"/>
              </a:rPr>
              <a:t>땅거래</a:t>
            </a:r>
          </a:p>
          <a:p>
            <a:pPr algn="l">
              <a:defRPr sz="2700" b="0">
                <a:solidFill>
                  <a:srgbClr val="D05258"/>
                </a:solidFill>
                <a:latin typeface="Noto Sans KR"/>
                <a:ea typeface="Noto Sans KR"/>
                <a:cs typeface="Noto Sans KR"/>
              </a:defRPr>
            </a:pPr>
            <a:r>
              <a:rPr sz="2700" b="0">
                <a:solidFill>
                  <a:srgbClr val="D05258"/>
                </a:solidFill>
                <a:latin typeface="Noto Sans KR"/>
                <a:ea typeface="Noto Sans KR"/>
                <a:cs typeface="Noto Sans KR"/>
              </a:rPr>
              <a:t>소송</a:t>
            </a:r>
          </a:p>
        </p:txBody>
      </p:sp>
      <p:pic>
        <p:nvPicPr>
          <p:cNvPr id="5" name="그림 4">
            <a:extLst>
              <a:ext uri="{FF2B5EF4-FFF2-40B4-BE49-F238E27FC236}">
                <a16:creationId xmlns:a16="http://schemas.microsoft.com/office/drawing/2014/main" id="{A57A2733-FD3B-4AF7-B94E-209766F6E30B}"/>
              </a:ext>
            </a:extLst>
          </p:cNvPr>
          <p:cNvPicPr>
            <a:picLocks noChangeAspect="1"/>
          </p:cNvPicPr>
          <p:nvPr/>
        </p:nvPicPr>
        <p:blipFill>
          <a:blip r:embed="rId3"/>
          <a:stretch/>
        </p:blipFill>
        <p:spPr>
          <a:xfrm>
            <a:off x="3133725" y="1344444"/>
            <a:ext cx="5534025" cy="3111838"/>
          </a:xfrm>
          <a:prstGeom prst="rect">
            <a:avLst/>
          </a:prstGeom>
        </p:spPr>
      </p:pic>
      <p:sp>
        <p:nvSpPr>
          <p:cNvPr id="6" name="전주MBC 2026.09.22">
            <a:extLst>
              <a:ext uri="{FF2B5EF4-FFF2-40B4-BE49-F238E27FC236}">
                <a16:creationId xmlns:a16="http://schemas.microsoft.com/office/drawing/2014/main" id="{5A20AA23-5B20-4663-9013-972A713D2A34}"/>
              </a:ext>
            </a:extLst>
          </p:cNvPr>
          <p:cNvSpPr>
            <a:spLocks noGrp="1"/>
          </p:cNvSpPr>
          <p:nvPr/>
        </p:nvSpPr>
        <p:spPr>
          <a:xfrm>
            <a:off x="3133725" y="4562475"/>
            <a:ext cx="5543550" cy="219075"/>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hlinkClick r:id="rId4"/>
              </a:rPr>
              <a:t>전주MBC 2026.09.22</a:t>
            </a:r>
          </a:p>
        </p:txBody>
      </p:sp>
    </p:spTree>
    <p:extLst>
      <p:ext uri="{BB962C8B-B14F-4D97-AF65-F5344CB8AC3E}">
        <p14:creationId xmlns:p14="http://schemas.microsoft.com/office/powerpoint/2010/main" val="18765788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16" name="Template artwork 10016"/>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17" name="Template artwork 10017"/>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18" name="Template artwork 10018"/>
          <p:cNvSpPr>
            <a:spLocks noGrp="1"/>
          </p:cNvSpPr>
          <p:nvPr/>
        </p:nvSpPr>
        <p:spPr>
          <a:xfrm>
            <a:off x="628650" y="1285875"/>
            <a:ext cx="523875" cy="523875"/>
          </a:xfrm>
          <a:prstGeom prst="ellipse">
            <a:avLst/>
          </a:prstGeom>
          <a:solidFill>
            <a:srgbClr val="6BBADD"/>
          </a:solidFill>
          <a:ln w="19050" cap="flat" cmpd="sng">
            <a:solidFill>
              <a:srgbClr val="6BBADD"/>
            </a:solidFill>
            <a:prstDash val="solid"/>
            <a:round/>
          </a:ln>
        </p:spPr>
        <p:txBody>
          <a:bodyPr/>
          <a:lstStyle/>
          <a:p>
            <a:endParaRPr/>
          </a:p>
        </p:txBody>
      </p:sp>
      <p:sp>
        <p:nvSpPr>
          <p:cNvPr id="10019" name="Template artwork 10019"/>
          <p:cNvSpPr>
            <a:spLocks noGrp="1"/>
          </p:cNvSpPr>
          <p:nvPr/>
        </p:nvSpPr>
        <p:spPr>
          <a:xfrm>
            <a:off x="628650" y="2419350"/>
            <a:ext cx="523875" cy="523875"/>
          </a:xfrm>
          <a:prstGeom prst="ellipse">
            <a:avLst/>
          </a:prstGeom>
          <a:solidFill>
            <a:srgbClr val="ABCA48"/>
          </a:solidFill>
          <a:ln w="19050" cap="flat" cmpd="sng">
            <a:solidFill>
              <a:srgbClr val="ABCA48"/>
            </a:solidFill>
            <a:prstDash val="solid"/>
            <a:round/>
          </a:ln>
        </p:spPr>
        <p:txBody>
          <a:bodyPr/>
          <a:lstStyle/>
          <a:p>
            <a:endParaRPr/>
          </a:p>
        </p:txBody>
      </p:sp>
      <p:sp>
        <p:nvSpPr>
          <p:cNvPr id="10020" name="Template artwork 10020"/>
          <p:cNvSpPr>
            <a:spLocks noGrp="1"/>
          </p:cNvSpPr>
          <p:nvPr/>
        </p:nvSpPr>
        <p:spPr>
          <a:xfrm>
            <a:off x="628650" y="3552825"/>
            <a:ext cx="523875" cy="523875"/>
          </a:xfrm>
          <a:prstGeom prst="ellipse">
            <a:avLst/>
          </a:prstGeom>
          <a:solidFill>
            <a:srgbClr val="D05258"/>
          </a:solidFill>
          <a:ln w="19050" cap="flat" cmpd="sng">
            <a:solidFill>
              <a:srgbClr val="D05258"/>
            </a:solidFill>
            <a:prstDash val="solid"/>
            <a:round/>
          </a:ln>
        </p:spPr>
        <p:txBody>
          <a:bodyPr/>
          <a:lstStyle/>
          <a:p>
            <a:endParaRPr/>
          </a:p>
        </p:txBody>
      </p:sp>
      <p:sp>
        <p:nvSpPr>
          <p:cNvPr id="16" name="6">
            <a:extLst>
              <a:ext uri="{FF2B5EF4-FFF2-40B4-BE49-F238E27FC236}">
                <a16:creationId xmlns:a16="http://schemas.microsoft.com/office/drawing/2014/main" id="{164B318F-FFA8-4017-A59B-96B3FC233DDB}"/>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6</a:t>
            </a:r>
          </a:p>
        </p:txBody>
      </p:sp>
      <p:sp>
        <p:nvSpPr>
          <p:cNvPr id="2" name="명문가">
            <a:extLst>
              <a:ext uri="{FF2B5EF4-FFF2-40B4-BE49-F238E27FC236}">
                <a16:creationId xmlns:a16="http://schemas.microsoft.com/office/drawing/2014/main" id="{4B8CEE90-43AF-47BC-A45C-FCF2C85F464A}"/>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종손 지위와 토지 계약">
            <a:extLst>
              <a:ext uri="{FF2B5EF4-FFF2-40B4-BE49-F238E27FC236}">
                <a16:creationId xmlns:a16="http://schemas.microsoft.com/office/drawing/2014/main" id="{43A4100F-C5F1-450F-8E9C-F4E187CD29D5}"/>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종손 지위와 토지 계약</a:t>
            </a:r>
          </a:p>
        </p:txBody>
      </p:sp>
      <p:pic>
        <p:nvPicPr>
          <p:cNvPr id="4" name="그림 3">
            <a:extLst>
              <a:ext uri="{FF2B5EF4-FFF2-40B4-BE49-F238E27FC236}">
                <a16:creationId xmlns:a16="http://schemas.microsoft.com/office/drawing/2014/main" id="{22706B74-7B16-46CB-A183-5EB6CAA91797}"/>
              </a:ext>
            </a:extLst>
          </p:cNvPr>
          <p:cNvPicPr>
            <a:picLocks noChangeAspect="1"/>
          </p:cNvPicPr>
          <p:nvPr/>
        </p:nvPicPr>
        <p:blipFill>
          <a:blip r:embed="rId3"/>
          <a:stretch/>
        </p:blipFill>
        <p:spPr>
          <a:xfrm>
            <a:off x="743903" y="1401128"/>
            <a:ext cx="293370" cy="293370"/>
          </a:xfrm>
          <a:prstGeom prst="rect">
            <a:avLst/>
          </a:prstGeom>
        </p:spPr>
      </p:pic>
      <p:sp>
        <p:nvSpPr>
          <p:cNvPr id="5" name="종손 지위">
            <a:extLst>
              <a:ext uri="{FF2B5EF4-FFF2-40B4-BE49-F238E27FC236}">
                <a16:creationId xmlns:a16="http://schemas.microsoft.com/office/drawing/2014/main" id="{F47E04D6-894E-4BA1-AE64-D1E6FC65EBD1}"/>
              </a:ext>
            </a:extLst>
          </p:cNvPr>
          <p:cNvSpPr>
            <a:spLocks noGrp="1"/>
          </p:cNvSpPr>
          <p:nvPr/>
        </p:nvSpPr>
        <p:spPr>
          <a:xfrm>
            <a:off x="447675" y="1876425"/>
            <a:ext cx="1790700" cy="323850"/>
          </a:xfrm>
          <a:prstGeom prst="rect">
            <a:avLst/>
          </a:prstGeom>
          <a:noFill/>
          <a:ln w="0">
            <a:noFill/>
          </a:ln>
        </p:spPr>
        <p:txBody>
          <a:bodyPr wrap="none" lIns="0" tIns="0" rIns="0" bIns="0" anchor="t">
            <a:noAutofit/>
          </a:bodyPr>
          <a:lstStyle>
            <a:defPPr algn="l">
              <a:defRPr sz="1575" b="0">
                <a:solidFill>
                  <a:srgbClr val="626262"/>
                </a:solidFill>
                <a:latin typeface="Noto Sans KR"/>
                <a:ea typeface="Noto Sans KR"/>
                <a:cs typeface="Noto Sans KR"/>
              </a:defRPr>
            </a:defPPr>
          </a:lstStyle>
          <a:p>
            <a:pPr algn="l">
              <a:defRPr sz="1575" b="0">
                <a:solidFill>
                  <a:srgbClr val="626262"/>
                </a:solidFill>
                <a:latin typeface="Noto Sans KR"/>
                <a:ea typeface="Noto Sans KR"/>
                <a:cs typeface="Noto Sans KR"/>
              </a:defRPr>
            </a:pPr>
            <a:r>
              <a:rPr sz="1575" b="0">
                <a:solidFill>
                  <a:srgbClr val="626262"/>
                </a:solidFill>
                <a:latin typeface="Noto Sans KR"/>
                <a:ea typeface="Noto Sans KR"/>
                <a:cs typeface="Noto Sans KR"/>
              </a:rPr>
              <a:t>종손 지위</a:t>
            </a:r>
          </a:p>
        </p:txBody>
      </p:sp>
      <p:pic>
        <p:nvPicPr>
          <p:cNvPr id="6" name="그림 5">
            <a:extLst>
              <a:ext uri="{FF2B5EF4-FFF2-40B4-BE49-F238E27FC236}">
                <a16:creationId xmlns:a16="http://schemas.microsoft.com/office/drawing/2014/main" id="{EC7514EB-3708-4CF3-9C72-8A8E1ADC933A}"/>
              </a:ext>
            </a:extLst>
          </p:cNvPr>
          <p:cNvPicPr>
            <a:picLocks noChangeAspect="1"/>
          </p:cNvPicPr>
          <p:nvPr/>
        </p:nvPicPr>
        <p:blipFill>
          <a:blip r:embed="rId4"/>
          <a:stretch/>
        </p:blipFill>
        <p:spPr>
          <a:xfrm>
            <a:off x="2390775" y="1385398"/>
            <a:ext cx="6276975" cy="401029"/>
          </a:xfrm>
          <a:prstGeom prst="rect">
            <a:avLst/>
          </a:prstGeom>
        </p:spPr>
      </p:pic>
      <p:sp>
        <p:nvSpPr>
          <p:cNvPr id="7" name="법치뉴스 2026.04.28">
            <a:extLst>
              <a:ext uri="{FF2B5EF4-FFF2-40B4-BE49-F238E27FC236}">
                <a16:creationId xmlns:a16="http://schemas.microsoft.com/office/drawing/2014/main" id="{565B7E53-8FCB-431D-92D2-E74838C66D8B}"/>
              </a:ext>
            </a:extLst>
          </p:cNvPr>
          <p:cNvSpPr>
            <a:spLocks noGrp="1"/>
          </p:cNvSpPr>
          <p:nvPr/>
        </p:nvSpPr>
        <p:spPr>
          <a:xfrm>
            <a:off x="2400300" y="2000250"/>
            <a:ext cx="6267450" cy="209550"/>
          </a:xfrm>
          <a:prstGeom prst="rect">
            <a:avLst/>
          </a:prstGeom>
          <a:noFill/>
          <a:ln w="0">
            <a:noFill/>
          </a:ln>
        </p:spPr>
        <p:txBody>
          <a:bodyPr wrap="none" lIns="0" tIns="0" rIns="0" bIns="0" anchor="t">
            <a:noAutofit/>
          </a:bodyPr>
          <a:lstStyle>
            <a:defPPr algn="l">
              <a:defRPr sz="1125" b="0">
                <a:solidFill>
                  <a:srgbClr val="626262"/>
                </a:solidFill>
                <a:latin typeface="Noto Sans KR"/>
                <a:ea typeface="Noto Sans KR"/>
                <a:cs typeface="Noto Sans KR"/>
              </a:defRPr>
            </a:defPPr>
          </a:lstStyle>
          <a:p>
            <a:pPr algn="l">
              <a:defRPr sz="1125" b="0">
                <a:solidFill>
                  <a:srgbClr val="626262"/>
                </a:solidFill>
                <a:latin typeface="Noto Sans KR"/>
                <a:ea typeface="Noto Sans KR"/>
                <a:cs typeface="Noto Sans KR"/>
              </a:defRPr>
            </a:pPr>
            <a:r>
              <a:rPr sz="1125" b="0">
                <a:solidFill>
                  <a:srgbClr val="626262"/>
                </a:solidFill>
                <a:latin typeface="Noto Sans KR"/>
                <a:ea typeface="Noto Sans KR"/>
                <a:cs typeface="Noto Sans KR"/>
                <a:hlinkClick r:id="rId5"/>
              </a:rPr>
              <a:t>법치뉴스 2026.04.28</a:t>
            </a:r>
          </a:p>
        </p:txBody>
      </p:sp>
      <p:pic>
        <p:nvPicPr>
          <p:cNvPr id="8" name="그림 7">
            <a:extLst>
              <a:ext uri="{FF2B5EF4-FFF2-40B4-BE49-F238E27FC236}">
                <a16:creationId xmlns:a16="http://schemas.microsoft.com/office/drawing/2014/main" id="{0E1504F0-4D91-4B3F-BB1B-91C0A5D9EFEB}"/>
              </a:ext>
            </a:extLst>
          </p:cNvPr>
          <p:cNvPicPr>
            <a:picLocks noChangeAspect="1"/>
          </p:cNvPicPr>
          <p:nvPr/>
        </p:nvPicPr>
        <p:blipFill>
          <a:blip r:embed="rId6"/>
          <a:stretch/>
        </p:blipFill>
        <p:spPr>
          <a:xfrm>
            <a:off x="743903" y="2534603"/>
            <a:ext cx="293370" cy="293370"/>
          </a:xfrm>
          <a:prstGeom prst="rect">
            <a:avLst/>
          </a:prstGeom>
        </p:spPr>
      </p:pic>
      <p:sp>
        <p:nvSpPr>
          <p:cNvPr id="9" name="임대 계약">
            <a:extLst>
              <a:ext uri="{FF2B5EF4-FFF2-40B4-BE49-F238E27FC236}">
                <a16:creationId xmlns:a16="http://schemas.microsoft.com/office/drawing/2014/main" id="{B6BC3A20-081D-4084-B141-6EBC85D54E01}"/>
              </a:ext>
            </a:extLst>
          </p:cNvPr>
          <p:cNvSpPr>
            <a:spLocks noGrp="1"/>
          </p:cNvSpPr>
          <p:nvPr/>
        </p:nvSpPr>
        <p:spPr>
          <a:xfrm>
            <a:off x="447675" y="3009900"/>
            <a:ext cx="1790700" cy="323850"/>
          </a:xfrm>
          <a:prstGeom prst="rect">
            <a:avLst/>
          </a:prstGeom>
          <a:noFill/>
          <a:ln w="0">
            <a:noFill/>
          </a:ln>
        </p:spPr>
        <p:txBody>
          <a:bodyPr wrap="none" lIns="0" tIns="0" rIns="0" bIns="0" anchor="t">
            <a:noAutofit/>
          </a:bodyPr>
          <a:lstStyle>
            <a:defPPr algn="l">
              <a:defRPr sz="1575" b="0">
                <a:solidFill>
                  <a:srgbClr val="626262"/>
                </a:solidFill>
                <a:latin typeface="Noto Sans KR"/>
                <a:ea typeface="Noto Sans KR"/>
                <a:cs typeface="Noto Sans KR"/>
              </a:defRPr>
            </a:defPPr>
          </a:lstStyle>
          <a:p>
            <a:pPr algn="l">
              <a:defRPr sz="1575" b="0">
                <a:solidFill>
                  <a:srgbClr val="626262"/>
                </a:solidFill>
                <a:latin typeface="Noto Sans KR"/>
                <a:ea typeface="Noto Sans KR"/>
                <a:cs typeface="Noto Sans KR"/>
              </a:defRPr>
            </a:pPr>
            <a:r>
              <a:rPr sz="1575" b="0">
                <a:solidFill>
                  <a:srgbClr val="626262"/>
                </a:solidFill>
                <a:latin typeface="Noto Sans KR"/>
                <a:ea typeface="Noto Sans KR"/>
                <a:cs typeface="Noto Sans KR"/>
              </a:rPr>
              <a:t>임대 계약</a:t>
            </a:r>
          </a:p>
        </p:txBody>
      </p:sp>
      <p:pic>
        <p:nvPicPr>
          <p:cNvPr id="10" name="그림 9">
            <a:extLst>
              <a:ext uri="{FF2B5EF4-FFF2-40B4-BE49-F238E27FC236}">
                <a16:creationId xmlns:a16="http://schemas.microsoft.com/office/drawing/2014/main" id="{4EC40769-417F-48A6-9752-1C8C4B029487}"/>
              </a:ext>
            </a:extLst>
          </p:cNvPr>
          <p:cNvPicPr>
            <a:picLocks noChangeAspect="1"/>
          </p:cNvPicPr>
          <p:nvPr/>
        </p:nvPicPr>
        <p:blipFill>
          <a:blip r:embed="rId7"/>
          <a:stretch/>
        </p:blipFill>
        <p:spPr>
          <a:xfrm>
            <a:off x="2390775" y="2539215"/>
            <a:ext cx="6276975" cy="360345"/>
          </a:xfrm>
          <a:prstGeom prst="rect">
            <a:avLst/>
          </a:prstGeom>
        </p:spPr>
      </p:pic>
      <p:sp>
        <p:nvSpPr>
          <p:cNvPr id="11" name="충청투데이 2026.07.10">
            <a:extLst>
              <a:ext uri="{FF2B5EF4-FFF2-40B4-BE49-F238E27FC236}">
                <a16:creationId xmlns:a16="http://schemas.microsoft.com/office/drawing/2014/main" id="{5DBAB526-33C1-446F-93CC-7167FDB5E2DC}"/>
              </a:ext>
            </a:extLst>
          </p:cNvPr>
          <p:cNvSpPr>
            <a:spLocks noGrp="1"/>
          </p:cNvSpPr>
          <p:nvPr/>
        </p:nvSpPr>
        <p:spPr>
          <a:xfrm>
            <a:off x="2400300" y="3133725"/>
            <a:ext cx="6267450" cy="209550"/>
          </a:xfrm>
          <a:prstGeom prst="rect">
            <a:avLst/>
          </a:prstGeom>
          <a:noFill/>
          <a:ln w="0">
            <a:noFill/>
          </a:ln>
        </p:spPr>
        <p:txBody>
          <a:bodyPr wrap="none" lIns="0" tIns="0" rIns="0" bIns="0" anchor="t">
            <a:noAutofit/>
          </a:bodyPr>
          <a:lstStyle>
            <a:defPPr algn="l">
              <a:defRPr sz="1125" b="0">
                <a:solidFill>
                  <a:srgbClr val="626262"/>
                </a:solidFill>
                <a:latin typeface="Noto Sans KR"/>
                <a:ea typeface="Noto Sans KR"/>
                <a:cs typeface="Noto Sans KR"/>
              </a:defRPr>
            </a:defPPr>
          </a:lstStyle>
          <a:p>
            <a:pPr algn="l">
              <a:defRPr sz="1125" b="0">
                <a:solidFill>
                  <a:srgbClr val="626262"/>
                </a:solidFill>
                <a:latin typeface="Noto Sans KR"/>
                <a:ea typeface="Noto Sans KR"/>
                <a:cs typeface="Noto Sans KR"/>
              </a:defRPr>
            </a:pPr>
            <a:r>
              <a:rPr sz="1125" b="0">
                <a:solidFill>
                  <a:srgbClr val="626262"/>
                </a:solidFill>
                <a:latin typeface="Noto Sans KR"/>
                <a:ea typeface="Noto Sans KR"/>
                <a:cs typeface="Noto Sans KR"/>
                <a:hlinkClick r:id="rId8"/>
              </a:rPr>
              <a:t>충청투데이 2026.07.10</a:t>
            </a:r>
          </a:p>
        </p:txBody>
      </p:sp>
      <p:pic>
        <p:nvPicPr>
          <p:cNvPr id="12" name="그림 11">
            <a:extLst>
              <a:ext uri="{FF2B5EF4-FFF2-40B4-BE49-F238E27FC236}">
                <a16:creationId xmlns:a16="http://schemas.microsoft.com/office/drawing/2014/main" id="{A1E83270-9AE0-498C-A8D8-EA193EFD0ADC}"/>
              </a:ext>
            </a:extLst>
          </p:cNvPr>
          <p:cNvPicPr>
            <a:picLocks noChangeAspect="1"/>
          </p:cNvPicPr>
          <p:nvPr/>
        </p:nvPicPr>
        <p:blipFill>
          <a:blip r:embed="rId9"/>
          <a:stretch/>
        </p:blipFill>
        <p:spPr>
          <a:xfrm>
            <a:off x="743903" y="3668078"/>
            <a:ext cx="293370" cy="293370"/>
          </a:xfrm>
          <a:prstGeom prst="rect">
            <a:avLst/>
          </a:prstGeom>
        </p:spPr>
      </p:pic>
      <p:sp>
        <p:nvSpPr>
          <p:cNvPr id="13" name="대표권">
            <a:extLst>
              <a:ext uri="{FF2B5EF4-FFF2-40B4-BE49-F238E27FC236}">
                <a16:creationId xmlns:a16="http://schemas.microsoft.com/office/drawing/2014/main" id="{788B6AD8-D799-4D3A-87CD-659329520939}"/>
              </a:ext>
            </a:extLst>
          </p:cNvPr>
          <p:cNvSpPr>
            <a:spLocks noGrp="1"/>
          </p:cNvSpPr>
          <p:nvPr/>
        </p:nvSpPr>
        <p:spPr>
          <a:xfrm>
            <a:off x="447675" y="4143375"/>
            <a:ext cx="1790700" cy="323850"/>
          </a:xfrm>
          <a:prstGeom prst="rect">
            <a:avLst/>
          </a:prstGeom>
          <a:noFill/>
          <a:ln w="0">
            <a:noFill/>
          </a:ln>
        </p:spPr>
        <p:txBody>
          <a:bodyPr wrap="none" lIns="0" tIns="0" rIns="0" bIns="0" anchor="t">
            <a:noAutofit/>
          </a:bodyPr>
          <a:lstStyle>
            <a:defPPr algn="l">
              <a:defRPr sz="1575" b="0">
                <a:solidFill>
                  <a:srgbClr val="626262"/>
                </a:solidFill>
                <a:latin typeface="Noto Sans KR"/>
                <a:ea typeface="Noto Sans KR"/>
                <a:cs typeface="Noto Sans KR"/>
              </a:defRPr>
            </a:defPPr>
          </a:lstStyle>
          <a:p>
            <a:pPr algn="l">
              <a:defRPr sz="1575" b="0">
                <a:solidFill>
                  <a:srgbClr val="626262"/>
                </a:solidFill>
                <a:latin typeface="Noto Sans KR"/>
                <a:ea typeface="Noto Sans KR"/>
                <a:cs typeface="Noto Sans KR"/>
              </a:defRPr>
            </a:pPr>
            <a:r>
              <a:rPr sz="1575" b="0">
                <a:solidFill>
                  <a:srgbClr val="626262"/>
                </a:solidFill>
                <a:latin typeface="Noto Sans KR"/>
                <a:ea typeface="Noto Sans KR"/>
                <a:cs typeface="Noto Sans KR"/>
              </a:rPr>
              <a:t>대표권</a:t>
            </a:r>
          </a:p>
        </p:txBody>
      </p:sp>
      <p:pic>
        <p:nvPicPr>
          <p:cNvPr id="14" name="그림 13">
            <a:extLst>
              <a:ext uri="{FF2B5EF4-FFF2-40B4-BE49-F238E27FC236}">
                <a16:creationId xmlns:a16="http://schemas.microsoft.com/office/drawing/2014/main" id="{3BAA3DE9-2B47-4617-A89F-7C8059242B47}"/>
              </a:ext>
            </a:extLst>
          </p:cNvPr>
          <p:cNvPicPr>
            <a:picLocks noChangeAspect="1"/>
          </p:cNvPicPr>
          <p:nvPr/>
        </p:nvPicPr>
        <p:blipFill>
          <a:blip r:embed="rId10"/>
          <a:stretch/>
        </p:blipFill>
        <p:spPr>
          <a:xfrm>
            <a:off x="2390775" y="3523577"/>
            <a:ext cx="6276975" cy="839545"/>
          </a:xfrm>
          <a:prstGeom prst="rect">
            <a:avLst/>
          </a:prstGeom>
        </p:spPr>
      </p:pic>
      <p:sp>
        <p:nvSpPr>
          <p:cNvPr id="15" name="한경BUSINESS 2026.07.24">
            <a:extLst>
              <a:ext uri="{FF2B5EF4-FFF2-40B4-BE49-F238E27FC236}">
                <a16:creationId xmlns:a16="http://schemas.microsoft.com/office/drawing/2014/main" id="{C2265609-B91A-4195-95C9-B47BB2544A5F}"/>
              </a:ext>
            </a:extLst>
          </p:cNvPr>
          <p:cNvSpPr>
            <a:spLocks noGrp="1"/>
          </p:cNvSpPr>
          <p:nvPr/>
        </p:nvSpPr>
        <p:spPr>
          <a:xfrm>
            <a:off x="2400300" y="4467225"/>
            <a:ext cx="6267450" cy="209550"/>
          </a:xfrm>
          <a:prstGeom prst="rect">
            <a:avLst/>
          </a:prstGeom>
          <a:noFill/>
          <a:ln w="0">
            <a:noFill/>
          </a:ln>
        </p:spPr>
        <p:txBody>
          <a:bodyPr wrap="none" lIns="0" tIns="0" rIns="0" bIns="0" anchor="t">
            <a:noAutofit/>
          </a:bodyPr>
          <a:lstStyle>
            <a:defPPr algn="l">
              <a:defRPr sz="1125" b="0">
                <a:solidFill>
                  <a:srgbClr val="626262"/>
                </a:solidFill>
                <a:latin typeface="Noto Sans KR"/>
                <a:ea typeface="Noto Sans KR"/>
                <a:cs typeface="Noto Sans KR"/>
              </a:defRPr>
            </a:defPPr>
          </a:lstStyle>
          <a:p>
            <a:pPr algn="l">
              <a:defRPr sz="1125" b="0">
                <a:solidFill>
                  <a:srgbClr val="626262"/>
                </a:solidFill>
                <a:latin typeface="Noto Sans KR"/>
                <a:ea typeface="Noto Sans KR"/>
                <a:cs typeface="Noto Sans KR"/>
              </a:defRPr>
            </a:pPr>
            <a:r>
              <a:rPr sz="1125" b="0">
                <a:solidFill>
                  <a:srgbClr val="626262"/>
                </a:solidFill>
                <a:latin typeface="Noto Sans KR"/>
                <a:ea typeface="Noto Sans KR"/>
                <a:cs typeface="Noto Sans KR"/>
                <a:hlinkClick r:id="rId11"/>
              </a:rPr>
              <a:t>한경BUSINESS 2026.07.24</a:t>
            </a:r>
          </a:p>
        </p:txBody>
      </p:sp>
    </p:spTree>
    <p:extLst>
      <p:ext uri="{BB962C8B-B14F-4D97-AF65-F5344CB8AC3E}">
        <p14:creationId xmlns:p14="http://schemas.microsoft.com/office/powerpoint/2010/main" val="2677759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21" name="Template artwork 10021"/>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22" name="Template artwork 10022"/>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23" name="Template artwork 10023"/>
          <p:cNvSpPr>
            <a:spLocks noGrp="1"/>
          </p:cNvSpPr>
          <p:nvPr/>
        </p:nvSpPr>
        <p:spPr>
          <a:xfrm>
            <a:off x="7581900" y="1409700"/>
            <a:ext cx="1000125" cy="1000125"/>
          </a:xfrm>
          <a:prstGeom prst="ellipse">
            <a:avLst/>
          </a:prstGeom>
          <a:solidFill>
            <a:srgbClr val="D05258"/>
          </a:solidFill>
          <a:ln w="19050" cap="flat" cmpd="sng">
            <a:solidFill>
              <a:srgbClr val="D05258"/>
            </a:solidFill>
            <a:prstDash val="solid"/>
            <a:round/>
          </a:ln>
        </p:spPr>
        <p:txBody>
          <a:bodyPr/>
          <a:lstStyle/>
          <a:p>
            <a:endParaRPr/>
          </a:p>
        </p:txBody>
      </p:sp>
      <p:sp>
        <p:nvSpPr>
          <p:cNvPr id="9" name="7">
            <a:extLst>
              <a:ext uri="{FF2B5EF4-FFF2-40B4-BE49-F238E27FC236}">
                <a16:creationId xmlns:a16="http://schemas.microsoft.com/office/drawing/2014/main" id="{C581D2D6-7D86-40CC-A8E1-E1CF12D53FBB}"/>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7</a:t>
            </a:r>
          </a:p>
        </p:txBody>
      </p:sp>
      <p:sp>
        <p:nvSpPr>
          <p:cNvPr id="2" name="명문가">
            <a:extLst>
              <a:ext uri="{FF2B5EF4-FFF2-40B4-BE49-F238E27FC236}">
                <a16:creationId xmlns:a16="http://schemas.microsoft.com/office/drawing/2014/main" id="{FD0457E9-4810-4CAE-AC2D-989527932DC6}"/>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종중 관련 공개 판례 검색">
            <a:extLst>
              <a:ext uri="{FF2B5EF4-FFF2-40B4-BE49-F238E27FC236}">
                <a16:creationId xmlns:a16="http://schemas.microsoft.com/office/drawing/2014/main" id="{6ADAABD4-051E-431F-A496-BC3E2CCCD8ED}"/>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종중 관련 공개 판례 검색</a:t>
            </a:r>
          </a:p>
        </p:txBody>
      </p:sp>
      <p:sp>
        <p:nvSpPr>
          <p:cNvPr id="4" name="누적 검색 결과    연간 분쟁 건수와 다름    2026.10.09 조회">
            <a:extLst>
              <a:ext uri="{FF2B5EF4-FFF2-40B4-BE49-F238E27FC236}">
                <a16:creationId xmlns:a16="http://schemas.microsoft.com/office/drawing/2014/main" id="{362C6206-FACB-46EE-A818-EA85934C112A}"/>
              </a:ext>
            </a:extLst>
          </p:cNvPr>
          <p:cNvSpPr>
            <a:spLocks noGrp="1"/>
          </p:cNvSpPr>
          <p:nvPr/>
        </p:nvSpPr>
        <p:spPr>
          <a:xfrm>
            <a:off x="476250" y="4552950"/>
            <a:ext cx="8191500" cy="228600"/>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rPr>
              <a:t>누적 검색 결과    연간 분쟁 건수와 다름    2026.10.09 조회</a:t>
            </a:r>
          </a:p>
        </p:txBody>
      </p:sp>
      <p:sp>
        <p:nvSpPr>
          <p:cNvPr id="5" name="1,416">
            <a:extLst>
              <a:ext uri="{FF2B5EF4-FFF2-40B4-BE49-F238E27FC236}">
                <a16:creationId xmlns:a16="http://schemas.microsoft.com/office/drawing/2014/main" id="{E343A625-26FA-4BE0-A710-24B79E623032}"/>
              </a:ext>
            </a:extLst>
          </p:cNvPr>
          <p:cNvSpPr>
            <a:spLocks noGrp="1"/>
          </p:cNvSpPr>
          <p:nvPr/>
        </p:nvSpPr>
        <p:spPr>
          <a:xfrm>
            <a:off x="485775" y="990600"/>
            <a:ext cx="6057900" cy="1809750"/>
          </a:xfrm>
          <a:prstGeom prst="rect">
            <a:avLst/>
          </a:prstGeom>
          <a:noFill/>
          <a:ln w="0">
            <a:noFill/>
          </a:ln>
        </p:spPr>
        <p:txBody>
          <a:bodyPr wrap="none" lIns="0" tIns="0" rIns="0" bIns="0" anchor="t">
            <a:noAutofit/>
          </a:bodyPr>
          <a:lstStyle>
            <a:defPPr algn="l">
              <a:defRPr sz="11325" b="0">
                <a:solidFill>
                  <a:srgbClr val="D05258"/>
                </a:solidFill>
                <a:latin typeface="Calibri Light"/>
                <a:ea typeface="Calibri Light"/>
                <a:cs typeface="Calibri Light"/>
              </a:defRPr>
            </a:defPPr>
          </a:lstStyle>
          <a:p>
            <a:pPr algn="l">
              <a:defRPr sz="11325" b="0">
                <a:solidFill>
                  <a:srgbClr val="D05258"/>
                </a:solidFill>
                <a:latin typeface="Calibri Light"/>
                <a:ea typeface="Calibri Light"/>
                <a:cs typeface="Calibri Light"/>
              </a:defRPr>
            </a:pPr>
            <a:r>
              <a:rPr sz="11325" b="0">
                <a:solidFill>
                  <a:srgbClr val="D05258"/>
                </a:solidFill>
                <a:latin typeface="Calibri Light"/>
                <a:ea typeface="Calibri Light"/>
                <a:cs typeface="Calibri Light"/>
              </a:rPr>
              <a:t>1,416</a:t>
            </a:r>
          </a:p>
        </p:txBody>
      </p:sp>
      <p:sp>
        <p:nvSpPr>
          <p:cNvPr id="6" name="건">
            <a:extLst>
              <a:ext uri="{FF2B5EF4-FFF2-40B4-BE49-F238E27FC236}">
                <a16:creationId xmlns:a16="http://schemas.microsoft.com/office/drawing/2014/main" id="{72FF5254-33E1-4199-A75E-0ACD8068E304}"/>
              </a:ext>
            </a:extLst>
          </p:cNvPr>
          <p:cNvSpPr>
            <a:spLocks noGrp="1"/>
          </p:cNvSpPr>
          <p:nvPr/>
        </p:nvSpPr>
        <p:spPr>
          <a:xfrm>
            <a:off x="4143375" y="2076450"/>
            <a:ext cx="1066800" cy="600075"/>
          </a:xfrm>
          <a:prstGeom prst="rect">
            <a:avLst/>
          </a:prstGeom>
          <a:noFill/>
          <a:ln w="0">
            <a:noFill/>
          </a:ln>
        </p:spPr>
        <p:txBody>
          <a:bodyPr wrap="none" lIns="0" tIns="0" rIns="0" bIns="0" anchor="t">
            <a:noAutofit/>
          </a:bodyPr>
          <a:lstStyle>
            <a:defPPr algn="l">
              <a:defRPr sz="2925" b="0">
                <a:solidFill>
                  <a:srgbClr val="D05258"/>
                </a:solidFill>
                <a:latin typeface="Noto Sans KR"/>
                <a:ea typeface="Noto Sans KR"/>
                <a:cs typeface="Noto Sans KR"/>
              </a:defRPr>
            </a:defPPr>
          </a:lstStyle>
          <a:p>
            <a:pPr algn="l">
              <a:defRPr sz="2925" b="0">
                <a:solidFill>
                  <a:srgbClr val="D05258"/>
                </a:solidFill>
                <a:latin typeface="Noto Sans KR"/>
                <a:ea typeface="Noto Sans KR"/>
                <a:cs typeface="Noto Sans KR"/>
              </a:defRPr>
            </a:pPr>
            <a:r>
              <a:rPr sz="2925" b="0">
                <a:solidFill>
                  <a:srgbClr val="D05258"/>
                </a:solidFill>
                <a:latin typeface="Noto Sans KR"/>
                <a:ea typeface="Noto Sans KR"/>
                <a:cs typeface="Noto Sans KR"/>
              </a:rPr>
              <a:t>건</a:t>
            </a:r>
          </a:p>
        </p:txBody>
      </p:sp>
      <p:pic>
        <p:nvPicPr>
          <p:cNvPr id="7" name="그림 6">
            <a:extLst>
              <a:ext uri="{FF2B5EF4-FFF2-40B4-BE49-F238E27FC236}">
                <a16:creationId xmlns:a16="http://schemas.microsoft.com/office/drawing/2014/main" id="{F44F6CB2-4428-479B-8701-7C69EBDE069A}"/>
              </a:ext>
            </a:extLst>
          </p:cNvPr>
          <p:cNvPicPr>
            <a:picLocks noChangeAspect="1"/>
          </p:cNvPicPr>
          <p:nvPr/>
        </p:nvPicPr>
        <p:blipFill>
          <a:blip r:embed="rId3"/>
          <a:stretch/>
        </p:blipFill>
        <p:spPr>
          <a:xfrm>
            <a:off x="7801928" y="1629728"/>
            <a:ext cx="560070" cy="560070"/>
          </a:xfrm>
          <a:prstGeom prst="rect">
            <a:avLst/>
          </a:prstGeom>
        </p:spPr>
      </p:pic>
      <p:pic>
        <p:nvPicPr>
          <p:cNvPr id="8" name="그림 7">
            <a:extLst>
              <a:ext uri="{FF2B5EF4-FFF2-40B4-BE49-F238E27FC236}">
                <a16:creationId xmlns:a16="http://schemas.microsoft.com/office/drawing/2014/main" id="{43B25078-DC42-4430-8BE2-96C4ABEA0035}"/>
              </a:ext>
            </a:extLst>
          </p:cNvPr>
          <p:cNvPicPr>
            <a:picLocks noChangeAspect="1"/>
          </p:cNvPicPr>
          <p:nvPr/>
        </p:nvPicPr>
        <p:blipFill>
          <a:blip r:embed="rId4"/>
          <a:stretch/>
        </p:blipFill>
        <p:spPr>
          <a:xfrm>
            <a:off x="1294911" y="3019425"/>
            <a:ext cx="6582753" cy="1352550"/>
          </a:xfrm>
          <a:prstGeom prst="rect">
            <a:avLst/>
          </a:prstGeom>
        </p:spPr>
      </p:pic>
    </p:spTree>
    <p:extLst>
      <p:ext uri="{BB962C8B-B14F-4D97-AF65-F5344CB8AC3E}">
        <p14:creationId xmlns:p14="http://schemas.microsoft.com/office/powerpoint/2010/main" val="529162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24" name="Template artwork 10024"/>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25" name="Template artwork 10025"/>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 name="8">
            <a:extLst>
              <a:ext uri="{FF2B5EF4-FFF2-40B4-BE49-F238E27FC236}">
                <a16:creationId xmlns:a16="http://schemas.microsoft.com/office/drawing/2014/main" id="{D01308E5-DE01-403A-8578-F1BF0F12CCE4}"/>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8</a:t>
            </a:r>
          </a:p>
        </p:txBody>
      </p:sp>
      <p:sp>
        <p:nvSpPr>
          <p:cNvPr id="2" name="명문가">
            <a:extLst>
              <a:ext uri="{FF2B5EF4-FFF2-40B4-BE49-F238E27FC236}">
                <a16:creationId xmlns:a16="http://schemas.microsoft.com/office/drawing/2014/main" id="{6DA39781-A303-4A37-85D9-2AC8A42ADF1B}"/>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보도 사례의 시간과 금액">
            <a:extLst>
              <a:ext uri="{FF2B5EF4-FFF2-40B4-BE49-F238E27FC236}">
                <a16:creationId xmlns:a16="http://schemas.microsoft.com/office/drawing/2014/main" id="{B10092B7-061D-46BC-9872-B3AB031D5835}"/>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보도 사례의 시간과 금액</a:t>
            </a:r>
          </a:p>
        </p:txBody>
      </p:sp>
      <p:sp>
        <p:nvSpPr>
          <p:cNvPr id="4" name="약 4년">
            <a:extLst>
              <a:ext uri="{FF2B5EF4-FFF2-40B4-BE49-F238E27FC236}">
                <a16:creationId xmlns:a16="http://schemas.microsoft.com/office/drawing/2014/main" id="{A38E6A8D-001F-4534-89EE-C2F65D4899B3}"/>
              </a:ext>
            </a:extLst>
          </p:cNvPr>
          <p:cNvSpPr>
            <a:spLocks noGrp="1"/>
          </p:cNvSpPr>
          <p:nvPr/>
        </p:nvSpPr>
        <p:spPr>
          <a:xfrm>
            <a:off x="552450" y="1419225"/>
            <a:ext cx="3581400" cy="1476375"/>
          </a:xfrm>
          <a:prstGeom prst="rect">
            <a:avLst/>
          </a:prstGeom>
          <a:noFill/>
          <a:ln w="0">
            <a:noFill/>
          </a:ln>
        </p:spPr>
        <p:txBody>
          <a:bodyPr wrap="none" lIns="0" tIns="0" rIns="0" bIns="0" anchor="t">
            <a:noAutofit/>
          </a:bodyPr>
          <a:lstStyle>
            <a:defPPr algn="ctr">
              <a:defRPr sz="7275" b="0">
                <a:solidFill>
                  <a:srgbClr val="6BBADD"/>
                </a:solidFill>
                <a:latin typeface="Calibri Light"/>
                <a:ea typeface="Calibri Light"/>
                <a:cs typeface="Calibri Light"/>
              </a:defRPr>
            </a:defPPr>
          </a:lstStyle>
          <a:p>
            <a:pPr algn="ctr">
              <a:defRPr sz="7275" b="0">
                <a:solidFill>
                  <a:srgbClr val="6BBADD"/>
                </a:solidFill>
                <a:latin typeface="Calibri Light"/>
                <a:ea typeface="Calibri Light"/>
                <a:cs typeface="Calibri Light"/>
              </a:defRPr>
            </a:pPr>
            <a:r>
              <a:rPr sz="7275" b="0">
                <a:solidFill>
                  <a:srgbClr val="6BBADD"/>
                </a:solidFill>
                <a:latin typeface="Calibri Light"/>
                <a:ea typeface="Calibri Light"/>
                <a:cs typeface="Calibri Light"/>
              </a:rPr>
              <a:t>약 4년</a:t>
            </a:r>
          </a:p>
        </p:txBody>
      </p:sp>
      <p:sp>
        <p:nvSpPr>
          <p:cNvPr id="5" name="법정 다툼">
            <a:extLst>
              <a:ext uri="{FF2B5EF4-FFF2-40B4-BE49-F238E27FC236}">
                <a16:creationId xmlns:a16="http://schemas.microsoft.com/office/drawing/2014/main" id="{693FA8E5-AEA8-4ED5-B5B5-DEFF70C953D6}"/>
              </a:ext>
            </a:extLst>
          </p:cNvPr>
          <p:cNvSpPr>
            <a:spLocks noGrp="1"/>
          </p:cNvSpPr>
          <p:nvPr/>
        </p:nvSpPr>
        <p:spPr>
          <a:xfrm>
            <a:off x="552450" y="3124200"/>
            <a:ext cx="3581400" cy="438150"/>
          </a:xfrm>
          <a:prstGeom prst="rect">
            <a:avLst/>
          </a:prstGeom>
          <a:noFill/>
          <a:ln w="0">
            <a:noFill/>
          </a:ln>
        </p:spPr>
        <p:txBody>
          <a:bodyPr wrap="none" lIns="0" tIns="0" rIns="0" bIns="0" anchor="t">
            <a:noAutofit/>
          </a:bodyPr>
          <a:lstStyle>
            <a:defPPr algn="ctr">
              <a:defRPr sz="2100" b="0">
                <a:solidFill>
                  <a:srgbClr val="626262"/>
                </a:solidFill>
                <a:latin typeface="Noto Sans KR"/>
                <a:ea typeface="Noto Sans KR"/>
                <a:cs typeface="Noto Sans KR"/>
              </a:defRPr>
            </a:defPPr>
          </a:lstStyle>
          <a:p>
            <a:pPr algn="ctr">
              <a:defRPr sz="2100" b="0">
                <a:solidFill>
                  <a:srgbClr val="626262"/>
                </a:solidFill>
                <a:latin typeface="Noto Sans KR"/>
                <a:ea typeface="Noto Sans KR"/>
                <a:cs typeface="Noto Sans KR"/>
              </a:defRPr>
            </a:pPr>
            <a:r>
              <a:rPr sz="2100" b="0">
                <a:solidFill>
                  <a:srgbClr val="626262"/>
                </a:solidFill>
                <a:latin typeface="Noto Sans KR"/>
                <a:ea typeface="Noto Sans KR"/>
                <a:cs typeface="Noto Sans KR"/>
              </a:rPr>
              <a:t>법정 다툼</a:t>
            </a:r>
          </a:p>
        </p:txBody>
      </p:sp>
      <p:sp>
        <p:nvSpPr>
          <p:cNvPr id="6" name="전주MBC 보도 사례">
            <a:extLst>
              <a:ext uri="{FF2B5EF4-FFF2-40B4-BE49-F238E27FC236}">
                <a16:creationId xmlns:a16="http://schemas.microsoft.com/office/drawing/2014/main" id="{779D023A-367C-4BE9-8357-261648100919}"/>
              </a:ext>
            </a:extLst>
          </p:cNvPr>
          <p:cNvSpPr>
            <a:spLocks noGrp="1"/>
          </p:cNvSpPr>
          <p:nvPr/>
        </p:nvSpPr>
        <p:spPr>
          <a:xfrm>
            <a:off x="552450" y="3848100"/>
            <a:ext cx="3581400" cy="295275"/>
          </a:xfrm>
          <a:prstGeom prst="rect">
            <a:avLst/>
          </a:prstGeom>
          <a:noFill/>
          <a:ln w="0">
            <a:noFill/>
          </a:ln>
        </p:spPr>
        <p:txBody>
          <a:bodyPr wrap="none" lIns="0" tIns="0" rIns="0" bIns="0" anchor="t">
            <a:noAutofit/>
          </a:bodyPr>
          <a:lstStyle>
            <a:defPPr algn="ctr">
              <a:defRPr sz="1350" b="0">
                <a:solidFill>
                  <a:srgbClr val="626262"/>
                </a:solidFill>
                <a:latin typeface="Noto Sans KR"/>
                <a:ea typeface="Noto Sans KR"/>
                <a:cs typeface="Noto Sans KR"/>
              </a:defRPr>
            </a:defPPr>
          </a:lstStyle>
          <a:p>
            <a:pPr algn="ctr">
              <a:defRPr sz="1350" b="0">
                <a:solidFill>
                  <a:srgbClr val="626262"/>
                </a:solidFill>
                <a:latin typeface="Noto Sans KR"/>
                <a:ea typeface="Noto Sans KR"/>
                <a:cs typeface="Noto Sans KR"/>
              </a:defRPr>
            </a:pPr>
            <a:r>
              <a:rPr sz="1350" b="0">
                <a:solidFill>
                  <a:srgbClr val="626262"/>
                </a:solidFill>
                <a:latin typeface="Noto Sans KR"/>
                <a:ea typeface="Noto Sans KR"/>
                <a:cs typeface="Noto Sans KR"/>
              </a:rPr>
              <a:t>전주MBC 보도 사례</a:t>
            </a:r>
          </a:p>
        </p:txBody>
      </p:sp>
      <p:sp>
        <p:nvSpPr>
          <p:cNvPr id="7" name="41.85">
            <a:extLst>
              <a:ext uri="{FF2B5EF4-FFF2-40B4-BE49-F238E27FC236}">
                <a16:creationId xmlns:a16="http://schemas.microsoft.com/office/drawing/2014/main" id="{55D4807F-1AEB-4A5A-A922-93A6DC70D3F0}"/>
              </a:ext>
            </a:extLst>
          </p:cNvPr>
          <p:cNvSpPr>
            <a:spLocks noGrp="1"/>
          </p:cNvSpPr>
          <p:nvPr/>
        </p:nvSpPr>
        <p:spPr>
          <a:xfrm>
            <a:off x="4600575" y="1381125"/>
            <a:ext cx="4000500" cy="1476375"/>
          </a:xfrm>
          <a:prstGeom prst="rect">
            <a:avLst/>
          </a:prstGeom>
          <a:noFill/>
          <a:ln w="0">
            <a:noFill/>
          </a:ln>
        </p:spPr>
        <p:txBody>
          <a:bodyPr wrap="none" lIns="0" tIns="0" rIns="0" bIns="0" anchor="t">
            <a:noAutofit/>
          </a:bodyPr>
          <a:lstStyle>
            <a:defPPr algn="ctr">
              <a:defRPr sz="8025" b="0">
                <a:solidFill>
                  <a:srgbClr val="D05258"/>
                </a:solidFill>
                <a:latin typeface="Calibri Light"/>
                <a:ea typeface="Calibri Light"/>
                <a:cs typeface="Calibri Light"/>
              </a:defRPr>
            </a:defPPr>
          </a:lstStyle>
          <a:p>
            <a:pPr algn="ctr">
              <a:defRPr sz="8025" b="0">
                <a:solidFill>
                  <a:srgbClr val="D05258"/>
                </a:solidFill>
                <a:latin typeface="Calibri Light"/>
                <a:ea typeface="Calibri Light"/>
                <a:cs typeface="Calibri Light"/>
              </a:defRPr>
            </a:pPr>
            <a:r>
              <a:rPr sz="8025" b="0">
                <a:solidFill>
                  <a:srgbClr val="D05258"/>
                </a:solidFill>
                <a:latin typeface="Calibri Light"/>
                <a:ea typeface="Calibri Light"/>
                <a:cs typeface="Calibri Light"/>
              </a:rPr>
              <a:t>41.85</a:t>
            </a:r>
          </a:p>
        </p:txBody>
      </p:sp>
      <p:sp>
        <p:nvSpPr>
          <p:cNvPr id="8" name="억원의 매매대금">
            <a:extLst>
              <a:ext uri="{FF2B5EF4-FFF2-40B4-BE49-F238E27FC236}">
                <a16:creationId xmlns:a16="http://schemas.microsoft.com/office/drawing/2014/main" id="{C15D8C57-9CF1-48CC-A0DE-20529639D725}"/>
              </a:ext>
            </a:extLst>
          </p:cNvPr>
          <p:cNvSpPr>
            <a:spLocks noGrp="1"/>
          </p:cNvSpPr>
          <p:nvPr/>
        </p:nvSpPr>
        <p:spPr>
          <a:xfrm>
            <a:off x="4600575" y="3124200"/>
            <a:ext cx="4000500" cy="447675"/>
          </a:xfrm>
          <a:prstGeom prst="rect">
            <a:avLst/>
          </a:prstGeom>
          <a:noFill/>
          <a:ln w="0">
            <a:noFill/>
          </a:ln>
        </p:spPr>
        <p:txBody>
          <a:bodyPr wrap="none" lIns="0" tIns="0" rIns="0" bIns="0" anchor="t">
            <a:noAutofit/>
          </a:bodyPr>
          <a:lstStyle>
            <a:defPPr algn="ctr">
              <a:defRPr sz="2025" b="0">
                <a:solidFill>
                  <a:srgbClr val="626262"/>
                </a:solidFill>
                <a:latin typeface="Noto Sans KR"/>
                <a:ea typeface="Noto Sans KR"/>
                <a:cs typeface="Noto Sans KR"/>
              </a:defRPr>
            </a:defPPr>
          </a:lstStyle>
          <a:p>
            <a:pPr algn="ctr">
              <a:defRPr sz="2025" b="0">
                <a:solidFill>
                  <a:srgbClr val="626262"/>
                </a:solidFill>
                <a:latin typeface="Noto Sans KR"/>
                <a:ea typeface="Noto Sans KR"/>
                <a:cs typeface="Noto Sans KR"/>
              </a:defRPr>
            </a:pPr>
            <a:r>
              <a:rPr sz="2025" b="0">
                <a:solidFill>
                  <a:srgbClr val="626262"/>
                </a:solidFill>
                <a:latin typeface="Noto Sans KR"/>
                <a:ea typeface="Noto Sans KR"/>
                <a:cs typeface="Noto Sans KR"/>
              </a:rPr>
              <a:t>억원의 매매대금</a:t>
            </a:r>
          </a:p>
        </p:txBody>
      </p:sp>
      <p:sp>
        <p:nvSpPr>
          <p:cNvPr id="9" name="한경BUSINESS 보도 사례">
            <a:extLst>
              <a:ext uri="{FF2B5EF4-FFF2-40B4-BE49-F238E27FC236}">
                <a16:creationId xmlns:a16="http://schemas.microsoft.com/office/drawing/2014/main" id="{30AF10CD-C5CE-4F5E-AD6D-865DB6CFF9A3}"/>
              </a:ext>
            </a:extLst>
          </p:cNvPr>
          <p:cNvSpPr>
            <a:spLocks noGrp="1"/>
          </p:cNvSpPr>
          <p:nvPr/>
        </p:nvSpPr>
        <p:spPr>
          <a:xfrm>
            <a:off x="4600575" y="3848100"/>
            <a:ext cx="4000500" cy="295275"/>
          </a:xfrm>
          <a:prstGeom prst="rect">
            <a:avLst/>
          </a:prstGeom>
          <a:noFill/>
          <a:ln w="0">
            <a:noFill/>
          </a:ln>
        </p:spPr>
        <p:txBody>
          <a:bodyPr wrap="none" lIns="0" tIns="0" rIns="0" bIns="0" anchor="t">
            <a:noAutofit/>
          </a:bodyPr>
          <a:lstStyle>
            <a:defPPr algn="ctr">
              <a:defRPr sz="1350" b="0">
                <a:solidFill>
                  <a:srgbClr val="626262"/>
                </a:solidFill>
                <a:latin typeface="Noto Sans KR"/>
                <a:ea typeface="Noto Sans KR"/>
                <a:cs typeface="Noto Sans KR"/>
              </a:defRPr>
            </a:defPPr>
          </a:lstStyle>
          <a:p>
            <a:pPr algn="ctr">
              <a:defRPr sz="1350" b="0">
                <a:solidFill>
                  <a:srgbClr val="626262"/>
                </a:solidFill>
                <a:latin typeface="Noto Sans KR"/>
                <a:ea typeface="Noto Sans KR"/>
                <a:cs typeface="Noto Sans KR"/>
              </a:defRPr>
            </a:pPr>
            <a:r>
              <a:rPr sz="1350" b="0">
                <a:solidFill>
                  <a:srgbClr val="626262"/>
                </a:solidFill>
                <a:latin typeface="Noto Sans KR"/>
                <a:ea typeface="Noto Sans KR"/>
                <a:cs typeface="Noto Sans KR"/>
              </a:rPr>
              <a:t>한경BUSINESS 보도 사례</a:t>
            </a:r>
          </a:p>
        </p:txBody>
      </p:sp>
    </p:spTree>
    <p:extLst>
      <p:ext uri="{BB962C8B-B14F-4D97-AF65-F5344CB8AC3E}">
        <p14:creationId xmlns:p14="http://schemas.microsoft.com/office/powerpoint/2010/main" val="671340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26" name="Template artwork 10026"/>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27" name="Template artwork 10027"/>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28" name="Template artwork 10028"/>
          <p:cNvSpPr>
            <a:spLocks noGrp="1"/>
          </p:cNvSpPr>
          <p:nvPr/>
        </p:nvSpPr>
        <p:spPr>
          <a:xfrm>
            <a:off x="733425" y="1419225"/>
            <a:ext cx="1733550" cy="1733550"/>
          </a:xfrm>
          <a:prstGeom prst="ellipse">
            <a:avLst/>
          </a:prstGeom>
          <a:solidFill>
            <a:srgbClr val="6BBADD"/>
          </a:solidFill>
          <a:ln w="19050" cap="flat" cmpd="sng">
            <a:solidFill>
              <a:srgbClr val="6BBADD"/>
            </a:solidFill>
            <a:prstDash val="solid"/>
            <a:round/>
          </a:ln>
        </p:spPr>
        <p:txBody>
          <a:bodyPr/>
          <a:lstStyle/>
          <a:p>
            <a:endParaRPr/>
          </a:p>
        </p:txBody>
      </p:sp>
      <p:sp>
        <p:nvSpPr>
          <p:cNvPr id="10029" name="Template artwork 10029"/>
          <p:cNvSpPr>
            <a:spLocks noGrp="1"/>
          </p:cNvSpPr>
          <p:nvPr/>
        </p:nvSpPr>
        <p:spPr>
          <a:xfrm>
            <a:off x="3705225" y="1419225"/>
            <a:ext cx="1733550" cy="1733550"/>
          </a:xfrm>
          <a:prstGeom prst="ellipse">
            <a:avLst/>
          </a:prstGeom>
          <a:solidFill>
            <a:srgbClr val="EEAD2A"/>
          </a:solidFill>
          <a:ln w="19050" cap="flat" cmpd="sng">
            <a:solidFill>
              <a:srgbClr val="EEAD2A"/>
            </a:solidFill>
            <a:prstDash val="solid"/>
            <a:round/>
          </a:ln>
        </p:spPr>
        <p:txBody>
          <a:bodyPr/>
          <a:lstStyle/>
          <a:p>
            <a:endParaRPr/>
          </a:p>
        </p:txBody>
      </p:sp>
      <p:sp>
        <p:nvSpPr>
          <p:cNvPr id="10030" name="Template artwork 10030"/>
          <p:cNvSpPr>
            <a:spLocks noGrp="1"/>
          </p:cNvSpPr>
          <p:nvPr/>
        </p:nvSpPr>
        <p:spPr>
          <a:xfrm>
            <a:off x="6677025" y="1419225"/>
            <a:ext cx="1733550" cy="1733550"/>
          </a:xfrm>
          <a:prstGeom prst="ellipse">
            <a:avLst/>
          </a:prstGeom>
          <a:solidFill>
            <a:srgbClr val="D05258"/>
          </a:solidFill>
          <a:ln w="19050" cap="flat" cmpd="sng">
            <a:solidFill>
              <a:srgbClr val="D05258"/>
            </a:solidFill>
            <a:prstDash val="solid"/>
            <a:round/>
          </a:ln>
        </p:spPr>
        <p:txBody>
          <a:bodyPr/>
          <a:lstStyle/>
          <a:p>
            <a:endParaRPr/>
          </a:p>
        </p:txBody>
      </p:sp>
      <p:sp>
        <p:nvSpPr>
          <p:cNvPr id="13" name="9">
            <a:extLst>
              <a:ext uri="{FF2B5EF4-FFF2-40B4-BE49-F238E27FC236}">
                <a16:creationId xmlns:a16="http://schemas.microsoft.com/office/drawing/2014/main" id="{7C4494DA-A142-445F-9608-174E97677DFC}"/>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9</a:t>
            </a:r>
          </a:p>
        </p:txBody>
      </p:sp>
      <p:sp>
        <p:nvSpPr>
          <p:cNvPr id="2" name="명문가">
            <a:extLst>
              <a:ext uri="{FF2B5EF4-FFF2-40B4-BE49-F238E27FC236}">
                <a16:creationId xmlns:a16="http://schemas.microsoft.com/office/drawing/2014/main" id="{42889352-AF59-43F6-930E-BF929D3B07ED}"/>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재산과 기록을 이어받는 일">
            <a:extLst>
              <a:ext uri="{FF2B5EF4-FFF2-40B4-BE49-F238E27FC236}">
                <a16:creationId xmlns:a16="http://schemas.microsoft.com/office/drawing/2014/main" id="{68C8AA77-52DA-4899-8D97-118255321920}"/>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재산과 기록을 이어받는 일</a:t>
            </a:r>
          </a:p>
        </p:txBody>
      </p:sp>
      <p:pic>
        <p:nvPicPr>
          <p:cNvPr id="4" name="그림 3">
            <a:extLst>
              <a:ext uri="{FF2B5EF4-FFF2-40B4-BE49-F238E27FC236}">
                <a16:creationId xmlns:a16="http://schemas.microsoft.com/office/drawing/2014/main" id="{8CFD60A2-2111-4FF7-B51F-4C49C6AF924B}"/>
              </a:ext>
            </a:extLst>
          </p:cNvPr>
          <p:cNvPicPr>
            <a:picLocks noChangeAspect="1"/>
          </p:cNvPicPr>
          <p:nvPr/>
        </p:nvPicPr>
        <p:blipFill>
          <a:blip r:embed="rId3"/>
          <a:stretch/>
        </p:blipFill>
        <p:spPr>
          <a:xfrm>
            <a:off x="1114806" y="1800606"/>
            <a:ext cx="970788" cy="970788"/>
          </a:xfrm>
          <a:prstGeom prst="rect">
            <a:avLst/>
          </a:prstGeom>
        </p:spPr>
      </p:pic>
      <p:sp>
        <p:nvSpPr>
          <p:cNvPr id="5" name="과거의 유산">
            <a:extLst>
              <a:ext uri="{FF2B5EF4-FFF2-40B4-BE49-F238E27FC236}">
                <a16:creationId xmlns:a16="http://schemas.microsoft.com/office/drawing/2014/main" id="{3DFDD71C-44D2-42CC-8CDB-57B4487A1A55}"/>
              </a:ext>
            </a:extLst>
          </p:cNvPr>
          <p:cNvSpPr>
            <a:spLocks noGrp="1"/>
          </p:cNvSpPr>
          <p:nvPr/>
        </p:nvSpPr>
        <p:spPr>
          <a:xfrm>
            <a:off x="438150" y="3381375"/>
            <a:ext cx="2314575" cy="428625"/>
          </a:xfrm>
          <a:prstGeom prst="rect">
            <a:avLst/>
          </a:prstGeom>
          <a:noFill/>
          <a:ln w="0">
            <a:noFill/>
          </a:ln>
        </p:spPr>
        <p:txBody>
          <a:bodyPr wrap="none" lIns="0" tIns="0" rIns="0" bIns="0" anchor="t">
            <a:noAutofit/>
          </a:bodyPr>
          <a:lstStyle>
            <a:defPPr algn="ctr">
              <a:defRPr sz="1875" b="0">
                <a:solidFill>
                  <a:srgbClr val="626262"/>
                </a:solidFill>
                <a:latin typeface="Noto Sans KR"/>
                <a:ea typeface="Noto Sans KR"/>
                <a:cs typeface="Noto Sans KR"/>
              </a:defRPr>
            </a:defPPr>
          </a:lstStyle>
          <a:p>
            <a:pPr algn="ctr">
              <a:defRPr sz="1875" b="0">
                <a:solidFill>
                  <a:srgbClr val="626262"/>
                </a:solidFill>
                <a:latin typeface="Noto Sans KR"/>
                <a:ea typeface="Noto Sans KR"/>
                <a:cs typeface="Noto Sans KR"/>
              </a:defRPr>
            </a:pPr>
            <a:r>
              <a:rPr sz="1875" b="0">
                <a:solidFill>
                  <a:srgbClr val="626262"/>
                </a:solidFill>
                <a:latin typeface="Noto Sans KR"/>
                <a:ea typeface="Noto Sans KR"/>
                <a:cs typeface="Noto Sans KR"/>
              </a:rPr>
              <a:t>과거의 유산</a:t>
            </a:r>
          </a:p>
        </p:txBody>
      </p:sp>
      <p:sp>
        <p:nvSpPr>
          <p:cNvPr id="6" name="공동재산">
            <a:extLst>
              <a:ext uri="{FF2B5EF4-FFF2-40B4-BE49-F238E27FC236}">
                <a16:creationId xmlns:a16="http://schemas.microsoft.com/office/drawing/2014/main" id="{00C6D2F3-5DF9-450D-A82F-FECFA774043D}"/>
              </a:ext>
            </a:extLst>
          </p:cNvPr>
          <p:cNvSpPr>
            <a:spLocks noGrp="1"/>
          </p:cNvSpPr>
          <p:nvPr/>
        </p:nvSpPr>
        <p:spPr>
          <a:xfrm>
            <a:off x="438150" y="3943350"/>
            <a:ext cx="2314575" cy="323850"/>
          </a:xfrm>
          <a:prstGeom prst="rect">
            <a:avLst/>
          </a:prstGeom>
          <a:noFill/>
          <a:ln w="0">
            <a:noFill/>
          </a:ln>
        </p:spPr>
        <p:txBody>
          <a:bodyPr wrap="none" lIns="0" tIns="0" rIns="0" bIns="0" anchor="t">
            <a:noAutofit/>
          </a:bodyPr>
          <a:lstStyle>
            <a:defPPr algn="ctr">
              <a:defRPr sz="1500" b="0">
                <a:solidFill>
                  <a:srgbClr val="626262"/>
                </a:solidFill>
                <a:latin typeface="Noto Sans KR"/>
                <a:ea typeface="Noto Sans KR"/>
                <a:cs typeface="Noto Sans KR"/>
              </a:defRPr>
            </a:defPPr>
          </a:lstStyle>
          <a:p>
            <a:pPr algn="ctr">
              <a:defRPr sz="1500" b="0">
                <a:solidFill>
                  <a:srgbClr val="626262"/>
                </a:solidFill>
                <a:latin typeface="Noto Sans KR"/>
                <a:ea typeface="Noto Sans KR"/>
                <a:cs typeface="Noto Sans KR"/>
              </a:defRPr>
            </a:pPr>
            <a:r>
              <a:rPr sz="1500" b="0">
                <a:solidFill>
                  <a:srgbClr val="626262"/>
                </a:solidFill>
                <a:latin typeface="Noto Sans KR"/>
                <a:ea typeface="Noto Sans KR"/>
                <a:cs typeface="Noto Sans KR"/>
              </a:rPr>
              <a:t>공동재산</a:t>
            </a:r>
          </a:p>
        </p:txBody>
      </p:sp>
      <p:pic>
        <p:nvPicPr>
          <p:cNvPr id="7" name="그림 6">
            <a:extLst>
              <a:ext uri="{FF2B5EF4-FFF2-40B4-BE49-F238E27FC236}">
                <a16:creationId xmlns:a16="http://schemas.microsoft.com/office/drawing/2014/main" id="{24B2916F-EC9A-4798-A9A3-3C1EB9A57EB5}"/>
              </a:ext>
            </a:extLst>
          </p:cNvPr>
          <p:cNvPicPr>
            <a:picLocks noChangeAspect="1"/>
          </p:cNvPicPr>
          <p:nvPr/>
        </p:nvPicPr>
        <p:blipFill>
          <a:blip r:embed="rId4"/>
          <a:stretch/>
        </p:blipFill>
        <p:spPr>
          <a:xfrm>
            <a:off x="4086606" y="1800606"/>
            <a:ext cx="970788" cy="970788"/>
          </a:xfrm>
          <a:prstGeom prst="rect">
            <a:avLst/>
          </a:prstGeom>
        </p:spPr>
      </p:pic>
      <p:sp>
        <p:nvSpPr>
          <p:cNvPr id="8" name="현재의 일상">
            <a:extLst>
              <a:ext uri="{FF2B5EF4-FFF2-40B4-BE49-F238E27FC236}">
                <a16:creationId xmlns:a16="http://schemas.microsoft.com/office/drawing/2014/main" id="{61E32F1F-B22C-41CC-80DD-FCAB38D20A31}"/>
              </a:ext>
            </a:extLst>
          </p:cNvPr>
          <p:cNvSpPr>
            <a:spLocks noGrp="1"/>
          </p:cNvSpPr>
          <p:nvPr/>
        </p:nvSpPr>
        <p:spPr>
          <a:xfrm>
            <a:off x="3409950" y="3381375"/>
            <a:ext cx="2314575" cy="428625"/>
          </a:xfrm>
          <a:prstGeom prst="rect">
            <a:avLst/>
          </a:prstGeom>
          <a:noFill/>
          <a:ln w="0">
            <a:noFill/>
          </a:ln>
        </p:spPr>
        <p:txBody>
          <a:bodyPr wrap="none" lIns="0" tIns="0" rIns="0" bIns="0" anchor="t">
            <a:noAutofit/>
          </a:bodyPr>
          <a:lstStyle>
            <a:defPPr algn="ctr">
              <a:defRPr sz="1875" b="0">
                <a:solidFill>
                  <a:srgbClr val="626262"/>
                </a:solidFill>
                <a:latin typeface="Noto Sans KR"/>
                <a:ea typeface="Noto Sans KR"/>
                <a:cs typeface="Noto Sans KR"/>
              </a:defRPr>
            </a:defPPr>
          </a:lstStyle>
          <a:p>
            <a:pPr algn="ctr">
              <a:defRPr sz="1875" b="0">
                <a:solidFill>
                  <a:srgbClr val="626262"/>
                </a:solidFill>
                <a:latin typeface="Noto Sans KR"/>
                <a:ea typeface="Noto Sans KR"/>
                <a:cs typeface="Noto Sans KR"/>
              </a:defRPr>
            </a:pPr>
            <a:r>
              <a:rPr sz="1875" b="0">
                <a:solidFill>
                  <a:srgbClr val="626262"/>
                </a:solidFill>
                <a:latin typeface="Noto Sans KR"/>
                <a:ea typeface="Noto Sans KR"/>
                <a:cs typeface="Noto Sans KR"/>
              </a:rPr>
              <a:t>현재의 일상</a:t>
            </a:r>
          </a:p>
        </p:txBody>
      </p:sp>
      <p:sp>
        <p:nvSpPr>
          <p:cNvPr id="9" name="회의, 동의, 기록">
            <a:extLst>
              <a:ext uri="{FF2B5EF4-FFF2-40B4-BE49-F238E27FC236}">
                <a16:creationId xmlns:a16="http://schemas.microsoft.com/office/drawing/2014/main" id="{53ECE861-AB3A-4F07-92D2-2FB4BBF2A6A2}"/>
              </a:ext>
            </a:extLst>
          </p:cNvPr>
          <p:cNvSpPr>
            <a:spLocks noGrp="1"/>
          </p:cNvSpPr>
          <p:nvPr/>
        </p:nvSpPr>
        <p:spPr>
          <a:xfrm>
            <a:off x="3409950" y="3943350"/>
            <a:ext cx="2314575" cy="323850"/>
          </a:xfrm>
          <a:prstGeom prst="rect">
            <a:avLst/>
          </a:prstGeom>
          <a:noFill/>
          <a:ln w="0">
            <a:noFill/>
          </a:ln>
        </p:spPr>
        <p:txBody>
          <a:bodyPr wrap="none" lIns="0" tIns="0" rIns="0" bIns="0" anchor="t">
            <a:noAutofit/>
          </a:bodyPr>
          <a:lstStyle>
            <a:defPPr algn="ctr">
              <a:defRPr sz="1500" b="0">
                <a:solidFill>
                  <a:srgbClr val="626262"/>
                </a:solidFill>
                <a:latin typeface="Noto Sans KR"/>
                <a:ea typeface="Noto Sans KR"/>
                <a:cs typeface="Noto Sans KR"/>
              </a:defRPr>
            </a:defPPr>
          </a:lstStyle>
          <a:p>
            <a:pPr algn="ctr">
              <a:defRPr sz="1500" b="0">
                <a:solidFill>
                  <a:srgbClr val="626262"/>
                </a:solidFill>
                <a:latin typeface="Noto Sans KR"/>
                <a:ea typeface="Noto Sans KR"/>
                <a:cs typeface="Noto Sans KR"/>
              </a:defRPr>
            </a:pPr>
            <a:r>
              <a:rPr sz="1500" b="0">
                <a:solidFill>
                  <a:srgbClr val="626262"/>
                </a:solidFill>
                <a:latin typeface="Noto Sans KR"/>
                <a:ea typeface="Noto Sans KR"/>
                <a:cs typeface="Noto Sans KR"/>
              </a:rPr>
              <a:t>회의, 동의, 기록</a:t>
            </a:r>
          </a:p>
        </p:txBody>
      </p:sp>
      <p:pic>
        <p:nvPicPr>
          <p:cNvPr id="10" name="그림 9">
            <a:extLst>
              <a:ext uri="{FF2B5EF4-FFF2-40B4-BE49-F238E27FC236}">
                <a16:creationId xmlns:a16="http://schemas.microsoft.com/office/drawing/2014/main" id="{8C2FF02B-E458-46D4-855D-562286E52548}"/>
              </a:ext>
            </a:extLst>
          </p:cNvPr>
          <p:cNvPicPr>
            <a:picLocks noChangeAspect="1"/>
          </p:cNvPicPr>
          <p:nvPr/>
        </p:nvPicPr>
        <p:blipFill>
          <a:blip r:embed="rId5"/>
          <a:stretch/>
        </p:blipFill>
        <p:spPr>
          <a:xfrm>
            <a:off x="7058406" y="1800606"/>
            <a:ext cx="970788" cy="970788"/>
          </a:xfrm>
          <a:prstGeom prst="rect">
            <a:avLst/>
          </a:prstGeom>
        </p:spPr>
      </p:pic>
      <p:sp>
        <p:nvSpPr>
          <p:cNvPr id="11" name="다음 세대의 관리">
            <a:extLst>
              <a:ext uri="{FF2B5EF4-FFF2-40B4-BE49-F238E27FC236}">
                <a16:creationId xmlns:a16="http://schemas.microsoft.com/office/drawing/2014/main" id="{C41AB561-F416-4D2B-8462-FEB15AF80AD9}"/>
              </a:ext>
            </a:extLst>
          </p:cNvPr>
          <p:cNvSpPr>
            <a:spLocks noGrp="1"/>
          </p:cNvSpPr>
          <p:nvPr/>
        </p:nvSpPr>
        <p:spPr>
          <a:xfrm>
            <a:off x="6381750" y="3381375"/>
            <a:ext cx="2314575" cy="428625"/>
          </a:xfrm>
          <a:prstGeom prst="rect">
            <a:avLst/>
          </a:prstGeom>
          <a:noFill/>
          <a:ln w="0">
            <a:noFill/>
          </a:ln>
        </p:spPr>
        <p:txBody>
          <a:bodyPr wrap="none" lIns="0" tIns="0" rIns="0" bIns="0" anchor="t">
            <a:noAutofit/>
          </a:bodyPr>
          <a:lstStyle>
            <a:defPPr algn="ctr">
              <a:defRPr sz="1875" b="0">
                <a:solidFill>
                  <a:srgbClr val="626262"/>
                </a:solidFill>
                <a:latin typeface="Noto Sans KR"/>
                <a:ea typeface="Noto Sans KR"/>
                <a:cs typeface="Noto Sans KR"/>
              </a:defRPr>
            </a:defPPr>
          </a:lstStyle>
          <a:p>
            <a:pPr algn="ctr">
              <a:defRPr sz="1875" b="0">
                <a:solidFill>
                  <a:srgbClr val="626262"/>
                </a:solidFill>
                <a:latin typeface="Noto Sans KR"/>
                <a:ea typeface="Noto Sans KR"/>
                <a:cs typeface="Noto Sans KR"/>
              </a:defRPr>
            </a:pPr>
            <a:r>
              <a:rPr sz="1875" b="0">
                <a:solidFill>
                  <a:srgbClr val="626262"/>
                </a:solidFill>
                <a:latin typeface="Noto Sans KR"/>
                <a:ea typeface="Noto Sans KR"/>
                <a:cs typeface="Noto Sans KR"/>
              </a:rPr>
              <a:t>다음 세대의 관리</a:t>
            </a:r>
          </a:p>
        </p:txBody>
      </p:sp>
      <p:sp>
        <p:nvSpPr>
          <p:cNvPr id="12" name="인수인계">
            <a:extLst>
              <a:ext uri="{FF2B5EF4-FFF2-40B4-BE49-F238E27FC236}">
                <a16:creationId xmlns:a16="http://schemas.microsoft.com/office/drawing/2014/main" id="{0FB62A25-89F1-41A1-8334-7861785D16EB}"/>
              </a:ext>
            </a:extLst>
          </p:cNvPr>
          <p:cNvSpPr>
            <a:spLocks noGrp="1"/>
          </p:cNvSpPr>
          <p:nvPr/>
        </p:nvSpPr>
        <p:spPr>
          <a:xfrm>
            <a:off x="6381750" y="3943350"/>
            <a:ext cx="2314575" cy="323850"/>
          </a:xfrm>
          <a:prstGeom prst="rect">
            <a:avLst/>
          </a:prstGeom>
          <a:noFill/>
          <a:ln w="0">
            <a:noFill/>
          </a:ln>
        </p:spPr>
        <p:txBody>
          <a:bodyPr wrap="none" lIns="0" tIns="0" rIns="0" bIns="0" anchor="t">
            <a:noAutofit/>
          </a:bodyPr>
          <a:lstStyle>
            <a:defPPr algn="ctr">
              <a:defRPr sz="1500" b="0">
                <a:solidFill>
                  <a:srgbClr val="626262"/>
                </a:solidFill>
                <a:latin typeface="Noto Sans KR"/>
                <a:ea typeface="Noto Sans KR"/>
                <a:cs typeface="Noto Sans KR"/>
              </a:defRPr>
            </a:defPPr>
          </a:lstStyle>
          <a:p>
            <a:pPr algn="ctr">
              <a:defRPr sz="1500" b="0">
                <a:solidFill>
                  <a:srgbClr val="626262"/>
                </a:solidFill>
                <a:latin typeface="Noto Sans KR"/>
                <a:ea typeface="Noto Sans KR"/>
                <a:cs typeface="Noto Sans KR"/>
              </a:defRPr>
            </a:pPr>
            <a:r>
              <a:rPr sz="1500" b="0">
                <a:solidFill>
                  <a:srgbClr val="626262"/>
                </a:solidFill>
                <a:latin typeface="Noto Sans KR"/>
                <a:ea typeface="Noto Sans KR"/>
                <a:cs typeface="Noto Sans KR"/>
              </a:rPr>
              <a:t>인수인계</a:t>
            </a:r>
          </a:p>
        </p:txBody>
      </p:sp>
    </p:spTree>
    <p:extLst>
      <p:ext uri="{BB962C8B-B14F-4D97-AF65-F5344CB8AC3E}">
        <p14:creationId xmlns:p14="http://schemas.microsoft.com/office/powerpoint/2010/main" val="21387654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83E35"/>
        </a:solidFill>
        <a:effectLst/>
      </p:bgPr>
    </p:bg>
    <p:spTree>
      <p:nvGrpSpPr>
        <p:cNvPr id="1" name=""/>
        <p:cNvGrpSpPr/>
        <p:nvPr/>
      </p:nvGrpSpPr>
      <p:grpSpPr>
        <a:xfrm>
          <a:off x="0" y="0"/>
          <a:ext cx="0" cy="0"/>
          <a:chOff x="0" y="0"/>
          <a:chExt cx="0" cy="0"/>
        </a:xfrm>
      </p:grpSpPr>
      <p:sp>
        <p:nvSpPr>
          <p:cNvPr id="2" name="한 번 실패했습니다">
            <a:extLst>
              <a:ext uri="{FF2B5EF4-FFF2-40B4-BE49-F238E27FC236}">
                <a16:creationId xmlns:a16="http://schemas.microsoft.com/office/drawing/2014/main" id="{D5D91B8C-0E19-457F-84D0-31517A4DD9F0}"/>
              </a:ext>
            </a:extLst>
          </p:cNvPr>
          <p:cNvSpPr>
            <a:spLocks noGrp="1"/>
          </p:cNvSpPr>
          <p:nvPr/>
        </p:nvSpPr>
        <p:spPr>
          <a:xfrm>
            <a:off x="571500" y="1378744"/>
            <a:ext cx="8001000" cy="1914525"/>
          </a:xfrm>
          <a:prstGeom prst="rect">
            <a:avLst/>
          </a:prstGeom>
          <a:noFill/>
          <a:ln w="0">
            <a:noFill/>
          </a:ln>
        </p:spPr>
        <p:txBody>
          <a:bodyPr wrap="none" lIns="0" tIns="0" rIns="0" bIns="0" anchor="t">
            <a:noAutofit/>
          </a:bodyPr>
          <a:lstStyle>
            <a:defPPr algn="l">
              <a:defRPr sz="6000" b="1">
                <a:solidFill>
                  <a:srgbClr val="F5F2E9"/>
                </a:solidFill>
                <a:latin typeface="Noto Sans KR"/>
                <a:ea typeface="Noto Sans KR"/>
                <a:cs typeface="Noto Sans KR"/>
              </a:defRPr>
            </a:defPPr>
          </a:lstStyle>
          <a:p>
            <a:pPr defTabSz="685800">
              <a:defRPr sz="6000" b="1">
                <a:solidFill>
                  <a:srgbClr val="F5F2E9"/>
                </a:solidFill>
                <a:latin typeface="Noto Sans KR"/>
                <a:ea typeface="Noto Sans KR"/>
                <a:cs typeface="Noto Sans KR"/>
              </a:defRPr>
            </a:pPr>
            <a:r>
              <a:rPr sz="4500" b="1">
                <a:solidFill>
                  <a:srgbClr val="F5F2E9"/>
                </a:solidFill>
                <a:latin typeface="Noto Sans KR"/>
                <a:ea typeface="Noto Sans KR"/>
                <a:cs typeface="Noto Sans KR"/>
              </a:rPr>
              <a:t>한 번</a:t>
            </a:r>
          </a:p>
          <a:p>
            <a:pPr defTabSz="685800">
              <a:defRPr sz="6000" b="1">
                <a:solidFill>
                  <a:srgbClr val="F5F2E9"/>
                </a:solidFill>
                <a:latin typeface="Noto Sans KR"/>
                <a:ea typeface="Noto Sans KR"/>
                <a:cs typeface="Noto Sans KR"/>
              </a:defRPr>
            </a:pPr>
            <a:r>
              <a:rPr sz="4500" b="1">
                <a:solidFill>
                  <a:srgbClr val="F5F2E9"/>
                </a:solidFill>
                <a:latin typeface="Noto Sans KR"/>
                <a:ea typeface="Noto Sans KR"/>
                <a:cs typeface="Noto Sans KR"/>
              </a:rPr>
              <a:t>실패했습니다</a:t>
            </a:r>
          </a:p>
        </p:txBody>
      </p:sp>
    </p:spTree>
    <p:extLst>
      <p:ext uri="{BB962C8B-B14F-4D97-AF65-F5344CB8AC3E}">
        <p14:creationId xmlns:p14="http://schemas.microsoft.com/office/powerpoint/2010/main" val="12625132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33" name="Template artwork 10033"/>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34" name="Template artwork 10034"/>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35" name="Template artwork 10035"/>
          <p:cNvSpPr>
            <a:spLocks noGrp="1"/>
          </p:cNvSpPr>
          <p:nvPr/>
        </p:nvSpPr>
        <p:spPr>
          <a:xfrm>
            <a:off x="723900" y="1428750"/>
            <a:ext cx="1752600" cy="1752600"/>
          </a:xfrm>
          <a:prstGeom prst="ellipse">
            <a:avLst/>
          </a:prstGeom>
          <a:solidFill>
            <a:srgbClr val="6BBADD"/>
          </a:solidFill>
          <a:ln w="19050" cap="flat" cmpd="sng">
            <a:solidFill>
              <a:srgbClr val="6BBADD"/>
            </a:solidFill>
            <a:prstDash val="solid"/>
            <a:round/>
          </a:ln>
        </p:spPr>
        <p:txBody>
          <a:bodyPr/>
          <a:lstStyle/>
          <a:p>
            <a:endParaRPr/>
          </a:p>
        </p:txBody>
      </p:sp>
      <p:sp>
        <p:nvSpPr>
          <p:cNvPr id="10036" name="Template artwork 10036"/>
          <p:cNvSpPr>
            <a:spLocks noGrp="1"/>
          </p:cNvSpPr>
          <p:nvPr/>
        </p:nvSpPr>
        <p:spPr>
          <a:xfrm>
            <a:off x="3705225" y="1428750"/>
            <a:ext cx="1752600" cy="1752600"/>
          </a:xfrm>
          <a:prstGeom prst="ellipse">
            <a:avLst/>
          </a:prstGeom>
          <a:solidFill>
            <a:srgbClr val="ABCA48"/>
          </a:solidFill>
          <a:ln w="19050" cap="flat" cmpd="sng">
            <a:solidFill>
              <a:srgbClr val="ABCA48"/>
            </a:solidFill>
            <a:prstDash val="solid"/>
            <a:round/>
          </a:ln>
        </p:spPr>
        <p:txBody>
          <a:bodyPr/>
          <a:lstStyle/>
          <a:p>
            <a:endParaRPr/>
          </a:p>
        </p:txBody>
      </p:sp>
      <p:sp>
        <p:nvSpPr>
          <p:cNvPr id="10037" name="Template artwork 10037"/>
          <p:cNvSpPr>
            <a:spLocks noGrp="1"/>
          </p:cNvSpPr>
          <p:nvPr/>
        </p:nvSpPr>
        <p:spPr>
          <a:xfrm>
            <a:off x="6686550" y="1428750"/>
            <a:ext cx="1752600" cy="1752600"/>
          </a:xfrm>
          <a:prstGeom prst="ellipse">
            <a:avLst/>
          </a:prstGeom>
          <a:solidFill>
            <a:srgbClr val="D05258"/>
          </a:solidFill>
          <a:ln w="19050" cap="flat" cmpd="sng">
            <a:solidFill>
              <a:srgbClr val="D05258"/>
            </a:solidFill>
            <a:prstDash val="solid"/>
            <a:round/>
          </a:ln>
        </p:spPr>
        <p:txBody>
          <a:bodyPr/>
          <a:lstStyle/>
          <a:p>
            <a:endParaRPr/>
          </a:p>
        </p:txBody>
      </p:sp>
      <p:sp>
        <p:nvSpPr>
          <p:cNvPr id="11" name="11">
            <a:extLst>
              <a:ext uri="{FF2B5EF4-FFF2-40B4-BE49-F238E27FC236}">
                <a16:creationId xmlns:a16="http://schemas.microsoft.com/office/drawing/2014/main" id="{202A6E3F-F46D-434A-ADDB-1A2A7ACF2223}"/>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11</a:t>
            </a:r>
          </a:p>
        </p:txBody>
      </p:sp>
      <p:sp>
        <p:nvSpPr>
          <p:cNvPr id="2" name="명문가">
            <a:extLst>
              <a:ext uri="{FF2B5EF4-FFF2-40B4-BE49-F238E27FC236}">
                <a16:creationId xmlns:a16="http://schemas.microsoft.com/office/drawing/2014/main" id="{1AB17740-609B-4380-82D6-5771D710AA5C}"/>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AI와 다시 시작">
            <a:extLst>
              <a:ext uri="{FF2B5EF4-FFF2-40B4-BE49-F238E27FC236}">
                <a16:creationId xmlns:a16="http://schemas.microsoft.com/office/drawing/2014/main" id="{AB32226E-24D0-4B33-83FA-C9A14912D2E9}"/>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dirty="0">
                <a:solidFill>
                  <a:srgbClr val="626262"/>
                </a:solidFill>
                <a:latin typeface="Noto Sans KR"/>
                <a:ea typeface="Noto Sans KR"/>
                <a:cs typeface="Noto Sans KR"/>
              </a:rPr>
              <a:t>AI</a:t>
            </a:r>
            <a:r>
              <a:rPr lang="en-US" sz="2850" b="0" dirty="0">
                <a:solidFill>
                  <a:srgbClr val="626262"/>
                </a:solidFill>
                <a:latin typeface="Noto Sans KR"/>
                <a:ea typeface="Noto Sans KR"/>
                <a:cs typeface="Noto Sans KR"/>
              </a:rPr>
              <a:t> ERA</a:t>
            </a:r>
            <a:endParaRPr sz="2850" b="0" dirty="0">
              <a:solidFill>
                <a:srgbClr val="626262"/>
              </a:solidFill>
              <a:latin typeface="Noto Sans KR"/>
              <a:ea typeface="Noto Sans KR"/>
              <a:cs typeface="Noto Sans KR"/>
            </a:endParaRPr>
          </a:p>
        </p:txBody>
      </p:sp>
      <p:pic>
        <p:nvPicPr>
          <p:cNvPr id="5" name="그림 4">
            <a:extLst>
              <a:ext uri="{FF2B5EF4-FFF2-40B4-BE49-F238E27FC236}">
                <a16:creationId xmlns:a16="http://schemas.microsoft.com/office/drawing/2014/main" id="{B186D5BA-4BC9-4F0F-8D97-B02616B416FE}"/>
              </a:ext>
            </a:extLst>
          </p:cNvPr>
          <p:cNvPicPr>
            <a:picLocks noChangeAspect="1"/>
          </p:cNvPicPr>
          <p:nvPr/>
        </p:nvPicPr>
        <p:blipFill>
          <a:blip r:embed="rId3"/>
          <a:stretch/>
        </p:blipFill>
        <p:spPr>
          <a:xfrm>
            <a:off x="1109472" y="1814322"/>
            <a:ext cx="981456" cy="981456"/>
          </a:xfrm>
          <a:prstGeom prst="rect">
            <a:avLst/>
          </a:prstGeom>
        </p:spPr>
      </p:pic>
      <p:sp>
        <p:nvSpPr>
          <p:cNvPr id="6" name="전사">
            <a:extLst>
              <a:ext uri="{FF2B5EF4-FFF2-40B4-BE49-F238E27FC236}">
                <a16:creationId xmlns:a16="http://schemas.microsoft.com/office/drawing/2014/main" id="{E5834D10-7DC6-4C93-8E27-D422B516635E}"/>
              </a:ext>
            </a:extLst>
          </p:cNvPr>
          <p:cNvSpPr>
            <a:spLocks noGrp="1"/>
          </p:cNvSpPr>
          <p:nvPr/>
        </p:nvSpPr>
        <p:spPr>
          <a:xfrm>
            <a:off x="381000" y="3619500"/>
            <a:ext cx="2438400" cy="476250"/>
          </a:xfrm>
          <a:prstGeom prst="rect">
            <a:avLst/>
          </a:prstGeom>
          <a:noFill/>
          <a:ln w="0">
            <a:noFill/>
          </a:ln>
        </p:spPr>
        <p:txBody>
          <a:bodyPr wrap="none" lIns="0" tIns="0" rIns="0" bIns="0" anchor="t">
            <a:noAutofit/>
          </a:bodyPr>
          <a:lstStyle>
            <a:defPPr algn="ctr">
              <a:defRPr sz="2175" b="0">
                <a:solidFill>
                  <a:srgbClr val="626262"/>
                </a:solidFill>
                <a:latin typeface="Noto Sans KR"/>
                <a:ea typeface="Noto Sans KR"/>
                <a:cs typeface="Noto Sans KR"/>
              </a:defRPr>
            </a:defPPr>
          </a:lstStyle>
          <a:p>
            <a:pPr algn="ctr">
              <a:defRPr sz="2175" b="0">
                <a:solidFill>
                  <a:srgbClr val="626262"/>
                </a:solidFill>
                <a:latin typeface="Noto Sans KR"/>
                <a:ea typeface="Noto Sans KR"/>
                <a:cs typeface="Noto Sans KR"/>
              </a:defRPr>
            </a:pPr>
            <a:r>
              <a:rPr sz="2175" b="0">
                <a:solidFill>
                  <a:srgbClr val="626262"/>
                </a:solidFill>
                <a:latin typeface="Noto Sans KR"/>
                <a:ea typeface="Noto Sans KR"/>
                <a:cs typeface="Noto Sans KR"/>
              </a:rPr>
              <a:t>전사</a:t>
            </a:r>
          </a:p>
        </p:txBody>
      </p:sp>
      <p:pic>
        <p:nvPicPr>
          <p:cNvPr id="7" name="그림 6">
            <a:extLst>
              <a:ext uri="{FF2B5EF4-FFF2-40B4-BE49-F238E27FC236}">
                <a16:creationId xmlns:a16="http://schemas.microsoft.com/office/drawing/2014/main" id="{E7229319-24B8-4B3F-8E55-ABF4EE4496A3}"/>
              </a:ext>
            </a:extLst>
          </p:cNvPr>
          <p:cNvPicPr>
            <a:picLocks noChangeAspect="1"/>
          </p:cNvPicPr>
          <p:nvPr/>
        </p:nvPicPr>
        <p:blipFill>
          <a:blip r:embed="rId4"/>
          <a:stretch/>
        </p:blipFill>
        <p:spPr>
          <a:xfrm>
            <a:off x="4090797" y="1814322"/>
            <a:ext cx="981456" cy="981456"/>
          </a:xfrm>
          <a:prstGeom prst="rect">
            <a:avLst/>
          </a:prstGeom>
        </p:spPr>
      </p:pic>
      <p:sp>
        <p:nvSpPr>
          <p:cNvPr id="8" name="문서 초안">
            <a:extLst>
              <a:ext uri="{FF2B5EF4-FFF2-40B4-BE49-F238E27FC236}">
                <a16:creationId xmlns:a16="http://schemas.microsoft.com/office/drawing/2014/main" id="{14899E30-F167-4121-9BAE-66B67E050E9D}"/>
              </a:ext>
            </a:extLst>
          </p:cNvPr>
          <p:cNvSpPr>
            <a:spLocks noGrp="1"/>
          </p:cNvSpPr>
          <p:nvPr/>
        </p:nvSpPr>
        <p:spPr>
          <a:xfrm>
            <a:off x="3362325" y="3619500"/>
            <a:ext cx="2438400" cy="476250"/>
          </a:xfrm>
          <a:prstGeom prst="rect">
            <a:avLst/>
          </a:prstGeom>
          <a:noFill/>
          <a:ln w="0">
            <a:noFill/>
          </a:ln>
        </p:spPr>
        <p:txBody>
          <a:bodyPr wrap="none" lIns="0" tIns="0" rIns="0" bIns="0" anchor="t">
            <a:noAutofit/>
          </a:bodyPr>
          <a:lstStyle>
            <a:defPPr algn="ctr">
              <a:defRPr sz="2175" b="0">
                <a:solidFill>
                  <a:srgbClr val="626262"/>
                </a:solidFill>
                <a:latin typeface="Noto Sans KR"/>
                <a:ea typeface="Noto Sans KR"/>
                <a:cs typeface="Noto Sans KR"/>
              </a:defRPr>
            </a:defPPr>
          </a:lstStyle>
          <a:p>
            <a:pPr algn="ctr">
              <a:defRPr sz="2175" b="0">
                <a:solidFill>
                  <a:srgbClr val="626262"/>
                </a:solidFill>
                <a:latin typeface="Noto Sans KR"/>
                <a:ea typeface="Noto Sans KR"/>
                <a:cs typeface="Noto Sans KR"/>
              </a:defRPr>
            </a:pPr>
            <a:r>
              <a:rPr sz="2175" b="0">
                <a:solidFill>
                  <a:srgbClr val="626262"/>
                </a:solidFill>
                <a:latin typeface="Noto Sans KR"/>
                <a:ea typeface="Noto Sans KR"/>
                <a:cs typeface="Noto Sans KR"/>
              </a:rPr>
              <a:t>문서 초안</a:t>
            </a:r>
          </a:p>
        </p:txBody>
      </p:sp>
      <p:pic>
        <p:nvPicPr>
          <p:cNvPr id="9" name="그림 8">
            <a:extLst>
              <a:ext uri="{FF2B5EF4-FFF2-40B4-BE49-F238E27FC236}">
                <a16:creationId xmlns:a16="http://schemas.microsoft.com/office/drawing/2014/main" id="{471DDDD7-52F2-4B34-BAEE-30E140048FB3}"/>
              </a:ext>
            </a:extLst>
          </p:cNvPr>
          <p:cNvPicPr>
            <a:picLocks noChangeAspect="1"/>
          </p:cNvPicPr>
          <p:nvPr/>
        </p:nvPicPr>
        <p:blipFill>
          <a:blip r:embed="rId5"/>
          <a:stretch/>
        </p:blipFill>
        <p:spPr>
          <a:xfrm>
            <a:off x="7072122" y="1814322"/>
            <a:ext cx="981456" cy="981456"/>
          </a:xfrm>
          <a:prstGeom prst="rect">
            <a:avLst/>
          </a:prstGeom>
        </p:spPr>
      </p:pic>
      <p:sp>
        <p:nvSpPr>
          <p:cNvPr id="10" name="자료 비교">
            <a:extLst>
              <a:ext uri="{FF2B5EF4-FFF2-40B4-BE49-F238E27FC236}">
                <a16:creationId xmlns:a16="http://schemas.microsoft.com/office/drawing/2014/main" id="{32B7D937-E0A0-47C9-8833-258D7E0DE2A2}"/>
              </a:ext>
            </a:extLst>
          </p:cNvPr>
          <p:cNvSpPr>
            <a:spLocks noGrp="1"/>
          </p:cNvSpPr>
          <p:nvPr/>
        </p:nvSpPr>
        <p:spPr>
          <a:xfrm>
            <a:off x="6343650" y="3619500"/>
            <a:ext cx="2438400" cy="476250"/>
          </a:xfrm>
          <a:prstGeom prst="rect">
            <a:avLst/>
          </a:prstGeom>
          <a:noFill/>
          <a:ln w="0">
            <a:noFill/>
          </a:ln>
        </p:spPr>
        <p:txBody>
          <a:bodyPr wrap="none" lIns="0" tIns="0" rIns="0" bIns="0" anchor="t">
            <a:noAutofit/>
          </a:bodyPr>
          <a:lstStyle>
            <a:defPPr algn="ctr">
              <a:defRPr sz="2175" b="0">
                <a:solidFill>
                  <a:srgbClr val="626262"/>
                </a:solidFill>
                <a:latin typeface="Noto Sans KR"/>
                <a:ea typeface="Noto Sans KR"/>
                <a:cs typeface="Noto Sans KR"/>
              </a:defRPr>
            </a:defPPr>
          </a:lstStyle>
          <a:p>
            <a:pPr algn="ctr">
              <a:defRPr sz="2175" b="0">
                <a:solidFill>
                  <a:srgbClr val="626262"/>
                </a:solidFill>
                <a:latin typeface="Noto Sans KR"/>
                <a:ea typeface="Noto Sans KR"/>
                <a:cs typeface="Noto Sans KR"/>
              </a:defRPr>
            </a:pPr>
            <a:r>
              <a:rPr sz="2175" b="0">
                <a:solidFill>
                  <a:srgbClr val="626262"/>
                </a:solidFill>
                <a:latin typeface="Noto Sans KR"/>
                <a:ea typeface="Noto Sans KR"/>
                <a:cs typeface="Noto Sans KR"/>
              </a:rPr>
              <a:t>자료 비교</a:t>
            </a:r>
          </a:p>
        </p:txBody>
      </p:sp>
    </p:spTree>
    <p:extLst>
      <p:ext uri="{BB962C8B-B14F-4D97-AF65-F5344CB8AC3E}">
        <p14:creationId xmlns:p14="http://schemas.microsoft.com/office/powerpoint/2010/main" val="12770116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그림 4">
            <a:extLst>
              <a:ext uri="{FF2B5EF4-FFF2-40B4-BE49-F238E27FC236}">
                <a16:creationId xmlns:a16="http://schemas.microsoft.com/office/drawing/2014/main" id="{D7DC5E0B-42F9-44B4-8C26-A88D7EBB0E8E}"/>
              </a:ext>
            </a:extLst>
          </p:cNvPr>
          <p:cNvPicPr>
            <a:picLocks noChangeAspect="1"/>
          </p:cNvPicPr>
          <p:nvPr/>
        </p:nvPicPr>
        <p:blipFill>
          <a:blip r:embed="rId3"/>
          <a:srcRect t="27" b="27"/>
          <a:stretch>
            <a:fillRect/>
          </a:stretch>
        </p:blipFill>
        <p:spPr>
          <a:xfrm>
            <a:off x="0" y="0"/>
            <a:ext cx="9144000" cy="5143500"/>
          </a:xfrm>
          <a:prstGeom prst="rect">
            <a:avLst/>
          </a:prstGeom>
        </p:spPr>
      </p:pic>
      <p:sp>
        <p:nvSpPr>
          <p:cNvPr id="2" name="우리 가문은">
            <a:extLst>
              <a:ext uri="{FF2B5EF4-FFF2-40B4-BE49-F238E27FC236}">
                <a16:creationId xmlns:a16="http://schemas.microsoft.com/office/drawing/2014/main" id="{6B4419E3-613E-48D3-B59E-73BC94DB3962}"/>
              </a:ext>
            </a:extLst>
          </p:cNvPr>
          <p:cNvSpPr>
            <a:spLocks noGrp="1"/>
          </p:cNvSpPr>
          <p:nvPr/>
        </p:nvSpPr>
        <p:spPr>
          <a:xfrm>
            <a:off x="528638" y="1185862"/>
            <a:ext cx="3607594" cy="414338"/>
          </a:xfrm>
          <a:prstGeom prst="rect">
            <a:avLst/>
          </a:prstGeom>
          <a:noFill/>
          <a:ln w="0">
            <a:noFill/>
          </a:ln>
        </p:spPr>
        <p:txBody>
          <a:bodyPr wrap="none" lIns="0" tIns="0" rIns="0" bIns="0" anchor="t">
            <a:noAutofit/>
          </a:bodyPr>
          <a:lstStyle>
            <a:defPPr algn="l">
              <a:defRPr sz="2325" b="0">
                <a:solidFill>
                  <a:srgbClr val="183E35"/>
                </a:solidFill>
                <a:latin typeface="Noto Sans KR"/>
                <a:ea typeface="Noto Sans KR"/>
                <a:cs typeface="Noto Sans KR"/>
              </a:defRPr>
            </a:defPPr>
          </a:lstStyle>
          <a:p>
            <a:pPr algn="l">
              <a:defRPr sz="2325" b="0">
                <a:solidFill>
                  <a:srgbClr val="183E35"/>
                </a:solidFill>
                <a:latin typeface="Noto Sans KR"/>
                <a:ea typeface="Noto Sans KR"/>
                <a:cs typeface="Noto Sans KR"/>
              </a:defRPr>
            </a:pPr>
            <a:r>
              <a:rPr sz="1744">
                <a:solidFill>
                  <a:srgbClr val="183E35"/>
                </a:solidFill>
                <a:latin typeface="Noto Sans KR"/>
                <a:ea typeface="Noto Sans KR"/>
                <a:cs typeface="Noto Sans KR"/>
              </a:rPr>
              <a:t>우리 가문은</a:t>
            </a:r>
          </a:p>
        </p:txBody>
      </p:sp>
      <p:sp>
        <p:nvSpPr>
          <p:cNvPr id="3" name="명문가">
            <a:extLst>
              <a:ext uri="{FF2B5EF4-FFF2-40B4-BE49-F238E27FC236}">
                <a16:creationId xmlns:a16="http://schemas.microsoft.com/office/drawing/2014/main" id="{9630AEDD-EFCD-4D0A-A885-D434AAD7A260}"/>
              </a:ext>
            </a:extLst>
          </p:cNvPr>
          <p:cNvSpPr>
            <a:spLocks noGrp="1"/>
          </p:cNvSpPr>
          <p:nvPr/>
        </p:nvSpPr>
        <p:spPr>
          <a:xfrm>
            <a:off x="485775" y="1650206"/>
            <a:ext cx="3929063" cy="1314450"/>
          </a:xfrm>
          <a:prstGeom prst="rect">
            <a:avLst/>
          </a:prstGeom>
          <a:noFill/>
          <a:ln w="0">
            <a:noFill/>
          </a:ln>
        </p:spPr>
        <p:txBody>
          <a:bodyPr wrap="none" lIns="0" tIns="0" rIns="0" bIns="0" anchor="t">
            <a:noAutofit/>
          </a:bodyPr>
          <a:lstStyle>
            <a:defPPr algn="l">
              <a:defRPr sz="9300" b="1">
                <a:solidFill>
                  <a:srgbClr val="183E35"/>
                </a:solidFill>
                <a:latin typeface="Noto Serif KR"/>
                <a:ea typeface="Noto Serif KR"/>
                <a:cs typeface="Noto Serif KR"/>
              </a:defRPr>
            </a:defPPr>
          </a:lstStyle>
          <a:p>
            <a:pPr algn="l">
              <a:defRPr sz="9300" b="1">
                <a:solidFill>
                  <a:srgbClr val="183E35"/>
                </a:solidFill>
                <a:latin typeface="Noto Serif KR"/>
                <a:ea typeface="Noto Serif KR"/>
                <a:cs typeface="Noto Serif KR"/>
              </a:defRPr>
            </a:pPr>
            <a:r>
              <a:rPr sz="6975" b="1">
                <a:solidFill>
                  <a:srgbClr val="183E35"/>
                </a:solidFill>
                <a:latin typeface="Noto Serif KR"/>
                <a:ea typeface="Noto Serif KR"/>
                <a:cs typeface="Noto Serif KR"/>
              </a:rPr>
              <a:t>명문가</a:t>
            </a:r>
          </a:p>
        </p:txBody>
      </p:sp>
      <p:sp>
        <p:nvSpPr>
          <p:cNvPr id="4" name="종중 운영과 자료 검토">
            <a:extLst>
              <a:ext uri="{FF2B5EF4-FFF2-40B4-BE49-F238E27FC236}">
                <a16:creationId xmlns:a16="http://schemas.microsoft.com/office/drawing/2014/main" id="{B978687D-C39B-4085-966A-2B780CC0BD79}"/>
              </a:ext>
            </a:extLst>
          </p:cNvPr>
          <p:cNvSpPr>
            <a:spLocks noGrp="1"/>
          </p:cNvSpPr>
          <p:nvPr/>
        </p:nvSpPr>
        <p:spPr>
          <a:xfrm>
            <a:off x="542925" y="3100388"/>
            <a:ext cx="3893344" cy="428625"/>
          </a:xfrm>
          <a:prstGeom prst="rect">
            <a:avLst/>
          </a:prstGeom>
          <a:noFill/>
          <a:ln w="0">
            <a:noFill/>
          </a:ln>
        </p:spPr>
        <p:txBody>
          <a:bodyPr wrap="none" lIns="0" tIns="0" rIns="0" bIns="0" anchor="t">
            <a:noAutofit/>
          </a:bodyPr>
          <a:lstStyle>
            <a:defPPr algn="l">
              <a:defRPr sz="2250" b="0">
                <a:solidFill>
                  <a:srgbClr val="183E35"/>
                </a:solidFill>
                <a:latin typeface="Noto Sans KR"/>
                <a:ea typeface="Noto Sans KR"/>
                <a:cs typeface="Noto Sans KR"/>
              </a:defRPr>
            </a:defPPr>
          </a:lstStyle>
          <a:p>
            <a:pPr algn="l">
              <a:defRPr sz="2250" b="0">
                <a:solidFill>
                  <a:srgbClr val="183E35"/>
                </a:solidFill>
                <a:latin typeface="Noto Sans KR"/>
                <a:ea typeface="Noto Sans KR"/>
                <a:cs typeface="Noto Sans KR"/>
              </a:defRPr>
            </a:pPr>
            <a:r>
              <a:rPr sz="1688" dirty="0" err="1">
                <a:solidFill>
                  <a:srgbClr val="183E35"/>
                </a:solidFill>
                <a:latin typeface="Noto Sans KR"/>
                <a:ea typeface="Noto Sans KR"/>
                <a:cs typeface="Noto Sans KR"/>
              </a:rPr>
              <a:t>종중</a:t>
            </a:r>
            <a:r>
              <a:rPr sz="1688" dirty="0">
                <a:solidFill>
                  <a:srgbClr val="183E35"/>
                </a:solidFill>
                <a:latin typeface="Noto Sans KR"/>
                <a:ea typeface="Noto Sans KR"/>
                <a:cs typeface="Noto Sans KR"/>
              </a:rPr>
              <a:t> </a:t>
            </a:r>
            <a:r>
              <a:rPr sz="1688" dirty="0" err="1">
                <a:solidFill>
                  <a:srgbClr val="183E35"/>
                </a:solidFill>
                <a:latin typeface="Noto Sans KR"/>
                <a:ea typeface="Noto Sans KR"/>
                <a:cs typeface="Noto Sans KR"/>
              </a:rPr>
              <a:t>운영</a:t>
            </a:r>
            <a:r>
              <a:rPr lang="ko-KR" altLang="en-US" sz="1688" dirty="0">
                <a:solidFill>
                  <a:srgbClr val="183E35"/>
                </a:solidFill>
                <a:latin typeface="Noto Sans KR"/>
                <a:ea typeface="Noto Sans KR"/>
                <a:cs typeface="Noto Sans KR"/>
              </a:rPr>
              <a:t>의 </a:t>
            </a:r>
            <a:r>
              <a:rPr lang="ko-KR" altLang="en-US" sz="1688" dirty="0" err="1">
                <a:solidFill>
                  <a:srgbClr val="183E35"/>
                </a:solidFill>
                <a:latin typeface="Noto Sans KR"/>
                <a:ea typeface="Noto Sans KR"/>
                <a:cs typeface="Noto Sans KR"/>
              </a:rPr>
              <a:t>모든것</a:t>
            </a:r>
            <a:endParaRPr sz="1688" dirty="0">
              <a:solidFill>
                <a:srgbClr val="183E35"/>
              </a:solidFill>
              <a:latin typeface="Noto Sans KR"/>
              <a:ea typeface="Noto Sans KR"/>
              <a:cs typeface="Noto Sans KR"/>
            </a:endParaRPr>
          </a:p>
        </p:txBody>
      </p:sp>
    </p:spTree>
    <p:extLst>
      <p:ext uri="{BB962C8B-B14F-4D97-AF65-F5344CB8AC3E}">
        <p14:creationId xmlns:p14="http://schemas.microsoft.com/office/powerpoint/2010/main" val="10791263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41" name="Template artwork 10041"/>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42" name="Template artwork 10042"/>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43" name="Template artwork 10043"/>
          <p:cNvSpPr>
            <a:spLocks noGrp="1"/>
          </p:cNvSpPr>
          <p:nvPr/>
        </p:nvSpPr>
        <p:spPr>
          <a:xfrm>
            <a:off x="647700" y="2143125"/>
            <a:ext cx="1238250" cy="1238250"/>
          </a:xfrm>
          <a:prstGeom prst="ellipse">
            <a:avLst/>
          </a:prstGeom>
          <a:solidFill>
            <a:srgbClr val="6BBADD"/>
          </a:solidFill>
          <a:ln w="19050" cap="flat" cmpd="sng">
            <a:solidFill>
              <a:srgbClr val="6BBADD"/>
            </a:solidFill>
            <a:prstDash val="solid"/>
            <a:round/>
          </a:ln>
        </p:spPr>
        <p:txBody>
          <a:bodyPr/>
          <a:lstStyle/>
          <a:p>
            <a:endParaRPr/>
          </a:p>
        </p:txBody>
      </p:sp>
      <p:sp>
        <p:nvSpPr>
          <p:cNvPr id="10044" name="Template artwork 10044"/>
          <p:cNvSpPr>
            <a:spLocks noGrp="1"/>
          </p:cNvSpPr>
          <p:nvPr/>
        </p:nvSpPr>
        <p:spPr>
          <a:xfrm>
            <a:off x="3848100" y="1838325"/>
            <a:ext cx="1495425" cy="1495425"/>
          </a:xfrm>
          <a:prstGeom prst="ellipse">
            <a:avLst/>
          </a:prstGeom>
          <a:solidFill>
            <a:srgbClr val="EEAD2A"/>
          </a:solidFill>
          <a:ln w="19050" cap="flat" cmpd="sng">
            <a:solidFill>
              <a:srgbClr val="EEAD2A"/>
            </a:solidFill>
            <a:prstDash val="solid"/>
            <a:round/>
          </a:ln>
        </p:spPr>
        <p:txBody>
          <a:bodyPr/>
          <a:lstStyle/>
          <a:p>
            <a:endParaRPr/>
          </a:p>
        </p:txBody>
      </p:sp>
      <p:sp>
        <p:nvSpPr>
          <p:cNvPr id="10045" name="Template artwork 10045"/>
          <p:cNvSpPr>
            <a:spLocks noGrp="1"/>
          </p:cNvSpPr>
          <p:nvPr/>
        </p:nvSpPr>
        <p:spPr>
          <a:xfrm>
            <a:off x="7610475" y="1657350"/>
            <a:ext cx="800100" cy="800100"/>
          </a:xfrm>
          <a:prstGeom prst="ellipse">
            <a:avLst/>
          </a:prstGeom>
          <a:solidFill>
            <a:srgbClr val="ABCA48"/>
          </a:solidFill>
          <a:ln w="19050" cap="flat" cmpd="sng">
            <a:solidFill>
              <a:srgbClr val="ABCA48"/>
            </a:solidFill>
            <a:prstDash val="solid"/>
            <a:round/>
          </a:ln>
        </p:spPr>
        <p:txBody>
          <a:bodyPr/>
          <a:lstStyle/>
          <a:p>
            <a:endParaRPr/>
          </a:p>
        </p:txBody>
      </p:sp>
      <p:sp>
        <p:nvSpPr>
          <p:cNvPr id="10046" name="Template artwork 10046"/>
          <p:cNvSpPr>
            <a:spLocks noGrp="1"/>
          </p:cNvSpPr>
          <p:nvPr/>
        </p:nvSpPr>
        <p:spPr>
          <a:xfrm>
            <a:off x="7610475" y="3152775"/>
            <a:ext cx="800100" cy="800100"/>
          </a:xfrm>
          <a:prstGeom prst="ellipse">
            <a:avLst/>
          </a:prstGeom>
          <a:solidFill>
            <a:srgbClr val="D05258"/>
          </a:solidFill>
          <a:ln w="19050" cap="flat" cmpd="sng">
            <a:solidFill>
              <a:srgbClr val="D05258"/>
            </a:solidFill>
            <a:prstDash val="solid"/>
            <a:round/>
          </a:ln>
        </p:spPr>
        <p:txBody>
          <a:bodyPr/>
          <a:lstStyle/>
          <a:p>
            <a:endParaRPr/>
          </a:p>
        </p:txBody>
      </p:sp>
      <p:sp>
        <p:nvSpPr>
          <p:cNvPr id="17" name="13">
            <a:extLst>
              <a:ext uri="{FF2B5EF4-FFF2-40B4-BE49-F238E27FC236}">
                <a16:creationId xmlns:a16="http://schemas.microsoft.com/office/drawing/2014/main" id="{352116D3-0CCC-447A-A18E-CC5F918CAB38}"/>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13</a:t>
            </a:r>
          </a:p>
        </p:txBody>
      </p:sp>
      <p:sp>
        <p:nvSpPr>
          <p:cNvPr id="2" name="명문가">
            <a:extLst>
              <a:ext uri="{FF2B5EF4-FFF2-40B4-BE49-F238E27FC236}">
                <a16:creationId xmlns:a16="http://schemas.microsoft.com/office/drawing/2014/main" id="{F83A2E0D-8B8E-4FAD-A5B2-CDFA5DAFAF39}"/>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모듈러 모놀리스">
            <a:extLst>
              <a:ext uri="{FF2B5EF4-FFF2-40B4-BE49-F238E27FC236}">
                <a16:creationId xmlns:a16="http://schemas.microsoft.com/office/drawing/2014/main" id="{E0863976-CB4A-498C-86F1-C645F3DD545D}"/>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모듈러 모놀리스</a:t>
            </a:r>
          </a:p>
        </p:txBody>
      </p:sp>
      <p:sp>
        <p:nvSpPr>
          <p:cNvPr id="4" name="설계안    외부 업무는 mock으로 교체">
            <a:extLst>
              <a:ext uri="{FF2B5EF4-FFF2-40B4-BE49-F238E27FC236}">
                <a16:creationId xmlns:a16="http://schemas.microsoft.com/office/drawing/2014/main" id="{7417E531-FB8F-44F6-985D-3F9B68AB751B}"/>
              </a:ext>
            </a:extLst>
          </p:cNvPr>
          <p:cNvSpPr>
            <a:spLocks noGrp="1"/>
          </p:cNvSpPr>
          <p:nvPr/>
        </p:nvSpPr>
        <p:spPr>
          <a:xfrm>
            <a:off x="476250" y="4552950"/>
            <a:ext cx="8191500" cy="228600"/>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rPr>
              <a:t>설계안    외부 업무는 mock으로 교체</a:t>
            </a:r>
          </a:p>
        </p:txBody>
      </p:sp>
      <p:sp>
        <p:nvSpPr>
          <p:cNvPr id="5" name="CLJS + Vinext">
            <a:extLst>
              <a:ext uri="{FF2B5EF4-FFF2-40B4-BE49-F238E27FC236}">
                <a16:creationId xmlns:a16="http://schemas.microsoft.com/office/drawing/2014/main" id="{6694BEBD-3C50-4527-9DCD-45F6D6BC78E6}"/>
              </a:ext>
            </a:extLst>
          </p:cNvPr>
          <p:cNvSpPr>
            <a:spLocks noGrp="1"/>
          </p:cNvSpPr>
          <p:nvPr/>
        </p:nvSpPr>
        <p:spPr>
          <a:xfrm>
            <a:off x="476250" y="962025"/>
            <a:ext cx="4095750" cy="352425"/>
          </a:xfrm>
          <a:prstGeom prst="rect">
            <a:avLst/>
          </a:prstGeom>
          <a:noFill/>
          <a:ln w="0">
            <a:noFill/>
          </a:ln>
        </p:spPr>
        <p:txBody>
          <a:bodyPr wrap="none" lIns="0" tIns="0" rIns="0" bIns="0" anchor="t">
            <a:noAutofit/>
          </a:bodyPr>
          <a:lstStyle>
            <a:defPPr algn="l">
              <a:defRPr sz="1725" b="0">
                <a:solidFill>
                  <a:srgbClr val="626262"/>
                </a:solidFill>
                <a:latin typeface="Noto Sans KR"/>
                <a:ea typeface="Noto Sans KR"/>
                <a:cs typeface="Noto Sans KR"/>
              </a:defRPr>
            </a:defPPr>
          </a:lstStyle>
          <a:p>
            <a:pPr algn="l">
              <a:defRPr sz="1725" b="0">
                <a:solidFill>
                  <a:srgbClr val="626262"/>
                </a:solidFill>
                <a:latin typeface="Noto Sans KR"/>
                <a:ea typeface="Noto Sans KR"/>
                <a:cs typeface="Noto Sans KR"/>
              </a:defRPr>
            </a:pPr>
            <a:r>
              <a:rPr sz="1725" b="0">
                <a:solidFill>
                  <a:srgbClr val="626262"/>
                </a:solidFill>
                <a:latin typeface="Noto Sans KR"/>
                <a:ea typeface="Noto Sans KR"/>
                <a:cs typeface="Noto Sans KR"/>
              </a:rPr>
              <a:t>CLJS + Vinext</a:t>
            </a:r>
          </a:p>
        </p:txBody>
      </p:sp>
      <p:sp>
        <p:nvSpPr>
          <p:cNvPr id="6" name="PBT   cljs.test + test.check">
            <a:extLst>
              <a:ext uri="{FF2B5EF4-FFF2-40B4-BE49-F238E27FC236}">
                <a16:creationId xmlns:a16="http://schemas.microsoft.com/office/drawing/2014/main" id="{77D4594C-4C19-4D18-BE32-1C1CA2F6905C}"/>
              </a:ext>
            </a:extLst>
          </p:cNvPr>
          <p:cNvSpPr>
            <a:spLocks noGrp="1"/>
          </p:cNvSpPr>
          <p:nvPr/>
        </p:nvSpPr>
        <p:spPr>
          <a:xfrm>
            <a:off x="4533900" y="1000125"/>
            <a:ext cx="4133850" cy="304800"/>
          </a:xfrm>
          <a:prstGeom prst="rect">
            <a:avLst/>
          </a:prstGeom>
          <a:noFill/>
          <a:ln w="0">
            <a:noFill/>
          </a:ln>
        </p:spPr>
        <p:txBody>
          <a:bodyPr wrap="none" lIns="0" tIns="0" rIns="0" bIns="0" anchor="t">
            <a:noAutofit/>
          </a:bodyPr>
          <a:lstStyle>
            <a:defPPr algn="r">
              <a:defRPr sz="1425" b="0">
                <a:solidFill>
                  <a:srgbClr val="626262"/>
                </a:solidFill>
                <a:latin typeface="Noto Sans KR"/>
                <a:ea typeface="Noto Sans KR"/>
                <a:cs typeface="Noto Sans KR"/>
              </a:defRPr>
            </a:defPPr>
          </a:lstStyle>
          <a:p>
            <a:pPr algn="r">
              <a:defRPr sz="1425" b="0">
                <a:solidFill>
                  <a:srgbClr val="626262"/>
                </a:solidFill>
                <a:latin typeface="Noto Sans KR"/>
                <a:ea typeface="Noto Sans KR"/>
                <a:cs typeface="Noto Sans KR"/>
              </a:defRPr>
            </a:pPr>
            <a:r>
              <a:rPr sz="1425" b="0">
                <a:solidFill>
                  <a:srgbClr val="626262"/>
                </a:solidFill>
                <a:latin typeface="Noto Sans KR"/>
                <a:ea typeface="Noto Sans KR"/>
                <a:cs typeface="Noto Sans KR"/>
              </a:rPr>
              <a:t>PBT   cljs.test + test.check</a:t>
            </a:r>
          </a:p>
        </p:txBody>
      </p:sp>
      <p:pic>
        <p:nvPicPr>
          <p:cNvPr id="7" name="그림 6">
            <a:extLst>
              <a:ext uri="{FF2B5EF4-FFF2-40B4-BE49-F238E27FC236}">
                <a16:creationId xmlns:a16="http://schemas.microsoft.com/office/drawing/2014/main" id="{E025467F-1F91-4D0D-AF08-189400535AA9}"/>
              </a:ext>
            </a:extLst>
          </p:cNvPr>
          <p:cNvPicPr>
            <a:picLocks noChangeAspect="1"/>
          </p:cNvPicPr>
          <p:nvPr/>
        </p:nvPicPr>
        <p:blipFill>
          <a:blip r:embed="rId3"/>
          <a:stretch/>
        </p:blipFill>
        <p:spPr>
          <a:xfrm>
            <a:off x="920115" y="2415540"/>
            <a:ext cx="693420" cy="693420"/>
          </a:xfrm>
          <a:prstGeom prst="rect">
            <a:avLst/>
          </a:prstGeom>
        </p:spPr>
      </p:pic>
      <p:pic>
        <p:nvPicPr>
          <p:cNvPr id="8" name="그림 7">
            <a:extLst>
              <a:ext uri="{FF2B5EF4-FFF2-40B4-BE49-F238E27FC236}">
                <a16:creationId xmlns:a16="http://schemas.microsoft.com/office/drawing/2014/main" id="{B82F38D5-364E-4924-AE0A-094E479A8FFE}"/>
              </a:ext>
            </a:extLst>
          </p:cNvPr>
          <p:cNvPicPr>
            <a:picLocks noChangeAspect="1"/>
          </p:cNvPicPr>
          <p:nvPr/>
        </p:nvPicPr>
        <p:blipFill>
          <a:blip r:embed="rId4"/>
          <a:stretch/>
        </p:blipFill>
        <p:spPr>
          <a:xfrm>
            <a:off x="2428875" y="2590800"/>
            <a:ext cx="352425" cy="352425"/>
          </a:xfrm>
          <a:prstGeom prst="rect">
            <a:avLst/>
          </a:prstGeom>
        </p:spPr>
      </p:pic>
      <p:pic>
        <p:nvPicPr>
          <p:cNvPr id="9" name="그림 8">
            <a:extLst>
              <a:ext uri="{FF2B5EF4-FFF2-40B4-BE49-F238E27FC236}">
                <a16:creationId xmlns:a16="http://schemas.microsoft.com/office/drawing/2014/main" id="{A40498FE-A82E-4D5E-83AB-F37881890C79}"/>
              </a:ext>
            </a:extLst>
          </p:cNvPr>
          <p:cNvPicPr>
            <a:picLocks noChangeAspect="1"/>
          </p:cNvPicPr>
          <p:nvPr/>
        </p:nvPicPr>
        <p:blipFill>
          <a:blip r:embed="rId5"/>
          <a:stretch/>
        </p:blipFill>
        <p:spPr>
          <a:xfrm>
            <a:off x="4177094" y="2167319"/>
            <a:ext cx="837438" cy="837438"/>
          </a:xfrm>
          <a:prstGeom prst="rect">
            <a:avLst/>
          </a:prstGeom>
        </p:spPr>
      </p:pic>
      <p:sp>
        <p:nvSpPr>
          <p:cNvPr id="10" name="모듈 공개 기능">
            <a:extLst>
              <a:ext uri="{FF2B5EF4-FFF2-40B4-BE49-F238E27FC236}">
                <a16:creationId xmlns:a16="http://schemas.microsoft.com/office/drawing/2014/main" id="{1073D80A-A9C4-49CE-8B00-B05D14D193F2}"/>
              </a:ext>
            </a:extLst>
          </p:cNvPr>
          <p:cNvSpPr>
            <a:spLocks noGrp="1"/>
          </p:cNvSpPr>
          <p:nvPr/>
        </p:nvSpPr>
        <p:spPr>
          <a:xfrm>
            <a:off x="3133725" y="3552825"/>
            <a:ext cx="2914650" cy="352425"/>
          </a:xfrm>
          <a:prstGeom prst="rect">
            <a:avLst/>
          </a:prstGeom>
          <a:noFill/>
          <a:ln w="0">
            <a:noFill/>
          </a:ln>
        </p:spPr>
        <p:txBody>
          <a:bodyPr wrap="none" lIns="0" tIns="0" rIns="0" bIns="0" anchor="t">
            <a:noAutofit/>
          </a:bodyPr>
          <a:lstStyle>
            <a:defPPr algn="ctr">
              <a:defRPr sz="1800" b="0">
                <a:solidFill>
                  <a:srgbClr val="626262"/>
                </a:solidFill>
                <a:latin typeface="Noto Sans KR"/>
                <a:ea typeface="Noto Sans KR"/>
                <a:cs typeface="Noto Sans KR"/>
              </a:defRPr>
            </a:defPPr>
          </a:lstStyle>
          <a:p>
            <a:pPr algn="ctr">
              <a:defRPr sz="1800" b="0">
                <a:solidFill>
                  <a:srgbClr val="626262"/>
                </a:solidFill>
                <a:latin typeface="Noto Sans KR"/>
                <a:ea typeface="Noto Sans KR"/>
                <a:cs typeface="Noto Sans KR"/>
              </a:defRPr>
            </a:pPr>
            <a:r>
              <a:rPr sz="1800" b="0">
                <a:solidFill>
                  <a:srgbClr val="626262"/>
                </a:solidFill>
                <a:latin typeface="Noto Sans KR"/>
                <a:ea typeface="Noto Sans KR"/>
                <a:cs typeface="Noto Sans KR"/>
              </a:rPr>
              <a:t>모듈 공개 기능</a:t>
            </a:r>
          </a:p>
        </p:txBody>
      </p:sp>
      <p:sp>
        <p:nvSpPr>
          <p:cNvPr id="11" name="명부  회의  문서 재산  회계  검토">
            <a:extLst>
              <a:ext uri="{FF2B5EF4-FFF2-40B4-BE49-F238E27FC236}">
                <a16:creationId xmlns:a16="http://schemas.microsoft.com/office/drawing/2014/main" id="{99C36470-E788-4EDB-868F-A12FAFC9C0CE}"/>
              </a:ext>
            </a:extLst>
          </p:cNvPr>
          <p:cNvSpPr>
            <a:spLocks noGrp="1"/>
          </p:cNvSpPr>
          <p:nvPr/>
        </p:nvSpPr>
        <p:spPr>
          <a:xfrm>
            <a:off x="3133725" y="3990975"/>
            <a:ext cx="2914650" cy="552450"/>
          </a:xfrm>
          <a:prstGeom prst="rect">
            <a:avLst/>
          </a:prstGeom>
          <a:noFill/>
          <a:ln w="0">
            <a:noFill/>
          </a:ln>
        </p:spPr>
        <p:txBody>
          <a:bodyPr wrap="none" lIns="0" tIns="0" rIns="0" bIns="0" anchor="t">
            <a:noAutofit/>
          </a:bodyPr>
          <a:lstStyle>
            <a:defPPr algn="ctr">
              <a:defRPr sz="1500" b="0">
                <a:solidFill>
                  <a:srgbClr val="626262"/>
                </a:solidFill>
                <a:latin typeface="Noto Sans KR"/>
                <a:ea typeface="Noto Sans KR"/>
                <a:cs typeface="Noto Sans KR"/>
              </a:defRPr>
            </a:defPPr>
          </a:lstStyle>
          <a:p>
            <a:pPr algn="ctr">
              <a:defRPr sz="1500" b="0">
                <a:solidFill>
                  <a:srgbClr val="626262"/>
                </a:solidFill>
                <a:latin typeface="Noto Sans KR"/>
                <a:ea typeface="Noto Sans KR"/>
                <a:cs typeface="Noto Sans KR"/>
              </a:defRPr>
            </a:pPr>
            <a:r>
              <a:rPr sz="1500" b="0">
                <a:solidFill>
                  <a:srgbClr val="626262"/>
                </a:solidFill>
                <a:latin typeface="Noto Sans KR"/>
                <a:ea typeface="Noto Sans KR"/>
                <a:cs typeface="Noto Sans KR"/>
              </a:rPr>
              <a:t>명부  회의  문서</a:t>
            </a:r>
          </a:p>
          <a:p>
            <a:pPr algn="ctr">
              <a:defRPr sz="1500" b="0">
                <a:solidFill>
                  <a:srgbClr val="626262"/>
                </a:solidFill>
                <a:latin typeface="Noto Sans KR"/>
                <a:ea typeface="Noto Sans KR"/>
                <a:cs typeface="Noto Sans KR"/>
              </a:defRPr>
            </a:pPr>
            <a:r>
              <a:rPr sz="1500" b="0">
                <a:solidFill>
                  <a:srgbClr val="626262"/>
                </a:solidFill>
                <a:latin typeface="Noto Sans KR"/>
                <a:ea typeface="Noto Sans KR"/>
                <a:cs typeface="Noto Sans KR"/>
              </a:rPr>
              <a:t>재산  회계  검토</a:t>
            </a:r>
          </a:p>
        </p:txBody>
      </p:sp>
      <p:pic>
        <p:nvPicPr>
          <p:cNvPr id="12" name="그림 11">
            <a:extLst>
              <a:ext uri="{FF2B5EF4-FFF2-40B4-BE49-F238E27FC236}">
                <a16:creationId xmlns:a16="http://schemas.microsoft.com/office/drawing/2014/main" id="{E2B1DAA6-56A4-4DD0-AA0B-353C16AAC641}"/>
              </a:ext>
            </a:extLst>
          </p:cNvPr>
          <p:cNvPicPr>
            <a:picLocks noChangeAspect="1"/>
          </p:cNvPicPr>
          <p:nvPr/>
        </p:nvPicPr>
        <p:blipFill>
          <a:blip r:embed="rId4"/>
          <a:stretch/>
        </p:blipFill>
        <p:spPr>
          <a:xfrm>
            <a:off x="6410325" y="2590800"/>
            <a:ext cx="352425" cy="352425"/>
          </a:xfrm>
          <a:prstGeom prst="rect">
            <a:avLst/>
          </a:prstGeom>
        </p:spPr>
      </p:pic>
      <p:pic>
        <p:nvPicPr>
          <p:cNvPr id="13" name="그림 12">
            <a:extLst>
              <a:ext uri="{FF2B5EF4-FFF2-40B4-BE49-F238E27FC236}">
                <a16:creationId xmlns:a16="http://schemas.microsoft.com/office/drawing/2014/main" id="{74737031-351D-4642-AF50-DED9AA83E0B6}"/>
              </a:ext>
            </a:extLst>
          </p:cNvPr>
          <p:cNvPicPr>
            <a:picLocks noChangeAspect="1"/>
          </p:cNvPicPr>
          <p:nvPr/>
        </p:nvPicPr>
        <p:blipFill>
          <a:blip r:embed="rId6"/>
          <a:stretch/>
        </p:blipFill>
        <p:spPr>
          <a:xfrm>
            <a:off x="7786497" y="1833372"/>
            <a:ext cx="448056" cy="448056"/>
          </a:xfrm>
          <a:prstGeom prst="rect">
            <a:avLst/>
          </a:prstGeom>
        </p:spPr>
      </p:pic>
      <p:sp>
        <p:nvSpPr>
          <p:cNvPr id="14" name="D1 + R2">
            <a:extLst>
              <a:ext uri="{FF2B5EF4-FFF2-40B4-BE49-F238E27FC236}">
                <a16:creationId xmlns:a16="http://schemas.microsoft.com/office/drawing/2014/main" id="{2007FE4D-CC32-47D0-A7AE-6D2B19412996}"/>
              </a:ext>
            </a:extLst>
          </p:cNvPr>
          <p:cNvSpPr>
            <a:spLocks noGrp="1"/>
          </p:cNvSpPr>
          <p:nvPr/>
        </p:nvSpPr>
        <p:spPr>
          <a:xfrm>
            <a:off x="7124700" y="2543175"/>
            <a:ext cx="1752600" cy="333375"/>
          </a:xfrm>
          <a:prstGeom prst="rect">
            <a:avLst/>
          </a:prstGeom>
          <a:noFill/>
          <a:ln w="0">
            <a:noFill/>
          </a:ln>
        </p:spPr>
        <p:txBody>
          <a:bodyPr wrap="none" lIns="0" tIns="0" rIns="0" bIns="0" anchor="t">
            <a:noAutofit/>
          </a:bodyPr>
          <a:lstStyle>
            <a:defPPr algn="ctr">
              <a:defRPr sz="1650" b="0">
                <a:solidFill>
                  <a:srgbClr val="626262"/>
                </a:solidFill>
                <a:latin typeface="Noto Sans KR"/>
                <a:ea typeface="Noto Sans KR"/>
                <a:cs typeface="Noto Sans KR"/>
              </a:defRPr>
            </a:defPPr>
          </a:lstStyle>
          <a:p>
            <a:pPr algn="ctr">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D1 + R2</a:t>
            </a:r>
          </a:p>
        </p:txBody>
      </p:sp>
      <p:pic>
        <p:nvPicPr>
          <p:cNvPr id="15" name="그림 14">
            <a:extLst>
              <a:ext uri="{FF2B5EF4-FFF2-40B4-BE49-F238E27FC236}">
                <a16:creationId xmlns:a16="http://schemas.microsoft.com/office/drawing/2014/main" id="{BE47D287-0446-4FD9-8EAE-27B56BAC51C0}"/>
              </a:ext>
            </a:extLst>
          </p:cNvPr>
          <p:cNvPicPr>
            <a:picLocks noChangeAspect="1"/>
          </p:cNvPicPr>
          <p:nvPr/>
        </p:nvPicPr>
        <p:blipFill>
          <a:blip r:embed="rId7"/>
          <a:stretch/>
        </p:blipFill>
        <p:spPr>
          <a:xfrm>
            <a:off x="7786497" y="3328797"/>
            <a:ext cx="448056" cy="448056"/>
          </a:xfrm>
          <a:prstGeom prst="rect">
            <a:avLst/>
          </a:prstGeom>
        </p:spPr>
      </p:pic>
      <p:sp>
        <p:nvSpPr>
          <p:cNvPr id="16" name="OpenAI">
            <a:extLst>
              <a:ext uri="{FF2B5EF4-FFF2-40B4-BE49-F238E27FC236}">
                <a16:creationId xmlns:a16="http://schemas.microsoft.com/office/drawing/2014/main" id="{8D9830D3-C0EF-4C2C-8F29-5326C4CA2D33}"/>
              </a:ext>
            </a:extLst>
          </p:cNvPr>
          <p:cNvSpPr>
            <a:spLocks noGrp="1"/>
          </p:cNvSpPr>
          <p:nvPr/>
        </p:nvSpPr>
        <p:spPr>
          <a:xfrm>
            <a:off x="7124700" y="4048125"/>
            <a:ext cx="1752600" cy="333375"/>
          </a:xfrm>
          <a:prstGeom prst="rect">
            <a:avLst/>
          </a:prstGeom>
          <a:noFill/>
          <a:ln w="0">
            <a:noFill/>
          </a:ln>
        </p:spPr>
        <p:txBody>
          <a:bodyPr wrap="none" lIns="0" tIns="0" rIns="0" bIns="0" anchor="t">
            <a:noAutofit/>
          </a:bodyPr>
          <a:lstStyle>
            <a:defPPr algn="ctr">
              <a:defRPr sz="1650" b="0">
                <a:solidFill>
                  <a:srgbClr val="626262"/>
                </a:solidFill>
                <a:latin typeface="Noto Sans KR"/>
                <a:ea typeface="Noto Sans KR"/>
                <a:cs typeface="Noto Sans KR"/>
              </a:defRPr>
            </a:defPPr>
          </a:lstStyle>
          <a:p>
            <a:pPr algn="ctr">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OpenAI</a:t>
            </a:r>
          </a:p>
        </p:txBody>
      </p:sp>
    </p:spTree>
    <p:extLst>
      <p:ext uri="{BB962C8B-B14F-4D97-AF65-F5344CB8AC3E}">
        <p14:creationId xmlns:p14="http://schemas.microsoft.com/office/powerpoint/2010/main" val="15180187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47" name="Template artwork 10047"/>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48" name="Template artwork 10048"/>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49" name="Template artwork 10049"/>
          <p:cNvSpPr>
            <a:spLocks noGrp="1"/>
          </p:cNvSpPr>
          <p:nvPr/>
        </p:nvSpPr>
        <p:spPr>
          <a:xfrm>
            <a:off x="504825" y="1685925"/>
            <a:ext cx="1390650" cy="1390650"/>
          </a:xfrm>
          <a:prstGeom prst="ellipse">
            <a:avLst/>
          </a:prstGeom>
          <a:solidFill>
            <a:srgbClr val="6BBADD"/>
          </a:solidFill>
          <a:ln w="19050" cap="flat" cmpd="sng">
            <a:solidFill>
              <a:srgbClr val="6BBADD"/>
            </a:solidFill>
            <a:prstDash val="solid"/>
            <a:round/>
          </a:ln>
        </p:spPr>
        <p:txBody>
          <a:bodyPr/>
          <a:lstStyle/>
          <a:p>
            <a:endParaRPr/>
          </a:p>
        </p:txBody>
      </p:sp>
      <p:sp>
        <p:nvSpPr>
          <p:cNvPr id="10050" name="Template artwork 10050"/>
          <p:cNvSpPr>
            <a:spLocks noGrp="1"/>
          </p:cNvSpPr>
          <p:nvPr/>
        </p:nvSpPr>
        <p:spPr>
          <a:xfrm>
            <a:off x="2714625" y="1685925"/>
            <a:ext cx="1390650" cy="1390650"/>
          </a:xfrm>
          <a:prstGeom prst="ellipse">
            <a:avLst/>
          </a:prstGeom>
          <a:solidFill>
            <a:srgbClr val="EEAD2A"/>
          </a:solidFill>
          <a:ln w="19050" cap="flat" cmpd="sng">
            <a:solidFill>
              <a:srgbClr val="EEAD2A"/>
            </a:solidFill>
            <a:prstDash val="solid"/>
            <a:round/>
          </a:ln>
        </p:spPr>
        <p:txBody>
          <a:bodyPr/>
          <a:lstStyle/>
          <a:p>
            <a:endParaRPr/>
          </a:p>
        </p:txBody>
      </p:sp>
      <p:sp>
        <p:nvSpPr>
          <p:cNvPr id="10051" name="Template artwork 10051"/>
          <p:cNvSpPr>
            <a:spLocks noGrp="1"/>
          </p:cNvSpPr>
          <p:nvPr/>
        </p:nvSpPr>
        <p:spPr>
          <a:xfrm>
            <a:off x="4924425" y="1685925"/>
            <a:ext cx="1390650" cy="1390650"/>
          </a:xfrm>
          <a:prstGeom prst="ellipse">
            <a:avLst/>
          </a:prstGeom>
          <a:solidFill>
            <a:srgbClr val="ABCA48"/>
          </a:solidFill>
          <a:ln w="19050" cap="flat" cmpd="sng">
            <a:solidFill>
              <a:srgbClr val="ABCA48"/>
            </a:solidFill>
            <a:prstDash val="solid"/>
            <a:round/>
          </a:ln>
        </p:spPr>
        <p:txBody>
          <a:bodyPr/>
          <a:lstStyle/>
          <a:p>
            <a:endParaRPr/>
          </a:p>
        </p:txBody>
      </p:sp>
      <p:sp>
        <p:nvSpPr>
          <p:cNvPr id="10052" name="Template artwork 10052"/>
          <p:cNvSpPr>
            <a:spLocks noGrp="1"/>
          </p:cNvSpPr>
          <p:nvPr/>
        </p:nvSpPr>
        <p:spPr>
          <a:xfrm>
            <a:off x="7134225" y="1685925"/>
            <a:ext cx="1390650" cy="1390650"/>
          </a:xfrm>
          <a:prstGeom prst="ellipse">
            <a:avLst/>
          </a:prstGeom>
          <a:solidFill>
            <a:srgbClr val="D05258"/>
          </a:solidFill>
          <a:ln w="19050" cap="flat" cmpd="sng">
            <a:solidFill>
              <a:srgbClr val="D05258"/>
            </a:solidFill>
            <a:prstDash val="solid"/>
            <a:round/>
          </a:ln>
        </p:spPr>
        <p:txBody>
          <a:bodyPr/>
          <a:lstStyle/>
          <a:p>
            <a:endParaRPr/>
          </a:p>
        </p:txBody>
      </p:sp>
      <p:sp>
        <p:nvSpPr>
          <p:cNvPr id="16" name="14">
            <a:extLst>
              <a:ext uri="{FF2B5EF4-FFF2-40B4-BE49-F238E27FC236}">
                <a16:creationId xmlns:a16="http://schemas.microsoft.com/office/drawing/2014/main" id="{C892A9B8-E439-40FA-9293-ADBFBA22024F}"/>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14</a:t>
            </a:r>
          </a:p>
        </p:txBody>
      </p:sp>
      <p:sp>
        <p:nvSpPr>
          <p:cNvPr id="2" name="명문가">
            <a:extLst>
              <a:ext uri="{FF2B5EF4-FFF2-40B4-BE49-F238E27FC236}">
                <a16:creationId xmlns:a16="http://schemas.microsoft.com/office/drawing/2014/main" id="{B0475B33-5F2B-4A90-86AB-61A1F97D2BB3}"/>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설립부터 검토까지">
            <a:extLst>
              <a:ext uri="{FF2B5EF4-FFF2-40B4-BE49-F238E27FC236}">
                <a16:creationId xmlns:a16="http://schemas.microsoft.com/office/drawing/2014/main" id="{8B52FA0D-A733-4285-8127-A0FF1CCF40A1}"/>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설립부터 검토까지</a:t>
            </a:r>
          </a:p>
        </p:txBody>
      </p:sp>
      <p:sp>
        <p:nvSpPr>
          <p:cNvPr id="4" name="구현 목표">
            <a:extLst>
              <a:ext uri="{FF2B5EF4-FFF2-40B4-BE49-F238E27FC236}">
                <a16:creationId xmlns:a16="http://schemas.microsoft.com/office/drawing/2014/main" id="{E1CBEAF3-4510-4916-9D6C-261780BBEF03}"/>
              </a:ext>
            </a:extLst>
          </p:cNvPr>
          <p:cNvSpPr>
            <a:spLocks noGrp="1"/>
          </p:cNvSpPr>
          <p:nvPr/>
        </p:nvSpPr>
        <p:spPr>
          <a:xfrm>
            <a:off x="476250" y="4552950"/>
            <a:ext cx="8191500" cy="228600"/>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rPr>
              <a:t>구현 목표</a:t>
            </a:r>
          </a:p>
        </p:txBody>
      </p:sp>
      <p:pic>
        <p:nvPicPr>
          <p:cNvPr id="5" name="그림 4">
            <a:extLst>
              <a:ext uri="{FF2B5EF4-FFF2-40B4-BE49-F238E27FC236}">
                <a16:creationId xmlns:a16="http://schemas.microsoft.com/office/drawing/2014/main" id="{64983485-FFD5-4A64-A949-65581D40AACD}"/>
              </a:ext>
            </a:extLst>
          </p:cNvPr>
          <p:cNvPicPr>
            <a:picLocks noChangeAspect="1"/>
          </p:cNvPicPr>
          <p:nvPr/>
        </p:nvPicPr>
        <p:blipFill>
          <a:blip r:embed="rId3"/>
          <a:stretch/>
        </p:blipFill>
        <p:spPr>
          <a:xfrm>
            <a:off x="810768" y="1991868"/>
            <a:ext cx="778764" cy="778764"/>
          </a:xfrm>
          <a:prstGeom prst="rect">
            <a:avLst/>
          </a:prstGeom>
        </p:spPr>
      </p:pic>
      <p:sp>
        <p:nvSpPr>
          <p:cNvPr id="6" name="설립 준비">
            <a:extLst>
              <a:ext uri="{FF2B5EF4-FFF2-40B4-BE49-F238E27FC236}">
                <a16:creationId xmlns:a16="http://schemas.microsoft.com/office/drawing/2014/main" id="{CDB69101-FA8A-4366-BFF7-E634CCDD67B6}"/>
              </a:ext>
            </a:extLst>
          </p:cNvPr>
          <p:cNvSpPr>
            <a:spLocks noGrp="1"/>
          </p:cNvSpPr>
          <p:nvPr/>
        </p:nvSpPr>
        <p:spPr>
          <a:xfrm>
            <a:off x="285750" y="3562350"/>
            <a:ext cx="1828800" cy="438150"/>
          </a:xfrm>
          <a:prstGeom prst="rect">
            <a:avLst/>
          </a:prstGeom>
          <a:noFill/>
          <a:ln w="0">
            <a:noFill/>
          </a:ln>
        </p:spPr>
        <p:txBody>
          <a:bodyPr wrap="none" lIns="0" tIns="0" rIns="0" bIns="0" anchor="t">
            <a:noAutofit/>
          </a:bodyPr>
          <a:lstStyle>
            <a:defPPr algn="ctr">
              <a:defRPr sz="1875" b="0">
                <a:solidFill>
                  <a:srgbClr val="626262"/>
                </a:solidFill>
                <a:latin typeface="Noto Sans KR"/>
                <a:ea typeface="Noto Sans KR"/>
                <a:cs typeface="Noto Sans KR"/>
              </a:defRPr>
            </a:defPPr>
          </a:lstStyle>
          <a:p>
            <a:pPr algn="ctr">
              <a:defRPr sz="1875" b="0">
                <a:solidFill>
                  <a:srgbClr val="626262"/>
                </a:solidFill>
                <a:latin typeface="Noto Sans KR"/>
                <a:ea typeface="Noto Sans KR"/>
                <a:cs typeface="Noto Sans KR"/>
              </a:defRPr>
            </a:pPr>
            <a:r>
              <a:rPr sz="1875" b="0">
                <a:solidFill>
                  <a:srgbClr val="626262"/>
                </a:solidFill>
                <a:latin typeface="Noto Sans KR"/>
                <a:ea typeface="Noto Sans KR"/>
                <a:cs typeface="Noto Sans KR"/>
              </a:rPr>
              <a:t>설립 준비</a:t>
            </a:r>
          </a:p>
        </p:txBody>
      </p:sp>
      <p:pic>
        <p:nvPicPr>
          <p:cNvPr id="7" name="그림 6">
            <a:extLst>
              <a:ext uri="{FF2B5EF4-FFF2-40B4-BE49-F238E27FC236}">
                <a16:creationId xmlns:a16="http://schemas.microsoft.com/office/drawing/2014/main" id="{8AF3D345-1F0D-4F58-ADD0-9855D4E2F26E}"/>
              </a:ext>
            </a:extLst>
          </p:cNvPr>
          <p:cNvPicPr>
            <a:picLocks noChangeAspect="1"/>
          </p:cNvPicPr>
          <p:nvPr/>
        </p:nvPicPr>
        <p:blipFill>
          <a:blip r:embed="rId4"/>
          <a:stretch/>
        </p:blipFill>
        <p:spPr>
          <a:xfrm>
            <a:off x="2171700" y="2209800"/>
            <a:ext cx="266700" cy="266700"/>
          </a:xfrm>
          <a:prstGeom prst="rect">
            <a:avLst/>
          </a:prstGeom>
        </p:spPr>
      </p:pic>
      <p:pic>
        <p:nvPicPr>
          <p:cNvPr id="8" name="그림 7">
            <a:extLst>
              <a:ext uri="{FF2B5EF4-FFF2-40B4-BE49-F238E27FC236}">
                <a16:creationId xmlns:a16="http://schemas.microsoft.com/office/drawing/2014/main" id="{A5444696-B66C-45C6-97FA-C932A398418E}"/>
              </a:ext>
            </a:extLst>
          </p:cNvPr>
          <p:cNvPicPr>
            <a:picLocks noChangeAspect="1"/>
          </p:cNvPicPr>
          <p:nvPr/>
        </p:nvPicPr>
        <p:blipFill>
          <a:blip r:embed="rId5"/>
          <a:stretch/>
        </p:blipFill>
        <p:spPr>
          <a:xfrm>
            <a:off x="3020568" y="1991868"/>
            <a:ext cx="778764" cy="778764"/>
          </a:xfrm>
          <a:prstGeom prst="rect">
            <a:avLst/>
          </a:prstGeom>
        </p:spPr>
      </p:pic>
      <p:sp>
        <p:nvSpPr>
          <p:cNvPr id="9" name="운영">
            <a:extLst>
              <a:ext uri="{FF2B5EF4-FFF2-40B4-BE49-F238E27FC236}">
                <a16:creationId xmlns:a16="http://schemas.microsoft.com/office/drawing/2014/main" id="{D7AE808D-8992-4C2F-A61D-2164CA9FCC27}"/>
              </a:ext>
            </a:extLst>
          </p:cNvPr>
          <p:cNvSpPr>
            <a:spLocks noGrp="1"/>
          </p:cNvSpPr>
          <p:nvPr/>
        </p:nvSpPr>
        <p:spPr>
          <a:xfrm>
            <a:off x="2495550" y="3562350"/>
            <a:ext cx="1828800" cy="438150"/>
          </a:xfrm>
          <a:prstGeom prst="rect">
            <a:avLst/>
          </a:prstGeom>
          <a:noFill/>
          <a:ln w="0">
            <a:noFill/>
          </a:ln>
        </p:spPr>
        <p:txBody>
          <a:bodyPr wrap="none" lIns="0" tIns="0" rIns="0" bIns="0" anchor="t">
            <a:noAutofit/>
          </a:bodyPr>
          <a:lstStyle>
            <a:defPPr algn="ctr">
              <a:defRPr sz="1875" b="0">
                <a:solidFill>
                  <a:srgbClr val="626262"/>
                </a:solidFill>
                <a:latin typeface="Noto Sans KR"/>
                <a:ea typeface="Noto Sans KR"/>
                <a:cs typeface="Noto Sans KR"/>
              </a:defRPr>
            </a:defPPr>
          </a:lstStyle>
          <a:p>
            <a:pPr algn="ctr">
              <a:defRPr sz="1875" b="0">
                <a:solidFill>
                  <a:srgbClr val="626262"/>
                </a:solidFill>
                <a:latin typeface="Noto Sans KR"/>
                <a:ea typeface="Noto Sans KR"/>
                <a:cs typeface="Noto Sans KR"/>
              </a:defRPr>
            </a:pPr>
            <a:r>
              <a:rPr sz="1875" b="0">
                <a:solidFill>
                  <a:srgbClr val="626262"/>
                </a:solidFill>
                <a:latin typeface="Noto Sans KR"/>
                <a:ea typeface="Noto Sans KR"/>
                <a:cs typeface="Noto Sans KR"/>
              </a:rPr>
              <a:t>운영</a:t>
            </a:r>
          </a:p>
        </p:txBody>
      </p:sp>
      <p:pic>
        <p:nvPicPr>
          <p:cNvPr id="10" name="그림 9">
            <a:extLst>
              <a:ext uri="{FF2B5EF4-FFF2-40B4-BE49-F238E27FC236}">
                <a16:creationId xmlns:a16="http://schemas.microsoft.com/office/drawing/2014/main" id="{5CA00356-A0AD-4FAA-A65C-2777C1D3F4CB}"/>
              </a:ext>
            </a:extLst>
          </p:cNvPr>
          <p:cNvPicPr>
            <a:picLocks noChangeAspect="1"/>
          </p:cNvPicPr>
          <p:nvPr/>
        </p:nvPicPr>
        <p:blipFill>
          <a:blip r:embed="rId4"/>
          <a:stretch/>
        </p:blipFill>
        <p:spPr>
          <a:xfrm>
            <a:off x="4381500" y="2209800"/>
            <a:ext cx="266700" cy="266700"/>
          </a:xfrm>
          <a:prstGeom prst="rect">
            <a:avLst/>
          </a:prstGeom>
        </p:spPr>
      </p:pic>
      <p:pic>
        <p:nvPicPr>
          <p:cNvPr id="11" name="그림 10">
            <a:extLst>
              <a:ext uri="{FF2B5EF4-FFF2-40B4-BE49-F238E27FC236}">
                <a16:creationId xmlns:a16="http://schemas.microsoft.com/office/drawing/2014/main" id="{EF432D89-A9DB-4256-93F4-FA247E126B96}"/>
              </a:ext>
            </a:extLst>
          </p:cNvPr>
          <p:cNvPicPr>
            <a:picLocks noChangeAspect="1"/>
          </p:cNvPicPr>
          <p:nvPr/>
        </p:nvPicPr>
        <p:blipFill>
          <a:blip r:embed="rId6"/>
          <a:stretch/>
        </p:blipFill>
        <p:spPr>
          <a:xfrm>
            <a:off x="5230368" y="1991868"/>
            <a:ext cx="778764" cy="778764"/>
          </a:xfrm>
          <a:prstGeom prst="rect">
            <a:avLst/>
          </a:prstGeom>
        </p:spPr>
      </p:pic>
      <p:sp>
        <p:nvSpPr>
          <p:cNvPr id="12" name="동의">
            <a:extLst>
              <a:ext uri="{FF2B5EF4-FFF2-40B4-BE49-F238E27FC236}">
                <a16:creationId xmlns:a16="http://schemas.microsoft.com/office/drawing/2014/main" id="{5649FE33-5CD2-4614-BAD0-947EFFCFA157}"/>
              </a:ext>
            </a:extLst>
          </p:cNvPr>
          <p:cNvSpPr>
            <a:spLocks noGrp="1"/>
          </p:cNvSpPr>
          <p:nvPr/>
        </p:nvSpPr>
        <p:spPr>
          <a:xfrm>
            <a:off x="4705350" y="3562350"/>
            <a:ext cx="1828800" cy="438150"/>
          </a:xfrm>
          <a:prstGeom prst="rect">
            <a:avLst/>
          </a:prstGeom>
          <a:noFill/>
          <a:ln w="0">
            <a:noFill/>
          </a:ln>
        </p:spPr>
        <p:txBody>
          <a:bodyPr wrap="none" lIns="0" tIns="0" rIns="0" bIns="0" anchor="t">
            <a:noAutofit/>
          </a:bodyPr>
          <a:lstStyle>
            <a:defPPr algn="ctr">
              <a:defRPr sz="1875" b="0">
                <a:solidFill>
                  <a:srgbClr val="626262"/>
                </a:solidFill>
                <a:latin typeface="Noto Sans KR"/>
                <a:ea typeface="Noto Sans KR"/>
                <a:cs typeface="Noto Sans KR"/>
              </a:defRPr>
            </a:defPPr>
          </a:lstStyle>
          <a:p>
            <a:pPr algn="ctr">
              <a:defRPr sz="1875" b="0">
                <a:solidFill>
                  <a:srgbClr val="626262"/>
                </a:solidFill>
                <a:latin typeface="Noto Sans KR"/>
                <a:ea typeface="Noto Sans KR"/>
                <a:cs typeface="Noto Sans KR"/>
              </a:defRPr>
            </a:pPr>
            <a:r>
              <a:rPr sz="1875" b="0">
                <a:solidFill>
                  <a:srgbClr val="626262"/>
                </a:solidFill>
                <a:latin typeface="Noto Sans KR"/>
                <a:ea typeface="Noto Sans KR"/>
                <a:cs typeface="Noto Sans KR"/>
              </a:rPr>
              <a:t>동의</a:t>
            </a:r>
          </a:p>
        </p:txBody>
      </p:sp>
      <p:pic>
        <p:nvPicPr>
          <p:cNvPr id="13" name="그림 12">
            <a:extLst>
              <a:ext uri="{FF2B5EF4-FFF2-40B4-BE49-F238E27FC236}">
                <a16:creationId xmlns:a16="http://schemas.microsoft.com/office/drawing/2014/main" id="{9484FA5B-2DE0-44CE-BAE2-D6A472E80560}"/>
              </a:ext>
            </a:extLst>
          </p:cNvPr>
          <p:cNvPicPr>
            <a:picLocks noChangeAspect="1"/>
          </p:cNvPicPr>
          <p:nvPr/>
        </p:nvPicPr>
        <p:blipFill>
          <a:blip r:embed="rId4"/>
          <a:stretch/>
        </p:blipFill>
        <p:spPr>
          <a:xfrm>
            <a:off x="6591300" y="2209800"/>
            <a:ext cx="266700" cy="266700"/>
          </a:xfrm>
          <a:prstGeom prst="rect">
            <a:avLst/>
          </a:prstGeom>
        </p:spPr>
      </p:pic>
      <p:pic>
        <p:nvPicPr>
          <p:cNvPr id="14" name="그림 13">
            <a:extLst>
              <a:ext uri="{FF2B5EF4-FFF2-40B4-BE49-F238E27FC236}">
                <a16:creationId xmlns:a16="http://schemas.microsoft.com/office/drawing/2014/main" id="{FD93F3D9-0A13-4F52-AC98-6FBE4970A349}"/>
              </a:ext>
            </a:extLst>
          </p:cNvPr>
          <p:cNvPicPr>
            <a:picLocks noChangeAspect="1"/>
          </p:cNvPicPr>
          <p:nvPr/>
        </p:nvPicPr>
        <p:blipFill>
          <a:blip r:embed="rId7"/>
          <a:stretch/>
        </p:blipFill>
        <p:spPr>
          <a:xfrm>
            <a:off x="7440168" y="1991868"/>
            <a:ext cx="778764" cy="778764"/>
          </a:xfrm>
          <a:prstGeom prst="rect">
            <a:avLst/>
          </a:prstGeom>
        </p:spPr>
      </p:pic>
      <p:sp>
        <p:nvSpPr>
          <p:cNvPr id="15" name="법률 확인">
            <a:extLst>
              <a:ext uri="{FF2B5EF4-FFF2-40B4-BE49-F238E27FC236}">
                <a16:creationId xmlns:a16="http://schemas.microsoft.com/office/drawing/2014/main" id="{D8910779-83B8-42F7-A564-B8073A9B063B}"/>
              </a:ext>
            </a:extLst>
          </p:cNvPr>
          <p:cNvSpPr>
            <a:spLocks noGrp="1"/>
          </p:cNvSpPr>
          <p:nvPr/>
        </p:nvSpPr>
        <p:spPr>
          <a:xfrm>
            <a:off x="6915150" y="3562350"/>
            <a:ext cx="1828800" cy="438150"/>
          </a:xfrm>
          <a:prstGeom prst="rect">
            <a:avLst/>
          </a:prstGeom>
          <a:noFill/>
          <a:ln w="0">
            <a:noFill/>
          </a:ln>
        </p:spPr>
        <p:txBody>
          <a:bodyPr wrap="none" lIns="0" tIns="0" rIns="0" bIns="0" anchor="t">
            <a:noAutofit/>
          </a:bodyPr>
          <a:lstStyle>
            <a:defPPr algn="ctr">
              <a:defRPr sz="1875" b="0">
                <a:solidFill>
                  <a:srgbClr val="626262"/>
                </a:solidFill>
                <a:latin typeface="Noto Sans KR"/>
                <a:ea typeface="Noto Sans KR"/>
                <a:cs typeface="Noto Sans KR"/>
              </a:defRPr>
            </a:defPPr>
          </a:lstStyle>
          <a:p>
            <a:pPr algn="ctr">
              <a:defRPr sz="1875" b="0">
                <a:solidFill>
                  <a:srgbClr val="626262"/>
                </a:solidFill>
                <a:latin typeface="Noto Sans KR"/>
                <a:ea typeface="Noto Sans KR"/>
                <a:cs typeface="Noto Sans KR"/>
              </a:defRPr>
            </a:pPr>
            <a:r>
              <a:rPr sz="1875" b="0">
                <a:solidFill>
                  <a:srgbClr val="626262"/>
                </a:solidFill>
                <a:latin typeface="Noto Sans KR"/>
                <a:ea typeface="Noto Sans KR"/>
                <a:cs typeface="Noto Sans KR"/>
              </a:rPr>
              <a:t>법률 확인</a:t>
            </a:r>
          </a:p>
        </p:txBody>
      </p:sp>
    </p:spTree>
    <p:extLst>
      <p:ext uri="{BB962C8B-B14F-4D97-AF65-F5344CB8AC3E}">
        <p14:creationId xmlns:p14="http://schemas.microsoft.com/office/powerpoint/2010/main" val="8895942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53" name="Template artwork 10053"/>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54" name="Template artwork 10054"/>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55" name="Template artwork 10055"/>
          <p:cNvSpPr>
            <a:spLocks noGrp="1"/>
          </p:cNvSpPr>
          <p:nvPr/>
        </p:nvSpPr>
        <p:spPr>
          <a:xfrm>
            <a:off x="1257300" y="1438275"/>
            <a:ext cx="1714500" cy="1714500"/>
          </a:xfrm>
          <a:prstGeom prst="ellipse">
            <a:avLst/>
          </a:prstGeom>
          <a:solidFill>
            <a:srgbClr val="6BBADD"/>
          </a:solidFill>
          <a:ln w="19050" cap="flat" cmpd="sng">
            <a:solidFill>
              <a:srgbClr val="6BBADD"/>
            </a:solidFill>
            <a:prstDash val="solid"/>
            <a:round/>
          </a:ln>
        </p:spPr>
        <p:txBody>
          <a:bodyPr/>
          <a:lstStyle/>
          <a:p>
            <a:endParaRPr/>
          </a:p>
        </p:txBody>
      </p:sp>
      <p:sp>
        <p:nvSpPr>
          <p:cNvPr id="10056" name="Template artwork 10056"/>
          <p:cNvSpPr>
            <a:spLocks noGrp="1"/>
          </p:cNvSpPr>
          <p:nvPr/>
        </p:nvSpPr>
        <p:spPr>
          <a:xfrm>
            <a:off x="5600700" y="1438275"/>
            <a:ext cx="1714500" cy="1714500"/>
          </a:xfrm>
          <a:prstGeom prst="ellipse">
            <a:avLst/>
          </a:prstGeom>
          <a:solidFill>
            <a:srgbClr val="ABCA48"/>
          </a:solidFill>
          <a:ln w="19050" cap="flat" cmpd="sng">
            <a:solidFill>
              <a:srgbClr val="ABCA48"/>
            </a:solidFill>
            <a:prstDash val="solid"/>
            <a:round/>
          </a:ln>
        </p:spPr>
        <p:txBody>
          <a:bodyPr/>
          <a:lstStyle/>
          <a:p>
            <a:endParaRPr/>
          </a:p>
        </p:txBody>
      </p:sp>
      <p:sp>
        <p:nvSpPr>
          <p:cNvPr id="11" name="15">
            <a:extLst>
              <a:ext uri="{FF2B5EF4-FFF2-40B4-BE49-F238E27FC236}">
                <a16:creationId xmlns:a16="http://schemas.microsoft.com/office/drawing/2014/main" id="{6FA743B6-8633-452B-AF25-15DDD82226B6}"/>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15</a:t>
            </a:r>
          </a:p>
        </p:txBody>
      </p:sp>
      <p:sp>
        <p:nvSpPr>
          <p:cNvPr id="2" name="명문가">
            <a:extLst>
              <a:ext uri="{FF2B5EF4-FFF2-40B4-BE49-F238E27FC236}">
                <a16:creationId xmlns:a16="http://schemas.microsoft.com/office/drawing/2014/main" id="{69A829CA-6AFE-4787-8881-698703AC5FDD}"/>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설립 준비">
            <a:extLst>
              <a:ext uri="{FF2B5EF4-FFF2-40B4-BE49-F238E27FC236}">
                <a16:creationId xmlns:a16="http://schemas.microsoft.com/office/drawing/2014/main" id="{7AA03861-91AB-4B8E-A0B5-2642CC48D599}"/>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설립 준비</a:t>
            </a:r>
          </a:p>
        </p:txBody>
      </p:sp>
      <p:sp>
        <p:nvSpPr>
          <p:cNvPr id="4" name="구현 목표    법무사 후보는 가상 데이터">
            <a:extLst>
              <a:ext uri="{FF2B5EF4-FFF2-40B4-BE49-F238E27FC236}">
                <a16:creationId xmlns:a16="http://schemas.microsoft.com/office/drawing/2014/main" id="{D1482A94-8E8A-4E03-94CD-A50B59325760}"/>
              </a:ext>
            </a:extLst>
          </p:cNvPr>
          <p:cNvSpPr>
            <a:spLocks noGrp="1"/>
          </p:cNvSpPr>
          <p:nvPr/>
        </p:nvSpPr>
        <p:spPr>
          <a:xfrm>
            <a:off x="476250" y="4552950"/>
            <a:ext cx="8191500" cy="228600"/>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rPr>
              <a:t>구현 목표    법무사 후보는 가상 데이터</a:t>
            </a:r>
          </a:p>
        </p:txBody>
      </p:sp>
      <p:pic>
        <p:nvPicPr>
          <p:cNvPr id="5" name="그림 4">
            <a:extLst>
              <a:ext uri="{FF2B5EF4-FFF2-40B4-BE49-F238E27FC236}">
                <a16:creationId xmlns:a16="http://schemas.microsoft.com/office/drawing/2014/main" id="{42A16DE0-89A3-4A28-A419-03B30306F273}"/>
              </a:ext>
            </a:extLst>
          </p:cNvPr>
          <p:cNvPicPr>
            <a:picLocks noChangeAspect="1"/>
          </p:cNvPicPr>
          <p:nvPr/>
        </p:nvPicPr>
        <p:blipFill>
          <a:blip r:embed="rId3"/>
          <a:stretch/>
        </p:blipFill>
        <p:spPr>
          <a:xfrm>
            <a:off x="1634490" y="1815465"/>
            <a:ext cx="960120" cy="960120"/>
          </a:xfrm>
          <a:prstGeom prst="rect">
            <a:avLst/>
          </a:prstGeom>
        </p:spPr>
      </p:pic>
      <p:sp>
        <p:nvSpPr>
          <p:cNvPr id="6" name="준비 서류">
            <a:extLst>
              <a:ext uri="{FF2B5EF4-FFF2-40B4-BE49-F238E27FC236}">
                <a16:creationId xmlns:a16="http://schemas.microsoft.com/office/drawing/2014/main" id="{B76AC48A-61B7-477E-83DA-0BFD60C6EEFD}"/>
              </a:ext>
            </a:extLst>
          </p:cNvPr>
          <p:cNvSpPr>
            <a:spLocks noGrp="1"/>
          </p:cNvSpPr>
          <p:nvPr/>
        </p:nvSpPr>
        <p:spPr>
          <a:xfrm>
            <a:off x="438150" y="3400425"/>
            <a:ext cx="3924300" cy="504825"/>
          </a:xfrm>
          <a:prstGeom prst="rect">
            <a:avLst/>
          </a:prstGeom>
          <a:noFill/>
          <a:ln w="0">
            <a:noFill/>
          </a:ln>
        </p:spPr>
        <p:txBody>
          <a:bodyPr wrap="none" lIns="0" tIns="0" rIns="0" bIns="0" anchor="t">
            <a:noAutofit/>
          </a:bodyPr>
          <a:lstStyle>
            <a:defPPr algn="ctr">
              <a:defRPr sz="2250" b="0">
                <a:solidFill>
                  <a:srgbClr val="626262"/>
                </a:solidFill>
                <a:latin typeface="Noto Sans KR"/>
                <a:ea typeface="Noto Sans KR"/>
                <a:cs typeface="Noto Sans KR"/>
              </a:defRPr>
            </a:defPPr>
          </a:lstStyle>
          <a:p>
            <a:pPr algn="ctr">
              <a:defRPr sz="2250" b="0">
                <a:solidFill>
                  <a:srgbClr val="626262"/>
                </a:solidFill>
                <a:latin typeface="Noto Sans KR"/>
                <a:ea typeface="Noto Sans KR"/>
                <a:cs typeface="Noto Sans KR"/>
              </a:defRPr>
            </a:pPr>
            <a:r>
              <a:rPr sz="2250" b="0">
                <a:solidFill>
                  <a:srgbClr val="626262"/>
                </a:solidFill>
                <a:latin typeface="Noto Sans KR"/>
                <a:ea typeface="Noto Sans KR"/>
                <a:cs typeface="Noto Sans KR"/>
              </a:rPr>
              <a:t>준비 서류</a:t>
            </a:r>
          </a:p>
        </p:txBody>
      </p:sp>
      <p:sp>
        <p:nvSpPr>
          <p:cNvPr id="7" name="추가 확인 항목">
            <a:extLst>
              <a:ext uri="{FF2B5EF4-FFF2-40B4-BE49-F238E27FC236}">
                <a16:creationId xmlns:a16="http://schemas.microsoft.com/office/drawing/2014/main" id="{872F5CA1-B4E1-449D-994E-782738BE5C40}"/>
              </a:ext>
            </a:extLst>
          </p:cNvPr>
          <p:cNvSpPr>
            <a:spLocks noGrp="1"/>
          </p:cNvSpPr>
          <p:nvPr/>
        </p:nvSpPr>
        <p:spPr>
          <a:xfrm>
            <a:off x="438150" y="3943350"/>
            <a:ext cx="3924300" cy="381000"/>
          </a:xfrm>
          <a:prstGeom prst="rect">
            <a:avLst/>
          </a:prstGeom>
          <a:noFill/>
          <a:ln w="0">
            <a:noFill/>
          </a:ln>
        </p:spPr>
        <p:txBody>
          <a:bodyPr wrap="none" lIns="0" tIns="0" rIns="0" bIns="0" anchor="t">
            <a:noAutofit/>
          </a:bodyPr>
          <a:lstStyle>
            <a:defPPr algn="ctr">
              <a:defRPr sz="1650" b="0">
                <a:solidFill>
                  <a:srgbClr val="626262"/>
                </a:solidFill>
                <a:latin typeface="Noto Sans KR"/>
                <a:ea typeface="Noto Sans KR"/>
                <a:cs typeface="Noto Sans KR"/>
              </a:defRPr>
            </a:defPPr>
          </a:lstStyle>
          <a:p>
            <a:pPr algn="ctr">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추가 확인 항목</a:t>
            </a:r>
          </a:p>
        </p:txBody>
      </p:sp>
      <p:pic>
        <p:nvPicPr>
          <p:cNvPr id="8" name="그림 7">
            <a:extLst>
              <a:ext uri="{FF2B5EF4-FFF2-40B4-BE49-F238E27FC236}">
                <a16:creationId xmlns:a16="http://schemas.microsoft.com/office/drawing/2014/main" id="{783E592D-2477-4153-95C2-BD28FBADB415}"/>
              </a:ext>
            </a:extLst>
          </p:cNvPr>
          <p:cNvPicPr>
            <a:picLocks noChangeAspect="1"/>
          </p:cNvPicPr>
          <p:nvPr/>
        </p:nvPicPr>
        <p:blipFill>
          <a:blip r:embed="rId4"/>
          <a:stretch/>
        </p:blipFill>
        <p:spPr>
          <a:xfrm>
            <a:off x="5977890" y="1815465"/>
            <a:ext cx="960120" cy="960120"/>
          </a:xfrm>
          <a:prstGeom prst="rect">
            <a:avLst/>
          </a:prstGeom>
        </p:spPr>
      </p:pic>
      <p:sp>
        <p:nvSpPr>
          <p:cNvPr id="9" name="법무사 후보">
            <a:extLst>
              <a:ext uri="{FF2B5EF4-FFF2-40B4-BE49-F238E27FC236}">
                <a16:creationId xmlns:a16="http://schemas.microsoft.com/office/drawing/2014/main" id="{41E3BA65-3DA4-4844-B501-DAEF7BE8B819}"/>
              </a:ext>
            </a:extLst>
          </p:cNvPr>
          <p:cNvSpPr>
            <a:spLocks noGrp="1"/>
          </p:cNvSpPr>
          <p:nvPr/>
        </p:nvSpPr>
        <p:spPr>
          <a:xfrm>
            <a:off x="4772025" y="3400425"/>
            <a:ext cx="3924300" cy="504825"/>
          </a:xfrm>
          <a:prstGeom prst="rect">
            <a:avLst/>
          </a:prstGeom>
          <a:noFill/>
          <a:ln w="0">
            <a:noFill/>
          </a:ln>
        </p:spPr>
        <p:txBody>
          <a:bodyPr wrap="none" lIns="0" tIns="0" rIns="0" bIns="0" anchor="t">
            <a:noAutofit/>
          </a:bodyPr>
          <a:lstStyle>
            <a:defPPr algn="ctr">
              <a:defRPr sz="2250" b="0">
                <a:solidFill>
                  <a:srgbClr val="626262"/>
                </a:solidFill>
                <a:latin typeface="Noto Sans KR"/>
                <a:ea typeface="Noto Sans KR"/>
                <a:cs typeface="Noto Sans KR"/>
              </a:defRPr>
            </a:defPPr>
          </a:lstStyle>
          <a:p>
            <a:pPr algn="ctr">
              <a:defRPr sz="2250" b="0">
                <a:solidFill>
                  <a:srgbClr val="626262"/>
                </a:solidFill>
                <a:latin typeface="Noto Sans KR"/>
                <a:ea typeface="Noto Sans KR"/>
                <a:cs typeface="Noto Sans KR"/>
              </a:defRPr>
            </a:pPr>
            <a:r>
              <a:rPr sz="2250" b="0">
                <a:solidFill>
                  <a:srgbClr val="626262"/>
                </a:solidFill>
                <a:latin typeface="Noto Sans KR"/>
                <a:ea typeface="Noto Sans KR"/>
                <a:cs typeface="Noto Sans KR"/>
              </a:rPr>
              <a:t>법무사 후보</a:t>
            </a:r>
          </a:p>
        </p:txBody>
      </p:sp>
      <p:sp>
        <p:nvSpPr>
          <p:cNvPr id="10" name="조건별 추천">
            <a:extLst>
              <a:ext uri="{FF2B5EF4-FFF2-40B4-BE49-F238E27FC236}">
                <a16:creationId xmlns:a16="http://schemas.microsoft.com/office/drawing/2014/main" id="{E798EAC0-6507-48C7-8C02-F0D5BC5CA044}"/>
              </a:ext>
            </a:extLst>
          </p:cNvPr>
          <p:cNvSpPr>
            <a:spLocks noGrp="1"/>
          </p:cNvSpPr>
          <p:nvPr/>
        </p:nvSpPr>
        <p:spPr>
          <a:xfrm>
            <a:off x="4772025" y="3943350"/>
            <a:ext cx="3924300" cy="381000"/>
          </a:xfrm>
          <a:prstGeom prst="rect">
            <a:avLst/>
          </a:prstGeom>
          <a:noFill/>
          <a:ln w="0">
            <a:noFill/>
          </a:ln>
        </p:spPr>
        <p:txBody>
          <a:bodyPr wrap="none" lIns="0" tIns="0" rIns="0" bIns="0" anchor="t">
            <a:noAutofit/>
          </a:bodyPr>
          <a:lstStyle>
            <a:defPPr algn="ctr">
              <a:defRPr sz="1650" b="0">
                <a:solidFill>
                  <a:srgbClr val="626262"/>
                </a:solidFill>
                <a:latin typeface="Noto Sans KR"/>
                <a:ea typeface="Noto Sans KR"/>
                <a:cs typeface="Noto Sans KR"/>
              </a:defRPr>
            </a:defPPr>
          </a:lstStyle>
          <a:p>
            <a:pPr algn="ctr">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조건별 추천</a:t>
            </a:r>
          </a:p>
        </p:txBody>
      </p:sp>
    </p:spTree>
    <p:extLst>
      <p:ext uri="{BB962C8B-B14F-4D97-AF65-F5344CB8AC3E}">
        <p14:creationId xmlns:p14="http://schemas.microsoft.com/office/powerpoint/2010/main" val="3868792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57" name="Template artwork 10057"/>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58" name="Template artwork 10058"/>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59" name="Template artwork 10059"/>
          <p:cNvSpPr>
            <a:spLocks noGrp="1"/>
          </p:cNvSpPr>
          <p:nvPr/>
        </p:nvSpPr>
        <p:spPr>
          <a:xfrm>
            <a:off x="1257300" y="1438275"/>
            <a:ext cx="1714500" cy="1714500"/>
          </a:xfrm>
          <a:prstGeom prst="ellipse">
            <a:avLst/>
          </a:prstGeom>
          <a:solidFill>
            <a:srgbClr val="6BBADD"/>
          </a:solidFill>
          <a:ln w="19050" cap="flat" cmpd="sng">
            <a:solidFill>
              <a:srgbClr val="6BBADD"/>
            </a:solidFill>
            <a:prstDash val="solid"/>
            <a:round/>
          </a:ln>
        </p:spPr>
        <p:txBody>
          <a:bodyPr/>
          <a:lstStyle/>
          <a:p>
            <a:endParaRPr/>
          </a:p>
        </p:txBody>
      </p:sp>
      <p:sp>
        <p:nvSpPr>
          <p:cNvPr id="10060" name="Template artwork 10060"/>
          <p:cNvSpPr>
            <a:spLocks noGrp="1"/>
          </p:cNvSpPr>
          <p:nvPr/>
        </p:nvSpPr>
        <p:spPr>
          <a:xfrm>
            <a:off x="5600700" y="1438275"/>
            <a:ext cx="1714500" cy="1714500"/>
          </a:xfrm>
          <a:prstGeom prst="ellipse">
            <a:avLst/>
          </a:prstGeom>
          <a:solidFill>
            <a:srgbClr val="ABCA48"/>
          </a:solidFill>
          <a:ln w="19050" cap="flat" cmpd="sng">
            <a:solidFill>
              <a:srgbClr val="ABCA48"/>
            </a:solidFill>
            <a:prstDash val="solid"/>
            <a:round/>
          </a:ln>
        </p:spPr>
        <p:txBody>
          <a:bodyPr/>
          <a:lstStyle/>
          <a:p>
            <a:endParaRPr/>
          </a:p>
        </p:txBody>
      </p:sp>
      <p:sp>
        <p:nvSpPr>
          <p:cNvPr id="11" name="16">
            <a:extLst>
              <a:ext uri="{FF2B5EF4-FFF2-40B4-BE49-F238E27FC236}">
                <a16:creationId xmlns:a16="http://schemas.microsoft.com/office/drawing/2014/main" id="{406491B4-845D-4D7D-A3B0-CDF4B59A8746}"/>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16</a:t>
            </a:r>
          </a:p>
        </p:txBody>
      </p:sp>
      <p:sp>
        <p:nvSpPr>
          <p:cNvPr id="2" name="명문가">
            <a:extLst>
              <a:ext uri="{FF2B5EF4-FFF2-40B4-BE49-F238E27FC236}">
                <a16:creationId xmlns:a16="http://schemas.microsoft.com/office/drawing/2014/main" id="{0F60C245-F993-4BD6-BC7C-B82068E3991A}"/>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회의 녹음과 기존 회의록">
            <a:extLst>
              <a:ext uri="{FF2B5EF4-FFF2-40B4-BE49-F238E27FC236}">
                <a16:creationId xmlns:a16="http://schemas.microsoft.com/office/drawing/2014/main" id="{8DAB729D-2425-4F77-9B0E-13BE5B1B9921}"/>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회의 녹음과 기존 회의록</a:t>
            </a:r>
          </a:p>
        </p:txBody>
      </p:sp>
      <p:sp>
        <p:nvSpPr>
          <p:cNvPr id="4" name="구현 목표">
            <a:extLst>
              <a:ext uri="{FF2B5EF4-FFF2-40B4-BE49-F238E27FC236}">
                <a16:creationId xmlns:a16="http://schemas.microsoft.com/office/drawing/2014/main" id="{BAE201A9-DB41-44A9-8448-18EB27AB34D5}"/>
              </a:ext>
            </a:extLst>
          </p:cNvPr>
          <p:cNvSpPr>
            <a:spLocks noGrp="1"/>
          </p:cNvSpPr>
          <p:nvPr/>
        </p:nvSpPr>
        <p:spPr>
          <a:xfrm>
            <a:off x="476250" y="4552950"/>
            <a:ext cx="8191500" cy="228600"/>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rPr>
              <a:t>구현 목표</a:t>
            </a:r>
          </a:p>
        </p:txBody>
      </p:sp>
      <p:pic>
        <p:nvPicPr>
          <p:cNvPr id="5" name="그림 4">
            <a:extLst>
              <a:ext uri="{FF2B5EF4-FFF2-40B4-BE49-F238E27FC236}">
                <a16:creationId xmlns:a16="http://schemas.microsoft.com/office/drawing/2014/main" id="{37C1F9CB-DFC4-49CB-84DC-F1C33FD816AD}"/>
              </a:ext>
            </a:extLst>
          </p:cNvPr>
          <p:cNvPicPr>
            <a:picLocks noChangeAspect="1"/>
          </p:cNvPicPr>
          <p:nvPr/>
        </p:nvPicPr>
        <p:blipFill>
          <a:blip r:embed="rId3"/>
          <a:stretch/>
        </p:blipFill>
        <p:spPr>
          <a:xfrm>
            <a:off x="1634490" y="1815465"/>
            <a:ext cx="960120" cy="960120"/>
          </a:xfrm>
          <a:prstGeom prst="rect">
            <a:avLst/>
          </a:prstGeom>
        </p:spPr>
      </p:pic>
      <p:sp>
        <p:nvSpPr>
          <p:cNvPr id="6" name="녹음 전사">
            <a:extLst>
              <a:ext uri="{FF2B5EF4-FFF2-40B4-BE49-F238E27FC236}">
                <a16:creationId xmlns:a16="http://schemas.microsoft.com/office/drawing/2014/main" id="{AD44A950-CB1D-4D17-B14A-6899B5F7F3EB}"/>
              </a:ext>
            </a:extLst>
          </p:cNvPr>
          <p:cNvSpPr>
            <a:spLocks noGrp="1"/>
          </p:cNvSpPr>
          <p:nvPr/>
        </p:nvSpPr>
        <p:spPr>
          <a:xfrm>
            <a:off x="438150" y="3400425"/>
            <a:ext cx="3924300" cy="504825"/>
          </a:xfrm>
          <a:prstGeom prst="rect">
            <a:avLst/>
          </a:prstGeom>
          <a:noFill/>
          <a:ln w="0">
            <a:noFill/>
          </a:ln>
        </p:spPr>
        <p:txBody>
          <a:bodyPr wrap="none" lIns="0" tIns="0" rIns="0" bIns="0" anchor="t">
            <a:noAutofit/>
          </a:bodyPr>
          <a:lstStyle>
            <a:defPPr algn="ctr">
              <a:defRPr sz="2250" b="0">
                <a:solidFill>
                  <a:srgbClr val="626262"/>
                </a:solidFill>
                <a:latin typeface="Noto Sans KR"/>
                <a:ea typeface="Noto Sans KR"/>
                <a:cs typeface="Noto Sans KR"/>
              </a:defRPr>
            </a:defPPr>
          </a:lstStyle>
          <a:p>
            <a:pPr algn="ctr">
              <a:defRPr sz="2250" b="0">
                <a:solidFill>
                  <a:srgbClr val="626262"/>
                </a:solidFill>
                <a:latin typeface="Noto Sans KR"/>
                <a:ea typeface="Noto Sans KR"/>
                <a:cs typeface="Noto Sans KR"/>
              </a:defRPr>
            </a:pPr>
            <a:r>
              <a:rPr sz="2250" b="0">
                <a:solidFill>
                  <a:srgbClr val="626262"/>
                </a:solidFill>
                <a:latin typeface="Noto Sans KR"/>
                <a:ea typeface="Noto Sans KR"/>
                <a:cs typeface="Noto Sans KR"/>
              </a:rPr>
              <a:t>녹음 전사</a:t>
            </a:r>
          </a:p>
        </p:txBody>
      </p:sp>
      <p:sp>
        <p:nvSpPr>
          <p:cNvPr id="7" name="인명, 금액 확인">
            <a:extLst>
              <a:ext uri="{FF2B5EF4-FFF2-40B4-BE49-F238E27FC236}">
                <a16:creationId xmlns:a16="http://schemas.microsoft.com/office/drawing/2014/main" id="{026C623B-EA15-4E6A-88A1-A2EA8C1C916F}"/>
              </a:ext>
            </a:extLst>
          </p:cNvPr>
          <p:cNvSpPr>
            <a:spLocks noGrp="1"/>
          </p:cNvSpPr>
          <p:nvPr/>
        </p:nvSpPr>
        <p:spPr>
          <a:xfrm>
            <a:off x="438150" y="3943350"/>
            <a:ext cx="3924300" cy="381000"/>
          </a:xfrm>
          <a:prstGeom prst="rect">
            <a:avLst/>
          </a:prstGeom>
          <a:noFill/>
          <a:ln w="0">
            <a:noFill/>
          </a:ln>
        </p:spPr>
        <p:txBody>
          <a:bodyPr wrap="none" lIns="0" tIns="0" rIns="0" bIns="0" anchor="t">
            <a:noAutofit/>
          </a:bodyPr>
          <a:lstStyle>
            <a:defPPr algn="ctr">
              <a:defRPr sz="1650" b="0">
                <a:solidFill>
                  <a:srgbClr val="626262"/>
                </a:solidFill>
                <a:latin typeface="Noto Sans KR"/>
                <a:ea typeface="Noto Sans KR"/>
                <a:cs typeface="Noto Sans KR"/>
              </a:defRPr>
            </a:defPPr>
          </a:lstStyle>
          <a:p>
            <a:pPr algn="ctr">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인명, 금액 확인</a:t>
            </a:r>
          </a:p>
        </p:txBody>
      </p:sp>
      <p:pic>
        <p:nvPicPr>
          <p:cNvPr id="8" name="그림 7">
            <a:extLst>
              <a:ext uri="{FF2B5EF4-FFF2-40B4-BE49-F238E27FC236}">
                <a16:creationId xmlns:a16="http://schemas.microsoft.com/office/drawing/2014/main" id="{1AFA1A42-2214-4885-8019-F4156BC630A7}"/>
              </a:ext>
            </a:extLst>
          </p:cNvPr>
          <p:cNvPicPr>
            <a:picLocks noChangeAspect="1"/>
          </p:cNvPicPr>
          <p:nvPr/>
        </p:nvPicPr>
        <p:blipFill>
          <a:blip r:embed="rId4"/>
          <a:stretch/>
        </p:blipFill>
        <p:spPr>
          <a:xfrm>
            <a:off x="5977890" y="1815465"/>
            <a:ext cx="960120" cy="960120"/>
          </a:xfrm>
          <a:prstGeom prst="rect">
            <a:avLst/>
          </a:prstGeom>
        </p:spPr>
      </p:pic>
      <p:sp>
        <p:nvSpPr>
          <p:cNvPr id="9" name="회의록 검색">
            <a:extLst>
              <a:ext uri="{FF2B5EF4-FFF2-40B4-BE49-F238E27FC236}">
                <a16:creationId xmlns:a16="http://schemas.microsoft.com/office/drawing/2014/main" id="{9EC4D96F-99F8-475A-8492-27AF8887D492}"/>
              </a:ext>
            </a:extLst>
          </p:cNvPr>
          <p:cNvSpPr>
            <a:spLocks noGrp="1"/>
          </p:cNvSpPr>
          <p:nvPr/>
        </p:nvSpPr>
        <p:spPr>
          <a:xfrm>
            <a:off x="4772025" y="3400425"/>
            <a:ext cx="3924300" cy="504825"/>
          </a:xfrm>
          <a:prstGeom prst="rect">
            <a:avLst/>
          </a:prstGeom>
          <a:noFill/>
          <a:ln w="0">
            <a:noFill/>
          </a:ln>
        </p:spPr>
        <p:txBody>
          <a:bodyPr wrap="none" lIns="0" tIns="0" rIns="0" bIns="0" anchor="t">
            <a:noAutofit/>
          </a:bodyPr>
          <a:lstStyle>
            <a:defPPr algn="ctr">
              <a:defRPr sz="2250" b="0">
                <a:solidFill>
                  <a:srgbClr val="626262"/>
                </a:solidFill>
                <a:latin typeface="Noto Sans KR"/>
                <a:ea typeface="Noto Sans KR"/>
                <a:cs typeface="Noto Sans KR"/>
              </a:defRPr>
            </a:defPPr>
          </a:lstStyle>
          <a:p>
            <a:pPr algn="ctr">
              <a:defRPr sz="2250" b="0">
                <a:solidFill>
                  <a:srgbClr val="626262"/>
                </a:solidFill>
                <a:latin typeface="Noto Sans KR"/>
                <a:ea typeface="Noto Sans KR"/>
                <a:cs typeface="Noto Sans KR"/>
              </a:defRPr>
            </a:pPr>
            <a:r>
              <a:rPr sz="2250" b="0">
                <a:solidFill>
                  <a:srgbClr val="626262"/>
                </a:solidFill>
                <a:latin typeface="Noto Sans KR"/>
                <a:ea typeface="Noto Sans KR"/>
                <a:cs typeface="Noto Sans KR"/>
              </a:rPr>
              <a:t>회의록 검색</a:t>
            </a:r>
          </a:p>
        </p:txBody>
      </p:sp>
      <p:sp>
        <p:nvSpPr>
          <p:cNvPr id="10" name="원문과 결정 근거">
            <a:extLst>
              <a:ext uri="{FF2B5EF4-FFF2-40B4-BE49-F238E27FC236}">
                <a16:creationId xmlns:a16="http://schemas.microsoft.com/office/drawing/2014/main" id="{918F9817-809C-4FFE-857B-77E82A5B450C}"/>
              </a:ext>
            </a:extLst>
          </p:cNvPr>
          <p:cNvSpPr>
            <a:spLocks noGrp="1"/>
          </p:cNvSpPr>
          <p:nvPr/>
        </p:nvSpPr>
        <p:spPr>
          <a:xfrm>
            <a:off x="4772025" y="3943350"/>
            <a:ext cx="3924300" cy="381000"/>
          </a:xfrm>
          <a:prstGeom prst="rect">
            <a:avLst/>
          </a:prstGeom>
          <a:noFill/>
          <a:ln w="0">
            <a:noFill/>
          </a:ln>
        </p:spPr>
        <p:txBody>
          <a:bodyPr wrap="none" lIns="0" tIns="0" rIns="0" bIns="0" anchor="t">
            <a:noAutofit/>
          </a:bodyPr>
          <a:lstStyle>
            <a:defPPr algn="ctr">
              <a:defRPr sz="1650" b="0">
                <a:solidFill>
                  <a:srgbClr val="626262"/>
                </a:solidFill>
                <a:latin typeface="Noto Sans KR"/>
                <a:ea typeface="Noto Sans KR"/>
                <a:cs typeface="Noto Sans KR"/>
              </a:defRPr>
            </a:defPPr>
          </a:lstStyle>
          <a:p>
            <a:pPr algn="ctr">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원문과 결정 근거</a:t>
            </a:r>
          </a:p>
        </p:txBody>
      </p:sp>
    </p:spTree>
    <p:extLst>
      <p:ext uri="{BB962C8B-B14F-4D97-AF65-F5344CB8AC3E}">
        <p14:creationId xmlns:p14="http://schemas.microsoft.com/office/powerpoint/2010/main" val="12014336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61" name="Template artwork 10061"/>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62" name="Template artwork 10062"/>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63" name="Template artwork 10063"/>
          <p:cNvSpPr>
            <a:spLocks noGrp="1"/>
          </p:cNvSpPr>
          <p:nvPr/>
        </p:nvSpPr>
        <p:spPr>
          <a:xfrm>
            <a:off x="1257300" y="1438275"/>
            <a:ext cx="1714500" cy="1714500"/>
          </a:xfrm>
          <a:prstGeom prst="ellipse">
            <a:avLst/>
          </a:prstGeom>
          <a:solidFill>
            <a:srgbClr val="6BBADD"/>
          </a:solidFill>
          <a:ln w="19050" cap="flat" cmpd="sng">
            <a:solidFill>
              <a:srgbClr val="6BBADD"/>
            </a:solidFill>
            <a:prstDash val="solid"/>
            <a:round/>
          </a:ln>
        </p:spPr>
        <p:txBody>
          <a:bodyPr/>
          <a:lstStyle/>
          <a:p>
            <a:endParaRPr/>
          </a:p>
        </p:txBody>
      </p:sp>
      <p:sp>
        <p:nvSpPr>
          <p:cNvPr id="10064" name="Template artwork 10064"/>
          <p:cNvSpPr>
            <a:spLocks noGrp="1"/>
          </p:cNvSpPr>
          <p:nvPr/>
        </p:nvSpPr>
        <p:spPr>
          <a:xfrm>
            <a:off x="5600700" y="1438275"/>
            <a:ext cx="1714500" cy="1714500"/>
          </a:xfrm>
          <a:prstGeom prst="ellipse">
            <a:avLst/>
          </a:prstGeom>
          <a:solidFill>
            <a:srgbClr val="ABCA48"/>
          </a:solidFill>
          <a:ln w="19050" cap="flat" cmpd="sng">
            <a:solidFill>
              <a:srgbClr val="ABCA48"/>
            </a:solidFill>
            <a:prstDash val="solid"/>
            <a:round/>
          </a:ln>
        </p:spPr>
        <p:txBody>
          <a:bodyPr/>
          <a:lstStyle/>
          <a:p>
            <a:endParaRPr/>
          </a:p>
        </p:txBody>
      </p:sp>
      <p:sp>
        <p:nvSpPr>
          <p:cNvPr id="11" name="17">
            <a:extLst>
              <a:ext uri="{FF2B5EF4-FFF2-40B4-BE49-F238E27FC236}">
                <a16:creationId xmlns:a16="http://schemas.microsoft.com/office/drawing/2014/main" id="{547E55EA-AE93-453A-A070-1CE3EAEF96F5}"/>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17</a:t>
            </a:r>
          </a:p>
        </p:txBody>
      </p:sp>
      <p:sp>
        <p:nvSpPr>
          <p:cNvPr id="2" name="명문가">
            <a:extLst>
              <a:ext uri="{FF2B5EF4-FFF2-40B4-BE49-F238E27FC236}">
                <a16:creationId xmlns:a16="http://schemas.microsoft.com/office/drawing/2014/main" id="{D1A1E65B-1DEC-43F6-BA8E-D7C83A5D7114}"/>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문서 초안과 동의 요청">
            <a:extLst>
              <a:ext uri="{FF2B5EF4-FFF2-40B4-BE49-F238E27FC236}">
                <a16:creationId xmlns:a16="http://schemas.microsoft.com/office/drawing/2014/main" id="{6DEFB469-EEB3-4E9D-90A3-0145F0CFA1E6}"/>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문서 초안과 동의 요청</a:t>
            </a:r>
          </a:p>
        </p:txBody>
      </p:sp>
      <p:sp>
        <p:nvSpPr>
          <p:cNvPr id="4" name="구현 목표    외부 푸시는 mock">
            <a:extLst>
              <a:ext uri="{FF2B5EF4-FFF2-40B4-BE49-F238E27FC236}">
                <a16:creationId xmlns:a16="http://schemas.microsoft.com/office/drawing/2014/main" id="{010A9CC9-F300-4ACB-8607-5B12A61CA909}"/>
              </a:ext>
            </a:extLst>
          </p:cNvPr>
          <p:cNvSpPr>
            <a:spLocks noGrp="1"/>
          </p:cNvSpPr>
          <p:nvPr/>
        </p:nvSpPr>
        <p:spPr>
          <a:xfrm>
            <a:off x="476250" y="4552950"/>
            <a:ext cx="8191500" cy="228600"/>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rPr>
              <a:t>구현 목표    외부 푸시는 mock</a:t>
            </a:r>
          </a:p>
        </p:txBody>
      </p:sp>
      <p:pic>
        <p:nvPicPr>
          <p:cNvPr id="5" name="그림 4">
            <a:extLst>
              <a:ext uri="{FF2B5EF4-FFF2-40B4-BE49-F238E27FC236}">
                <a16:creationId xmlns:a16="http://schemas.microsoft.com/office/drawing/2014/main" id="{E6A2EB11-F4D7-4BF4-BE30-8A781DE1CE09}"/>
              </a:ext>
            </a:extLst>
          </p:cNvPr>
          <p:cNvPicPr>
            <a:picLocks noChangeAspect="1"/>
          </p:cNvPicPr>
          <p:nvPr/>
        </p:nvPicPr>
        <p:blipFill>
          <a:blip r:embed="rId3"/>
          <a:stretch/>
        </p:blipFill>
        <p:spPr>
          <a:xfrm>
            <a:off x="1634490" y="1815465"/>
            <a:ext cx="960120" cy="960120"/>
          </a:xfrm>
          <a:prstGeom prst="rect">
            <a:avLst/>
          </a:prstGeom>
        </p:spPr>
      </p:pic>
      <p:sp>
        <p:nvSpPr>
          <p:cNvPr id="6" name="문서 초안">
            <a:extLst>
              <a:ext uri="{FF2B5EF4-FFF2-40B4-BE49-F238E27FC236}">
                <a16:creationId xmlns:a16="http://schemas.microsoft.com/office/drawing/2014/main" id="{917F97FB-8F2B-4890-AF36-91949ED469D8}"/>
              </a:ext>
            </a:extLst>
          </p:cNvPr>
          <p:cNvSpPr>
            <a:spLocks noGrp="1"/>
          </p:cNvSpPr>
          <p:nvPr/>
        </p:nvSpPr>
        <p:spPr>
          <a:xfrm>
            <a:off x="438150" y="3400425"/>
            <a:ext cx="3924300" cy="504825"/>
          </a:xfrm>
          <a:prstGeom prst="rect">
            <a:avLst/>
          </a:prstGeom>
          <a:noFill/>
          <a:ln w="0">
            <a:noFill/>
          </a:ln>
        </p:spPr>
        <p:txBody>
          <a:bodyPr wrap="none" lIns="0" tIns="0" rIns="0" bIns="0" anchor="t">
            <a:noAutofit/>
          </a:bodyPr>
          <a:lstStyle>
            <a:defPPr algn="ctr">
              <a:defRPr sz="2250" b="0">
                <a:solidFill>
                  <a:srgbClr val="626262"/>
                </a:solidFill>
                <a:latin typeface="Noto Sans KR"/>
                <a:ea typeface="Noto Sans KR"/>
                <a:cs typeface="Noto Sans KR"/>
              </a:defRPr>
            </a:defPPr>
          </a:lstStyle>
          <a:p>
            <a:pPr algn="ctr">
              <a:defRPr sz="2250" b="0">
                <a:solidFill>
                  <a:srgbClr val="626262"/>
                </a:solidFill>
                <a:latin typeface="Noto Sans KR"/>
                <a:ea typeface="Noto Sans KR"/>
                <a:cs typeface="Noto Sans KR"/>
              </a:defRPr>
            </a:pPr>
            <a:r>
              <a:rPr sz="2250" b="0">
                <a:solidFill>
                  <a:srgbClr val="626262"/>
                </a:solidFill>
                <a:latin typeface="Noto Sans KR"/>
                <a:ea typeface="Noto Sans KR"/>
                <a:cs typeface="Noto Sans KR"/>
              </a:rPr>
              <a:t>문서 초안</a:t>
            </a:r>
          </a:p>
        </p:txBody>
      </p:sp>
      <p:sp>
        <p:nvSpPr>
          <p:cNvPr id="7" name="검토 후 사용">
            <a:extLst>
              <a:ext uri="{FF2B5EF4-FFF2-40B4-BE49-F238E27FC236}">
                <a16:creationId xmlns:a16="http://schemas.microsoft.com/office/drawing/2014/main" id="{8EE73FAD-B883-40F8-BF4D-4AC5553EF15F}"/>
              </a:ext>
            </a:extLst>
          </p:cNvPr>
          <p:cNvSpPr>
            <a:spLocks noGrp="1"/>
          </p:cNvSpPr>
          <p:nvPr/>
        </p:nvSpPr>
        <p:spPr>
          <a:xfrm>
            <a:off x="438150" y="3943350"/>
            <a:ext cx="3924300" cy="381000"/>
          </a:xfrm>
          <a:prstGeom prst="rect">
            <a:avLst/>
          </a:prstGeom>
          <a:noFill/>
          <a:ln w="0">
            <a:noFill/>
          </a:ln>
        </p:spPr>
        <p:txBody>
          <a:bodyPr wrap="none" lIns="0" tIns="0" rIns="0" bIns="0" anchor="t">
            <a:noAutofit/>
          </a:bodyPr>
          <a:lstStyle>
            <a:defPPr algn="ctr">
              <a:defRPr sz="1650" b="0">
                <a:solidFill>
                  <a:srgbClr val="626262"/>
                </a:solidFill>
                <a:latin typeface="Noto Sans KR"/>
                <a:ea typeface="Noto Sans KR"/>
                <a:cs typeface="Noto Sans KR"/>
              </a:defRPr>
            </a:defPPr>
          </a:lstStyle>
          <a:p>
            <a:pPr algn="ctr">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검토 후 사용</a:t>
            </a:r>
          </a:p>
        </p:txBody>
      </p:sp>
      <p:pic>
        <p:nvPicPr>
          <p:cNvPr id="8" name="그림 7">
            <a:extLst>
              <a:ext uri="{FF2B5EF4-FFF2-40B4-BE49-F238E27FC236}">
                <a16:creationId xmlns:a16="http://schemas.microsoft.com/office/drawing/2014/main" id="{20107609-3279-42DC-BD88-2A3A4FE418A4}"/>
              </a:ext>
            </a:extLst>
          </p:cNvPr>
          <p:cNvPicPr>
            <a:picLocks noChangeAspect="1"/>
          </p:cNvPicPr>
          <p:nvPr/>
        </p:nvPicPr>
        <p:blipFill>
          <a:blip r:embed="rId4"/>
          <a:stretch/>
        </p:blipFill>
        <p:spPr>
          <a:xfrm>
            <a:off x="5977890" y="1815465"/>
            <a:ext cx="960120" cy="960120"/>
          </a:xfrm>
          <a:prstGeom prst="rect">
            <a:avLst/>
          </a:prstGeom>
        </p:spPr>
      </p:pic>
      <p:sp>
        <p:nvSpPr>
          <p:cNvPr id="9" name="동의 요청">
            <a:extLst>
              <a:ext uri="{FF2B5EF4-FFF2-40B4-BE49-F238E27FC236}">
                <a16:creationId xmlns:a16="http://schemas.microsoft.com/office/drawing/2014/main" id="{DDF9889D-8AA1-4FD2-975F-0290826D51C2}"/>
              </a:ext>
            </a:extLst>
          </p:cNvPr>
          <p:cNvSpPr>
            <a:spLocks noGrp="1"/>
          </p:cNvSpPr>
          <p:nvPr/>
        </p:nvSpPr>
        <p:spPr>
          <a:xfrm>
            <a:off x="4772025" y="3400425"/>
            <a:ext cx="3924300" cy="504825"/>
          </a:xfrm>
          <a:prstGeom prst="rect">
            <a:avLst/>
          </a:prstGeom>
          <a:noFill/>
          <a:ln w="0">
            <a:noFill/>
          </a:ln>
        </p:spPr>
        <p:txBody>
          <a:bodyPr wrap="none" lIns="0" tIns="0" rIns="0" bIns="0" anchor="t">
            <a:noAutofit/>
          </a:bodyPr>
          <a:lstStyle>
            <a:defPPr algn="ctr">
              <a:defRPr sz="2250" b="0">
                <a:solidFill>
                  <a:srgbClr val="626262"/>
                </a:solidFill>
                <a:latin typeface="Noto Sans KR"/>
                <a:ea typeface="Noto Sans KR"/>
                <a:cs typeface="Noto Sans KR"/>
              </a:defRPr>
            </a:defPPr>
          </a:lstStyle>
          <a:p>
            <a:pPr algn="ctr">
              <a:defRPr sz="2250" b="0">
                <a:solidFill>
                  <a:srgbClr val="626262"/>
                </a:solidFill>
                <a:latin typeface="Noto Sans KR"/>
                <a:ea typeface="Noto Sans KR"/>
                <a:cs typeface="Noto Sans KR"/>
              </a:defRPr>
            </a:pPr>
            <a:r>
              <a:rPr sz="2250" b="0">
                <a:solidFill>
                  <a:srgbClr val="626262"/>
                </a:solidFill>
                <a:latin typeface="Noto Sans KR"/>
                <a:ea typeface="Noto Sans KR"/>
                <a:cs typeface="Noto Sans KR"/>
              </a:rPr>
              <a:t>동의 요청</a:t>
            </a:r>
          </a:p>
        </p:txBody>
      </p:sp>
      <p:sp>
        <p:nvSpPr>
          <p:cNvPr id="10" name="문서 버전별 응답">
            <a:extLst>
              <a:ext uri="{FF2B5EF4-FFF2-40B4-BE49-F238E27FC236}">
                <a16:creationId xmlns:a16="http://schemas.microsoft.com/office/drawing/2014/main" id="{E6548DAD-9961-49E9-B379-084D92A8A969}"/>
              </a:ext>
            </a:extLst>
          </p:cNvPr>
          <p:cNvSpPr>
            <a:spLocks noGrp="1"/>
          </p:cNvSpPr>
          <p:nvPr/>
        </p:nvSpPr>
        <p:spPr>
          <a:xfrm>
            <a:off x="4772025" y="3943350"/>
            <a:ext cx="3924300" cy="381000"/>
          </a:xfrm>
          <a:prstGeom prst="rect">
            <a:avLst/>
          </a:prstGeom>
          <a:noFill/>
          <a:ln w="0">
            <a:noFill/>
          </a:ln>
        </p:spPr>
        <p:txBody>
          <a:bodyPr wrap="none" lIns="0" tIns="0" rIns="0" bIns="0" anchor="t">
            <a:noAutofit/>
          </a:bodyPr>
          <a:lstStyle>
            <a:defPPr algn="ctr">
              <a:defRPr sz="1650" b="0">
                <a:solidFill>
                  <a:srgbClr val="626262"/>
                </a:solidFill>
                <a:latin typeface="Noto Sans KR"/>
                <a:ea typeface="Noto Sans KR"/>
                <a:cs typeface="Noto Sans KR"/>
              </a:defRPr>
            </a:defPPr>
          </a:lstStyle>
          <a:p>
            <a:pPr algn="ctr">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문서 버전별 응답</a:t>
            </a:r>
          </a:p>
        </p:txBody>
      </p:sp>
    </p:spTree>
    <p:extLst>
      <p:ext uri="{BB962C8B-B14F-4D97-AF65-F5344CB8AC3E}">
        <p14:creationId xmlns:p14="http://schemas.microsoft.com/office/powerpoint/2010/main" val="2585368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65" name="Template artwork 10065"/>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66" name="Template artwork 10066"/>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67" name="Template artwork 10067"/>
          <p:cNvSpPr>
            <a:spLocks noGrp="1"/>
          </p:cNvSpPr>
          <p:nvPr/>
        </p:nvSpPr>
        <p:spPr>
          <a:xfrm>
            <a:off x="1257300" y="1438275"/>
            <a:ext cx="1714500" cy="1714500"/>
          </a:xfrm>
          <a:prstGeom prst="ellipse">
            <a:avLst/>
          </a:prstGeom>
          <a:solidFill>
            <a:srgbClr val="6BBADD"/>
          </a:solidFill>
          <a:ln w="19050" cap="flat" cmpd="sng">
            <a:solidFill>
              <a:srgbClr val="6BBADD"/>
            </a:solidFill>
            <a:prstDash val="solid"/>
            <a:round/>
          </a:ln>
        </p:spPr>
        <p:txBody>
          <a:bodyPr/>
          <a:lstStyle/>
          <a:p>
            <a:endParaRPr/>
          </a:p>
        </p:txBody>
      </p:sp>
      <p:sp>
        <p:nvSpPr>
          <p:cNvPr id="10068" name="Template artwork 10068"/>
          <p:cNvSpPr>
            <a:spLocks noGrp="1"/>
          </p:cNvSpPr>
          <p:nvPr/>
        </p:nvSpPr>
        <p:spPr>
          <a:xfrm>
            <a:off x="5600700" y="1438275"/>
            <a:ext cx="1714500" cy="1714500"/>
          </a:xfrm>
          <a:prstGeom prst="ellipse">
            <a:avLst/>
          </a:prstGeom>
          <a:solidFill>
            <a:srgbClr val="ABCA48"/>
          </a:solidFill>
          <a:ln w="19050" cap="flat" cmpd="sng">
            <a:solidFill>
              <a:srgbClr val="ABCA48"/>
            </a:solidFill>
            <a:prstDash val="solid"/>
            <a:round/>
          </a:ln>
        </p:spPr>
        <p:txBody>
          <a:bodyPr/>
          <a:lstStyle/>
          <a:p>
            <a:endParaRPr/>
          </a:p>
        </p:txBody>
      </p:sp>
      <p:sp>
        <p:nvSpPr>
          <p:cNvPr id="11" name="18">
            <a:extLst>
              <a:ext uri="{FF2B5EF4-FFF2-40B4-BE49-F238E27FC236}">
                <a16:creationId xmlns:a16="http://schemas.microsoft.com/office/drawing/2014/main" id="{D396175B-4160-4CA3-B101-0C0BC4AC0275}"/>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18</a:t>
            </a:r>
          </a:p>
        </p:txBody>
      </p:sp>
      <p:sp>
        <p:nvSpPr>
          <p:cNvPr id="2" name="명문가">
            <a:extLst>
              <a:ext uri="{FF2B5EF4-FFF2-40B4-BE49-F238E27FC236}">
                <a16:creationId xmlns:a16="http://schemas.microsoft.com/office/drawing/2014/main" id="{F5D42FAB-D98C-4319-B063-ACE4E75711C3}"/>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법률 확인과 재산 자료 변화">
            <a:extLst>
              <a:ext uri="{FF2B5EF4-FFF2-40B4-BE49-F238E27FC236}">
                <a16:creationId xmlns:a16="http://schemas.microsoft.com/office/drawing/2014/main" id="{9EDE7347-2118-49D2-ADD8-243530CC7DCF}"/>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법률 확인과 재산 자료 변화</a:t>
            </a:r>
          </a:p>
        </p:txBody>
      </p:sp>
      <p:sp>
        <p:nvSpPr>
          <p:cNvPr id="4" name="구현 목표    자료 변화 시연은 모의 데이터">
            <a:extLst>
              <a:ext uri="{FF2B5EF4-FFF2-40B4-BE49-F238E27FC236}">
                <a16:creationId xmlns:a16="http://schemas.microsoft.com/office/drawing/2014/main" id="{04A80C21-77B8-4A62-9B6A-97B6A6065C81}"/>
              </a:ext>
            </a:extLst>
          </p:cNvPr>
          <p:cNvSpPr>
            <a:spLocks noGrp="1"/>
          </p:cNvSpPr>
          <p:nvPr/>
        </p:nvSpPr>
        <p:spPr>
          <a:xfrm>
            <a:off x="476250" y="4552950"/>
            <a:ext cx="8191500" cy="228600"/>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rPr>
              <a:t>구현 목표    자료 변화 시연은 모의 데이터</a:t>
            </a:r>
          </a:p>
        </p:txBody>
      </p:sp>
      <p:pic>
        <p:nvPicPr>
          <p:cNvPr id="5" name="그림 4">
            <a:extLst>
              <a:ext uri="{FF2B5EF4-FFF2-40B4-BE49-F238E27FC236}">
                <a16:creationId xmlns:a16="http://schemas.microsoft.com/office/drawing/2014/main" id="{E1A167F9-3395-466A-8F1C-BC602DFC8237}"/>
              </a:ext>
            </a:extLst>
          </p:cNvPr>
          <p:cNvPicPr>
            <a:picLocks noChangeAspect="1"/>
          </p:cNvPicPr>
          <p:nvPr/>
        </p:nvPicPr>
        <p:blipFill>
          <a:blip r:embed="rId3"/>
          <a:stretch/>
        </p:blipFill>
        <p:spPr>
          <a:xfrm>
            <a:off x="1634490" y="1815465"/>
            <a:ext cx="960120" cy="960120"/>
          </a:xfrm>
          <a:prstGeom prst="rect">
            <a:avLst/>
          </a:prstGeom>
        </p:spPr>
      </p:pic>
      <p:sp>
        <p:nvSpPr>
          <p:cNvPr id="6" name="법령과 규약">
            <a:extLst>
              <a:ext uri="{FF2B5EF4-FFF2-40B4-BE49-F238E27FC236}">
                <a16:creationId xmlns:a16="http://schemas.microsoft.com/office/drawing/2014/main" id="{EFABDA71-5330-494E-91C8-F58C96D249C5}"/>
              </a:ext>
            </a:extLst>
          </p:cNvPr>
          <p:cNvSpPr>
            <a:spLocks noGrp="1"/>
          </p:cNvSpPr>
          <p:nvPr/>
        </p:nvSpPr>
        <p:spPr>
          <a:xfrm>
            <a:off x="438150" y="3400425"/>
            <a:ext cx="3924300" cy="504825"/>
          </a:xfrm>
          <a:prstGeom prst="rect">
            <a:avLst/>
          </a:prstGeom>
          <a:noFill/>
          <a:ln w="0">
            <a:noFill/>
          </a:ln>
        </p:spPr>
        <p:txBody>
          <a:bodyPr wrap="none" lIns="0" tIns="0" rIns="0" bIns="0" anchor="t">
            <a:noAutofit/>
          </a:bodyPr>
          <a:lstStyle>
            <a:defPPr algn="ctr">
              <a:defRPr sz="2250" b="0">
                <a:solidFill>
                  <a:srgbClr val="626262"/>
                </a:solidFill>
                <a:latin typeface="Noto Sans KR"/>
                <a:ea typeface="Noto Sans KR"/>
                <a:cs typeface="Noto Sans KR"/>
              </a:defRPr>
            </a:defPPr>
          </a:lstStyle>
          <a:p>
            <a:pPr algn="ctr">
              <a:defRPr sz="2250" b="0">
                <a:solidFill>
                  <a:srgbClr val="626262"/>
                </a:solidFill>
                <a:latin typeface="Noto Sans KR"/>
                <a:ea typeface="Noto Sans KR"/>
                <a:cs typeface="Noto Sans KR"/>
              </a:defRPr>
            </a:pPr>
            <a:r>
              <a:rPr sz="2250" b="0">
                <a:solidFill>
                  <a:srgbClr val="626262"/>
                </a:solidFill>
                <a:latin typeface="Noto Sans KR"/>
                <a:ea typeface="Noto Sans KR"/>
                <a:cs typeface="Noto Sans KR"/>
              </a:rPr>
              <a:t>법령과 규약</a:t>
            </a:r>
          </a:p>
        </p:txBody>
      </p:sp>
      <p:sp>
        <p:nvSpPr>
          <p:cNvPr id="7" name="근거 확인">
            <a:extLst>
              <a:ext uri="{FF2B5EF4-FFF2-40B4-BE49-F238E27FC236}">
                <a16:creationId xmlns:a16="http://schemas.microsoft.com/office/drawing/2014/main" id="{BE8754C2-70AF-48F5-95B3-963CFFE7FEF8}"/>
              </a:ext>
            </a:extLst>
          </p:cNvPr>
          <p:cNvSpPr>
            <a:spLocks noGrp="1"/>
          </p:cNvSpPr>
          <p:nvPr/>
        </p:nvSpPr>
        <p:spPr>
          <a:xfrm>
            <a:off x="438150" y="3943350"/>
            <a:ext cx="3924300" cy="381000"/>
          </a:xfrm>
          <a:prstGeom prst="rect">
            <a:avLst/>
          </a:prstGeom>
          <a:noFill/>
          <a:ln w="0">
            <a:noFill/>
          </a:ln>
        </p:spPr>
        <p:txBody>
          <a:bodyPr wrap="none" lIns="0" tIns="0" rIns="0" bIns="0" anchor="t">
            <a:noAutofit/>
          </a:bodyPr>
          <a:lstStyle>
            <a:defPPr algn="ctr">
              <a:defRPr sz="1650" b="0">
                <a:solidFill>
                  <a:srgbClr val="626262"/>
                </a:solidFill>
                <a:latin typeface="Noto Sans KR"/>
                <a:ea typeface="Noto Sans KR"/>
                <a:cs typeface="Noto Sans KR"/>
              </a:defRPr>
            </a:defPPr>
          </a:lstStyle>
          <a:p>
            <a:pPr algn="ctr">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근거 확인</a:t>
            </a:r>
          </a:p>
        </p:txBody>
      </p:sp>
      <p:pic>
        <p:nvPicPr>
          <p:cNvPr id="8" name="그림 7">
            <a:extLst>
              <a:ext uri="{FF2B5EF4-FFF2-40B4-BE49-F238E27FC236}">
                <a16:creationId xmlns:a16="http://schemas.microsoft.com/office/drawing/2014/main" id="{A00F61FC-F664-41F0-BEFF-C9253E62FDE0}"/>
              </a:ext>
            </a:extLst>
          </p:cNvPr>
          <p:cNvPicPr>
            <a:picLocks noChangeAspect="1"/>
          </p:cNvPicPr>
          <p:nvPr/>
        </p:nvPicPr>
        <p:blipFill>
          <a:blip r:embed="rId4"/>
          <a:stretch/>
        </p:blipFill>
        <p:spPr>
          <a:xfrm>
            <a:off x="5977890" y="1815465"/>
            <a:ext cx="960120" cy="960120"/>
          </a:xfrm>
          <a:prstGeom prst="rect">
            <a:avLst/>
          </a:prstGeom>
        </p:spPr>
      </p:pic>
      <p:sp>
        <p:nvSpPr>
          <p:cNvPr id="9" name="재산 자료 변화">
            <a:extLst>
              <a:ext uri="{FF2B5EF4-FFF2-40B4-BE49-F238E27FC236}">
                <a16:creationId xmlns:a16="http://schemas.microsoft.com/office/drawing/2014/main" id="{7F2C3CBF-0B04-4351-BA59-5615B654DB8A}"/>
              </a:ext>
            </a:extLst>
          </p:cNvPr>
          <p:cNvSpPr>
            <a:spLocks noGrp="1"/>
          </p:cNvSpPr>
          <p:nvPr/>
        </p:nvSpPr>
        <p:spPr>
          <a:xfrm>
            <a:off x="4772025" y="3400425"/>
            <a:ext cx="3924300" cy="504825"/>
          </a:xfrm>
          <a:prstGeom prst="rect">
            <a:avLst/>
          </a:prstGeom>
          <a:noFill/>
          <a:ln w="0">
            <a:noFill/>
          </a:ln>
        </p:spPr>
        <p:txBody>
          <a:bodyPr wrap="none" lIns="0" tIns="0" rIns="0" bIns="0" anchor="t">
            <a:noAutofit/>
          </a:bodyPr>
          <a:lstStyle>
            <a:defPPr algn="ctr">
              <a:defRPr sz="2250" b="0">
                <a:solidFill>
                  <a:srgbClr val="626262"/>
                </a:solidFill>
                <a:latin typeface="Noto Sans KR"/>
                <a:ea typeface="Noto Sans KR"/>
                <a:cs typeface="Noto Sans KR"/>
              </a:defRPr>
            </a:defPPr>
          </a:lstStyle>
          <a:p>
            <a:pPr algn="ctr">
              <a:defRPr sz="2250" b="0">
                <a:solidFill>
                  <a:srgbClr val="626262"/>
                </a:solidFill>
                <a:latin typeface="Noto Sans KR"/>
                <a:ea typeface="Noto Sans KR"/>
                <a:cs typeface="Noto Sans KR"/>
              </a:defRPr>
            </a:pPr>
            <a:r>
              <a:rPr sz="2250" b="0">
                <a:solidFill>
                  <a:srgbClr val="626262"/>
                </a:solidFill>
                <a:latin typeface="Noto Sans KR"/>
                <a:ea typeface="Noto Sans KR"/>
                <a:cs typeface="Noto Sans KR"/>
              </a:rPr>
              <a:t>재산 자료 변화</a:t>
            </a:r>
          </a:p>
        </p:txBody>
      </p:sp>
      <p:sp>
        <p:nvSpPr>
          <p:cNvPr id="10" name="이전 자료와 비교">
            <a:extLst>
              <a:ext uri="{FF2B5EF4-FFF2-40B4-BE49-F238E27FC236}">
                <a16:creationId xmlns:a16="http://schemas.microsoft.com/office/drawing/2014/main" id="{75A37AEA-8771-46A4-A65D-27B34653E5E4}"/>
              </a:ext>
            </a:extLst>
          </p:cNvPr>
          <p:cNvSpPr>
            <a:spLocks noGrp="1"/>
          </p:cNvSpPr>
          <p:nvPr/>
        </p:nvSpPr>
        <p:spPr>
          <a:xfrm>
            <a:off x="4772025" y="3943350"/>
            <a:ext cx="3924300" cy="381000"/>
          </a:xfrm>
          <a:prstGeom prst="rect">
            <a:avLst/>
          </a:prstGeom>
          <a:noFill/>
          <a:ln w="0">
            <a:noFill/>
          </a:ln>
        </p:spPr>
        <p:txBody>
          <a:bodyPr wrap="none" lIns="0" tIns="0" rIns="0" bIns="0" anchor="t">
            <a:noAutofit/>
          </a:bodyPr>
          <a:lstStyle>
            <a:defPPr algn="ctr">
              <a:defRPr sz="1650" b="0">
                <a:solidFill>
                  <a:srgbClr val="626262"/>
                </a:solidFill>
                <a:latin typeface="Noto Sans KR"/>
                <a:ea typeface="Noto Sans KR"/>
                <a:cs typeface="Noto Sans KR"/>
              </a:defRPr>
            </a:defPPr>
          </a:lstStyle>
          <a:p>
            <a:pPr algn="ctr">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이전 자료와 비교</a:t>
            </a:r>
          </a:p>
        </p:txBody>
      </p:sp>
    </p:spTree>
    <p:extLst>
      <p:ext uri="{BB962C8B-B14F-4D97-AF65-F5344CB8AC3E}">
        <p14:creationId xmlns:p14="http://schemas.microsoft.com/office/powerpoint/2010/main" val="444066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69" name="Template artwork 10069"/>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70" name="Template artwork 10070"/>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71" name="Template artwork 10071"/>
          <p:cNvSpPr>
            <a:spLocks noGrp="1"/>
          </p:cNvSpPr>
          <p:nvPr/>
        </p:nvSpPr>
        <p:spPr>
          <a:xfrm>
            <a:off x="1257300" y="1438275"/>
            <a:ext cx="1714500" cy="1714500"/>
          </a:xfrm>
          <a:prstGeom prst="ellipse">
            <a:avLst/>
          </a:prstGeom>
          <a:solidFill>
            <a:srgbClr val="6BBADD"/>
          </a:solidFill>
          <a:ln w="19050" cap="flat" cmpd="sng">
            <a:solidFill>
              <a:srgbClr val="6BBADD"/>
            </a:solidFill>
            <a:prstDash val="solid"/>
            <a:round/>
          </a:ln>
        </p:spPr>
        <p:txBody>
          <a:bodyPr/>
          <a:lstStyle/>
          <a:p>
            <a:endParaRPr/>
          </a:p>
        </p:txBody>
      </p:sp>
      <p:sp>
        <p:nvSpPr>
          <p:cNvPr id="10072" name="Template artwork 10072"/>
          <p:cNvSpPr>
            <a:spLocks noGrp="1"/>
          </p:cNvSpPr>
          <p:nvPr/>
        </p:nvSpPr>
        <p:spPr>
          <a:xfrm>
            <a:off x="5600700" y="1438275"/>
            <a:ext cx="1714500" cy="1714500"/>
          </a:xfrm>
          <a:prstGeom prst="ellipse">
            <a:avLst/>
          </a:prstGeom>
          <a:solidFill>
            <a:srgbClr val="ABCA48"/>
          </a:solidFill>
          <a:ln w="19050" cap="flat" cmpd="sng">
            <a:solidFill>
              <a:srgbClr val="ABCA48"/>
            </a:solidFill>
            <a:prstDash val="solid"/>
            <a:round/>
          </a:ln>
        </p:spPr>
        <p:txBody>
          <a:bodyPr/>
          <a:lstStyle/>
          <a:p>
            <a:endParaRPr/>
          </a:p>
        </p:txBody>
      </p:sp>
      <p:sp>
        <p:nvSpPr>
          <p:cNvPr id="11" name="19">
            <a:extLst>
              <a:ext uri="{FF2B5EF4-FFF2-40B4-BE49-F238E27FC236}">
                <a16:creationId xmlns:a16="http://schemas.microsoft.com/office/drawing/2014/main" id="{12234AD5-EB03-4A2E-B0F7-9A84FB0859FA}"/>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19</a:t>
            </a:r>
          </a:p>
        </p:txBody>
      </p:sp>
      <p:sp>
        <p:nvSpPr>
          <p:cNvPr id="2" name="명문가">
            <a:extLst>
              <a:ext uri="{FF2B5EF4-FFF2-40B4-BE49-F238E27FC236}">
                <a16:creationId xmlns:a16="http://schemas.microsoft.com/office/drawing/2014/main" id="{5898CF01-0C30-4AED-AFB6-26AD8455C685}"/>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문제 점검과 변호사 후보">
            <a:extLst>
              <a:ext uri="{FF2B5EF4-FFF2-40B4-BE49-F238E27FC236}">
                <a16:creationId xmlns:a16="http://schemas.microsoft.com/office/drawing/2014/main" id="{69465064-E3FF-4342-AC88-38F502F07F87}"/>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문제 점검과 변호사 후보</a:t>
            </a:r>
          </a:p>
        </p:txBody>
      </p:sp>
      <p:sp>
        <p:nvSpPr>
          <p:cNvPr id="4" name="구현 목표    변호사 후보는 가상 데이터">
            <a:extLst>
              <a:ext uri="{FF2B5EF4-FFF2-40B4-BE49-F238E27FC236}">
                <a16:creationId xmlns:a16="http://schemas.microsoft.com/office/drawing/2014/main" id="{45301A78-68E6-4278-82F8-8BAA44BD853A}"/>
              </a:ext>
            </a:extLst>
          </p:cNvPr>
          <p:cNvSpPr>
            <a:spLocks noGrp="1"/>
          </p:cNvSpPr>
          <p:nvPr/>
        </p:nvSpPr>
        <p:spPr>
          <a:xfrm>
            <a:off x="476250" y="4552950"/>
            <a:ext cx="8191500" cy="228600"/>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rPr>
              <a:t>구현 목표    변호사 후보는 가상 데이터</a:t>
            </a:r>
          </a:p>
        </p:txBody>
      </p:sp>
      <p:pic>
        <p:nvPicPr>
          <p:cNvPr id="5" name="그림 4">
            <a:extLst>
              <a:ext uri="{FF2B5EF4-FFF2-40B4-BE49-F238E27FC236}">
                <a16:creationId xmlns:a16="http://schemas.microsoft.com/office/drawing/2014/main" id="{9C5FE7A0-8098-4D2F-9FDA-6D0390189396}"/>
              </a:ext>
            </a:extLst>
          </p:cNvPr>
          <p:cNvPicPr>
            <a:picLocks noChangeAspect="1"/>
          </p:cNvPicPr>
          <p:nvPr/>
        </p:nvPicPr>
        <p:blipFill>
          <a:blip r:embed="rId3"/>
          <a:stretch/>
        </p:blipFill>
        <p:spPr>
          <a:xfrm>
            <a:off x="1634490" y="1815465"/>
            <a:ext cx="960120" cy="960120"/>
          </a:xfrm>
          <a:prstGeom prst="rect">
            <a:avLst/>
          </a:prstGeom>
        </p:spPr>
      </p:pic>
      <p:sp>
        <p:nvSpPr>
          <p:cNvPr id="6" name="누락, 불일치">
            <a:extLst>
              <a:ext uri="{FF2B5EF4-FFF2-40B4-BE49-F238E27FC236}">
                <a16:creationId xmlns:a16="http://schemas.microsoft.com/office/drawing/2014/main" id="{01110A5A-93ED-48BA-B315-78038AD8309F}"/>
              </a:ext>
            </a:extLst>
          </p:cNvPr>
          <p:cNvSpPr>
            <a:spLocks noGrp="1"/>
          </p:cNvSpPr>
          <p:nvPr/>
        </p:nvSpPr>
        <p:spPr>
          <a:xfrm>
            <a:off x="438150" y="3400425"/>
            <a:ext cx="3924300" cy="504825"/>
          </a:xfrm>
          <a:prstGeom prst="rect">
            <a:avLst/>
          </a:prstGeom>
          <a:noFill/>
          <a:ln w="0">
            <a:noFill/>
          </a:ln>
        </p:spPr>
        <p:txBody>
          <a:bodyPr wrap="none" lIns="0" tIns="0" rIns="0" bIns="0" anchor="t">
            <a:noAutofit/>
          </a:bodyPr>
          <a:lstStyle>
            <a:defPPr algn="ctr">
              <a:defRPr sz="2250" b="0">
                <a:solidFill>
                  <a:srgbClr val="626262"/>
                </a:solidFill>
                <a:latin typeface="Noto Sans KR"/>
                <a:ea typeface="Noto Sans KR"/>
                <a:cs typeface="Noto Sans KR"/>
              </a:defRPr>
            </a:defPPr>
          </a:lstStyle>
          <a:p>
            <a:pPr algn="ctr">
              <a:defRPr sz="2250" b="0">
                <a:solidFill>
                  <a:srgbClr val="626262"/>
                </a:solidFill>
                <a:latin typeface="Noto Sans KR"/>
                <a:ea typeface="Noto Sans KR"/>
                <a:cs typeface="Noto Sans KR"/>
              </a:defRPr>
            </a:pPr>
            <a:r>
              <a:rPr sz="2250" b="0">
                <a:solidFill>
                  <a:srgbClr val="626262"/>
                </a:solidFill>
                <a:latin typeface="Noto Sans KR"/>
                <a:ea typeface="Noto Sans KR"/>
                <a:cs typeface="Noto Sans KR"/>
              </a:rPr>
              <a:t>누락, 불일치</a:t>
            </a:r>
          </a:p>
        </p:txBody>
      </p:sp>
      <p:sp>
        <p:nvSpPr>
          <p:cNvPr id="7" name="근거와 다음 작업">
            <a:extLst>
              <a:ext uri="{FF2B5EF4-FFF2-40B4-BE49-F238E27FC236}">
                <a16:creationId xmlns:a16="http://schemas.microsoft.com/office/drawing/2014/main" id="{51BEA8D4-5398-4B5A-B66C-A20CB914A4A7}"/>
              </a:ext>
            </a:extLst>
          </p:cNvPr>
          <p:cNvSpPr>
            <a:spLocks noGrp="1"/>
          </p:cNvSpPr>
          <p:nvPr/>
        </p:nvSpPr>
        <p:spPr>
          <a:xfrm>
            <a:off x="438150" y="3943350"/>
            <a:ext cx="3924300" cy="381000"/>
          </a:xfrm>
          <a:prstGeom prst="rect">
            <a:avLst/>
          </a:prstGeom>
          <a:noFill/>
          <a:ln w="0">
            <a:noFill/>
          </a:ln>
        </p:spPr>
        <p:txBody>
          <a:bodyPr wrap="none" lIns="0" tIns="0" rIns="0" bIns="0" anchor="t">
            <a:noAutofit/>
          </a:bodyPr>
          <a:lstStyle>
            <a:defPPr algn="ctr">
              <a:defRPr sz="1650" b="0">
                <a:solidFill>
                  <a:srgbClr val="626262"/>
                </a:solidFill>
                <a:latin typeface="Noto Sans KR"/>
                <a:ea typeface="Noto Sans KR"/>
                <a:cs typeface="Noto Sans KR"/>
              </a:defRPr>
            </a:defPPr>
          </a:lstStyle>
          <a:p>
            <a:pPr algn="ctr">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근거와 다음 작업</a:t>
            </a:r>
          </a:p>
        </p:txBody>
      </p:sp>
      <p:pic>
        <p:nvPicPr>
          <p:cNvPr id="8" name="그림 7">
            <a:extLst>
              <a:ext uri="{FF2B5EF4-FFF2-40B4-BE49-F238E27FC236}">
                <a16:creationId xmlns:a16="http://schemas.microsoft.com/office/drawing/2014/main" id="{AC8A12D2-A757-4439-8823-380C54AD7377}"/>
              </a:ext>
            </a:extLst>
          </p:cNvPr>
          <p:cNvPicPr>
            <a:picLocks noChangeAspect="1"/>
          </p:cNvPicPr>
          <p:nvPr/>
        </p:nvPicPr>
        <p:blipFill>
          <a:blip r:embed="rId4"/>
          <a:stretch/>
        </p:blipFill>
        <p:spPr>
          <a:xfrm>
            <a:off x="5977890" y="1815465"/>
            <a:ext cx="960120" cy="960120"/>
          </a:xfrm>
          <a:prstGeom prst="rect">
            <a:avLst/>
          </a:prstGeom>
        </p:spPr>
      </p:pic>
      <p:sp>
        <p:nvSpPr>
          <p:cNvPr id="9" name="변호사 후보">
            <a:extLst>
              <a:ext uri="{FF2B5EF4-FFF2-40B4-BE49-F238E27FC236}">
                <a16:creationId xmlns:a16="http://schemas.microsoft.com/office/drawing/2014/main" id="{C63354E4-6A74-4CB2-BB98-6DFB872451A6}"/>
              </a:ext>
            </a:extLst>
          </p:cNvPr>
          <p:cNvSpPr>
            <a:spLocks noGrp="1"/>
          </p:cNvSpPr>
          <p:nvPr/>
        </p:nvSpPr>
        <p:spPr>
          <a:xfrm>
            <a:off x="4772025" y="3400425"/>
            <a:ext cx="3924300" cy="504825"/>
          </a:xfrm>
          <a:prstGeom prst="rect">
            <a:avLst/>
          </a:prstGeom>
          <a:noFill/>
          <a:ln w="0">
            <a:noFill/>
          </a:ln>
        </p:spPr>
        <p:txBody>
          <a:bodyPr wrap="none" lIns="0" tIns="0" rIns="0" bIns="0" anchor="t">
            <a:noAutofit/>
          </a:bodyPr>
          <a:lstStyle>
            <a:defPPr algn="ctr">
              <a:defRPr sz="2250" b="0">
                <a:solidFill>
                  <a:srgbClr val="626262"/>
                </a:solidFill>
                <a:latin typeface="Noto Sans KR"/>
                <a:ea typeface="Noto Sans KR"/>
                <a:cs typeface="Noto Sans KR"/>
              </a:defRPr>
            </a:defPPr>
          </a:lstStyle>
          <a:p>
            <a:pPr algn="ctr">
              <a:defRPr sz="2250" b="0">
                <a:solidFill>
                  <a:srgbClr val="626262"/>
                </a:solidFill>
                <a:latin typeface="Noto Sans KR"/>
                <a:ea typeface="Noto Sans KR"/>
                <a:cs typeface="Noto Sans KR"/>
              </a:defRPr>
            </a:pPr>
            <a:r>
              <a:rPr sz="2250" b="0">
                <a:solidFill>
                  <a:srgbClr val="626262"/>
                </a:solidFill>
                <a:latin typeface="Noto Sans KR"/>
                <a:ea typeface="Noto Sans KR"/>
                <a:cs typeface="Noto Sans KR"/>
              </a:rPr>
              <a:t>변호사 후보</a:t>
            </a:r>
          </a:p>
        </p:txBody>
      </p:sp>
      <p:sp>
        <p:nvSpPr>
          <p:cNvPr id="10" name="상담자료 준비">
            <a:extLst>
              <a:ext uri="{FF2B5EF4-FFF2-40B4-BE49-F238E27FC236}">
                <a16:creationId xmlns:a16="http://schemas.microsoft.com/office/drawing/2014/main" id="{A95E3599-21E9-4E34-A19C-1461435208CD}"/>
              </a:ext>
            </a:extLst>
          </p:cNvPr>
          <p:cNvSpPr>
            <a:spLocks noGrp="1"/>
          </p:cNvSpPr>
          <p:nvPr/>
        </p:nvSpPr>
        <p:spPr>
          <a:xfrm>
            <a:off x="4772025" y="3943350"/>
            <a:ext cx="3924300" cy="381000"/>
          </a:xfrm>
          <a:prstGeom prst="rect">
            <a:avLst/>
          </a:prstGeom>
          <a:noFill/>
          <a:ln w="0">
            <a:noFill/>
          </a:ln>
        </p:spPr>
        <p:txBody>
          <a:bodyPr wrap="none" lIns="0" tIns="0" rIns="0" bIns="0" anchor="t">
            <a:noAutofit/>
          </a:bodyPr>
          <a:lstStyle>
            <a:defPPr algn="ctr">
              <a:defRPr sz="1650" b="0">
                <a:solidFill>
                  <a:srgbClr val="626262"/>
                </a:solidFill>
                <a:latin typeface="Noto Sans KR"/>
                <a:ea typeface="Noto Sans KR"/>
                <a:cs typeface="Noto Sans KR"/>
              </a:defRPr>
            </a:defPPr>
          </a:lstStyle>
          <a:p>
            <a:pPr algn="ctr">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상담자료 준비</a:t>
            </a:r>
          </a:p>
        </p:txBody>
      </p:sp>
    </p:spTree>
    <p:extLst>
      <p:ext uri="{BB962C8B-B14F-4D97-AF65-F5344CB8AC3E}">
        <p14:creationId xmlns:p14="http://schemas.microsoft.com/office/powerpoint/2010/main" val="2359232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73" name="Template artwork 10073"/>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74" name="Template artwork 10074"/>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75" name="Template artwork 10075"/>
          <p:cNvSpPr>
            <a:spLocks noGrp="1"/>
          </p:cNvSpPr>
          <p:nvPr/>
        </p:nvSpPr>
        <p:spPr>
          <a:xfrm>
            <a:off x="1047750" y="3019425"/>
            <a:ext cx="895350" cy="895350"/>
          </a:xfrm>
          <a:prstGeom prst="ellipse">
            <a:avLst/>
          </a:prstGeom>
          <a:solidFill>
            <a:srgbClr val="6BBADD"/>
          </a:solidFill>
          <a:ln w="19050" cap="flat" cmpd="sng">
            <a:solidFill>
              <a:srgbClr val="6BBADD"/>
            </a:solidFill>
            <a:prstDash val="solid"/>
            <a:round/>
          </a:ln>
        </p:spPr>
        <p:txBody>
          <a:bodyPr/>
          <a:lstStyle/>
          <a:p>
            <a:endParaRPr/>
          </a:p>
        </p:txBody>
      </p:sp>
      <p:sp>
        <p:nvSpPr>
          <p:cNvPr id="10076" name="Template artwork 10076"/>
          <p:cNvSpPr>
            <a:spLocks noGrp="1"/>
          </p:cNvSpPr>
          <p:nvPr/>
        </p:nvSpPr>
        <p:spPr>
          <a:xfrm>
            <a:off x="3095625" y="3019425"/>
            <a:ext cx="895350" cy="895350"/>
          </a:xfrm>
          <a:prstGeom prst="ellipse">
            <a:avLst/>
          </a:prstGeom>
          <a:solidFill>
            <a:srgbClr val="EEAD2A"/>
          </a:solidFill>
          <a:ln w="19050" cap="flat" cmpd="sng">
            <a:solidFill>
              <a:srgbClr val="EEAD2A"/>
            </a:solidFill>
            <a:prstDash val="solid"/>
            <a:round/>
          </a:ln>
        </p:spPr>
        <p:txBody>
          <a:bodyPr/>
          <a:lstStyle/>
          <a:p>
            <a:endParaRPr/>
          </a:p>
        </p:txBody>
      </p:sp>
      <p:sp>
        <p:nvSpPr>
          <p:cNvPr id="10077" name="Template artwork 10077"/>
          <p:cNvSpPr>
            <a:spLocks noGrp="1"/>
          </p:cNvSpPr>
          <p:nvPr/>
        </p:nvSpPr>
        <p:spPr>
          <a:xfrm>
            <a:off x="5143500" y="3019425"/>
            <a:ext cx="895350" cy="895350"/>
          </a:xfrm>
          <a:prstGeom prst="ellipse">
            <a:avLst/>
          </a:prstGeom>
          <a:solidFill>
            <a:srgbClr val="ABCA48"/>
          </a:solidFill>
          <a:ln w="19050" cap="flat" cmpd="sng">
            <a:solidFill>
              <a:srgbClr val="ABCA48"/>
            </a:solidFill>
            <a:prstDash val="solid"/>
            <a:round/>
          </a:ln>
        </p:spPr>
        <p:txBody>
          <a:bodyPr/>
          <a:lstStyle/>
          <a:p>
            <a:endParaRPr/>
          </a:p>
        </p:txBody>
      </p:sp>
      <p:sp>
        <p:nvSpPr>
          <p:cNvPr id="10078" name="Template artwork 10078"/>
          <p:cNvSpPr>
            <a:spLocks noGrp="1"/>
          </p:cNvSpPr>
          <p:nvPr/>
        </p:nvSpPr>
        <p:spPr>
          <a:xfrm>
            <a:off x="7191375" y="3019425"/>
            <a:ext cx="895350" cy="895350"/>
          </a:xfrm>
          <a:prstGeom prst="ellipse">
            <a:avLst/>
          </a:prstGeom>
          <a:solidFill>
            <a:srgbClr val="D05258"/>
          </a:solidFill>
          <a:ln w="19050" cap="flat" cmpd="sng">
            <a:solidFill>
              <a:srgbClr val="D05258"/>
            </a:solidFill>
            <a:prstDash val="solid"/>
            <a:round/>
          </a:ln>
        </p:spPr>
        <p:txBody>
          <a:bodyPr/>
          <a:lstStyle/>
          <a:p>
            <a:endParaRPr/>
          </a:p>
        </p:txBody>
      </p:sp>
      <p:sp>
        <p:nvSpPr>
          <p:cNvPr id="15" name="20">
            <a:extLst>
              <a:ext uri="{FF2B5EF4-FFF2-40B4-BE49-F238E27FC236}">
                <a16:creationId xmlns:a16="http://schemas.microsoft.com/office/drawing/2014/main" id="{6E096863-3187-4C70-84C5-051AB3588B83}"/>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20</a:t>
            </a:r>
          </a:p>
        </p:txBody>
      </p:sp>
      <p:sp>
        <p:nvSpPr>
          <p:cNvPr id="2" name="명문가">
            <a:extLst>
              <a:ext uri="{FF2B5EF4-FFF2-40B4-BE49-F238E27FC236}">
                <a16:creationId xmlns:a16="http://schemas.microsoft.com/office/drawing/2014/main" id="{B3CBFF72-61E8-435F-AC3F-8FA8A460F0DC}"/>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부동산 등기용 등록 종중">
            <a:extLst>
              <a:ext uri="{FF2B5EF4-FFF2-40B4-BE49-F238E27FC236}">
                <a16:creationId xmlns:a16="http://schemas.microsoft.com/office/drawing/2014/main" id="{8D2996C1-66C8-49A4-B657-3320C6B1E508}"/>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부동산 등기용 등록 종중</a:t>
            </a:r>
          </a:p>
        </p:txBody>
      </p:sp>
      <p:sp>
        <p:nvSpPr>
          <p:cNvPr id="4" name="2024.6 기준    대한법무사협회 등기법포럼 자료">
            <a:extLst>
              <a:ext uri="{FF2B5EF4-FFF2-40B4-BE49-F238E27FC236}">
                <a16:creationId xmlns:a16="http://schemas.microsoft.com/office/drawing/2014/main" id="{C6321604-4D09-4AD7-893C-ED80F93AEBE5}"/>
              </a:ext>
            </a:extLst>
          </p:cNvPr>
          <p:cNvSpPr>
            <a:spLocks noGrp="1"/>
          </p:cNvSpPr>
          <p:nvPr/>
        </p:nvSpPr>
        <p:spPr>
          <a:xfrm>
            <a:off x="476250" y="4552950"/>
            <a:ext cx="8191500" cy="228600"/>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rPr>
              <a:t>2024.6 기준    대한법무사협회 등기법포럼 자료</a:t>
            </a:r>
          </a:p>
        </p:txBody>
      </p:sp>
      <p:sp>
        <p:nvSpPr>
          <p:cNvPr id="5" name="237,071">
            <a:extLst>
              <a:ext uri="{FF2B5EF4-FFF2-40B4-BE49-F238E27FC236}">
                <a16:creationId xmlns:a16="http://schemas.microsoft.com/office/drawing/2014/main" id="{6B940D94-73D5-44EA-9963-F1028EF224C0}"/>
              </a:ext>
            </a:extLst>
          </p:cNvPr>
          <p:cNvSpPr>
            <a:spLocks noGrp="1"/>
          </p:cNvSpPr>
          <p:nvPr/>
        </p:nvSpPr>
        <p:spPr>
          <a:xfrm>
            <a:off x="409575" y="1057275"/>
            <a:ext cx="6438900" cy="1685925"/>
          </a:xfrm>
          <a:prstGeom prst="rect">
            <a:avLst/>
          </a:prstGeom>
          <a:noFill/>
          <a:ln w="0">
            <a:noFill/>
          </a:ln>
        </p:spPr>
        <p:txBody>
          <a:bodyPr wrap="none" lIns="0" tIns="0" rIns="0" bIns="0" anchor="t">
            <a:noAutofit/>
          </a:bodyPr>
          <a:lstStyle>
            <a:defPPr algn="l">
              <a:defRPr sz="9975" b="0">
                <a:solidFill>
                  <a:srgbClr val="6BBADD"/>
                </a:solidFill>
                <a:latin typeface="Calibri Light"/>
                <a:ea typeface="Calibri Light"/>
                <a:cs typeface="Calibri Light"/>
              </a:defRPr>
            </a:defPPr>
          </a:lstStyle>
          <a:p>
            <a:pPr algn="l">
              <a:defRPr sz="9975" b="0">
                <a:solidFill>
                  <a:srgbClr val="6BBADD"/>
                </a:solidFill>
                <a:latin typeface="Calibri Light"/>
                <a:ea typeface="Calibri Light"/>
                <a:cs typeface="Calibri Light"/>
              </a:defRPr>
            </a:pPr>
            <a:r>
              <a:rPr sz="9975" b="0">
                <a:solidFill>
                  <a:srgbClr val="6BBADD"/>
                </a:solidFill>
                <a:latin typeface="Calibri Light"/>
                <a:ea typeface="Calibri Light"/>
                <a:cs typeface="Calibri Light"/>
              </a:rPr>
              <a:t>237,071</a:t>
            </a:r>
          </a:p>
        </p:txBody>
      </p:sp>
      <p:sp>
        <p:nvSpPr>
          <p:cNvPr id="6" name="개 종중">
            <a:extLst>
              <a:ext uri="{FF2B5EF4-FFF2-40B4-BE49-F238E27FC236}">
                <a16:creationId xmlns:a16="http://schemas.microsoft.com/office/drawing/2014/main" id="{08A16C1C-95DE-4BE9-B6E4-B23877A41722}"/>
              </a:ext>
            </a:extLst>
          </p:cNvPr>
          <p:cNvSpPr>
            <a:spLocks noGrp="1"/>
          </p:cNvSpPr>
          <p:nvPr/>
        </p:nvSpPr>
        <p:spPr>
          <a:xfrm>
            <a:off x="4981575" y="2152650"/>
            <a:ext cx="1752600" cy="514350"/>
          </a:xfrm>
          <a:prstGeom prst="rect">
            <a:avLst/>
          </a:prstGeom>
          <a:noFill/>
          <a:ln w="0">
            <a:noFill/>
          </a:ln>
        </p:spPr>
        <p:txBody>
          <a:bodyPr wrap="none" lIns="0" tIns="0" rIns="0" bIns="0" anchor="t">
            <a:noAutofit/>
          </a:bodyPr>
          <a:lstStyle>
            <a:defPPr algn="l">
              <a:defRPr sz="2100" b="0">
                <a:solidFill>
                  <a:srgbClr val="626262"/>
                </a:solidFill>
                <a:latin typeface="Noto Sans KR"/>
                <a:ea typeface="Noto Sans KR"/>
                <a:cs typeface="Noto Sans KR"/>
              </a:defRPr>
            </a:defPPr>
          </a:lstStyle>
          <a:p>
            <a:pPr algn="l">
              <a:defRPr sz="2100" b="0">
                <a:solidFill>
                  <a:srgbClr val="626262"/>
                </a:solidFill>
                <a:latin typeface="Noto Sans KR"/>
                <a:ea typeface="Noto Sans KR"/>
                <a:cs typeface="Noto Sans KR"/>
              </a:defRPr>
            </a:pPr>
            <a:r>
              <a:rPr sz="2100" b="0">
                <a:solidFill>
                  <a:srgbClr val="626262"/>
                </a:solidFill>
                <a:latin typeface="Noto Sans KR"/>
                <a:ea typeface="Noto Sans KR"/>
                <a:cs typeface="Noto Sans KR"/>
              </a:rPr>
              <a:t>개 종중</a:t>
            </a:r>
          </a:p>
        </p:txBody>
      </p:sp>
      <p:pic>
        <p:nvPicPr>
          <p:cNvPr id="7" name="그림 6">
            <a:extLst>
              <a:ext uri="{FF2B5EF4-FFF2-40B4-BE49-F238E27FC236}">
                <a16:creationId xmlns:a16="http://schemas.microsoft.com/office/drawing/2014/main" id="{77107266-DFA2-4189-93CC-3FF38485C8B6}"/>
              </a:ext>
            </a:extLst>
          </p:cNvPr>
          <p:cNvPicPr>
            <a:picLocks noChangeAspect="1"/>
          </p:cNvPicPr>
          <p:nvPr/>
        </p:nvPicPr>
        <p:blipFill>
          <a:blip r:embed="rId3"/>
          <a:stretch/>
        </p:blipFill>
        <p:spPr>
          <a:xfrm>
            <a:off x="1244727" y="3216402"/>
            <a:ext cx="501396" cy="501396"/>
          </a:xfrm>
          <a:prstGeom prst="rect">
            <a:avLst/>
          </a:prstGeom>
        </p:spPr>
      </p:pic>
      <p:sp>
        <p:nvSpPr>
          <p:cNvPr id="8" name="임야">
            <a:extLst>
              <a:ext uri="{FF2B5EF4-FFF2-40B4-BE49-F238E27FC236}">
                <a16:creationId xmlns:a16="http://schemas.microsoft.com/office/drawing/2014/main" id="{C8D3D0D6-AA3C-4E7C-9348-581C29FF775B}"/>
              </a:ext>
            </a:extLst>
          </p:cNvPr>
          <p:cNvSpPr>
            <a:spLocks noGrp="1"/>
          </p:cNvSpPr>
          <p:nvPr/>
        </p:nvSpPr>
        <p:spPr>
          <a:xfrm>
            <a:off x="714375" y="4114800"/>
            <a:ext cx="1562100" cy="333375"/>
          </a:xfrm>
          <a:prstGeom prst="rect">
            <a:avLst/>
          </a:prstGeom>
          <a:noFill/>
          <a:ln w="0">
            <a:noFill/>
          </a:ln>
        </p:spPr>
        <p:txBody>
          <a:bodyPr wrap="none" lIns="0" tIns="0" rIns="0" bIns="0" anchor="t">
            <a:noAutofit/>
          </a:bodyPr>
          <a:lstStyle>
            <a:defPPr algn="ctr">
              <a:defRPr sz="1575" b="0">
                <a:solidFill>
                  <a:srgbClr val="626262"/>
                </a:solidFill>
                <a:latin typeface="Noto Sans KR"/>
                <a:ea typeface="Noto Sans KR"/>
                <a:cs typeface="Noto Sans KR"/>
              </a:defRPr>
            </a:defPPr>
          </a:lstStyle>
          <a:p>
            <a:pPr algn="ctr">
              <a:defRPr sz="1575" b="0">
                <a:solidFill>
                  <a:srgbClr val="626262"/>
                </a:solidFill>
                <a:latin typeface="Noto Sans KR"/>
                <a:ea typeface="Noto Sans KR"/>
                <a:cs typeface="Noto Sans KR"/>
              </a:defRPr>
            </a:pPr>
            <a:r>
              <a:rPr sz="1575" b="0">
                <a:solidFill>
                  <a:srgbClr val="626262"/>
                </a:solidFill>
                <a:latin typeface="Noto Sans KR"/>
                <a:ea typeface="Noto Sans KR"/>
                <a:cs typeface="Noto Sans KR"/>
              </a:rPr>
              <a:t>임야</a:t>
            </a:r>
          </a:p>
        </p:txBody>
      </p:sp>
      <p:pic>
        <p:nvPicPr>
          <p:cNvPr id="9" name="그림 8">
            <a:extLst>
              <a:ext uri="{FF2B5EF4-FFF2-40B4-BE49-F238E27FC236}">
                <a16:creationId xmlns:a16="http://schemas.microsoft.com/office/drawing/2014/main" id="{D5D68B01-83EA-446E-9A38-31FCDA2BE0D5}"/>
              </a:ext>
            </a:extLst>
          </p:cNvPr>
          <p:cNvPicPr>
            <a:picLocks noChangeAspect="1"/>
          </p:cNvPicPr>
          <p:nvPr/>
        </p:nvPicPr>
        <p:blipFill>
          <a:blip r:embed="rId4"/>
          <a:stretch/>
        </p:blipFill>
        <p:spPr>
          <a:xfrm>
            <a:off x="3292602" y="3216402"/>
            <a:ext cx="501396" cy="501396"/>
          </a:xfrm>
          <a:prstGeom prst="rect">
            <a:avLst/>
          </a:prstGeom>
        </p:spPr>
      </p:pic>
      <p:sp>
        <p:nvSpPr>
          <p:cNvPr id="10" name="농지">
            <a:extLst>
              <a:ext uri="{FF2B5EF4-FFF2-40B4-BE49-F238E27FC236}">
                <a16:creationId xmlns:a16="http://schemas.microsoft.com/office/drawing/2014/main" id="{940DC8F9-E6E5-445A-A7B9-D1C5F0DEBB47}"/>
              </a:ext>
            </a:extLst>
          </p:cNvPr>
          <p:cNvSpPr>
            <a:spLocks noGrp="1"/>
          </p:cNvSpPr>
          <p:nvPr/>
        </p:nvSpPr>
        <p:spPr>
          <a:xfrm>
            <a:off x="2762250" y="4114800"/>
            <a:ext cx="1562100" cy="333375"/>
          </a:xfrm>
          <a:prstGeom prst="rect">
            <a:avLst/>
          </a:prstGeom>
          <a:noFill/>
          <a:ln w="0">
            <a:noFill/>
          </a:ln>
        </p:spPr>
        <p:txBody>
          <a:bodyPr wrap="none" lIns="0" tIns="0" rIns="0" bIns="0" anchor="t">
            <a:noAutofit/>
          </a:bodyPr>
          <a:lstStyle>
            <a:defPPr algn="ctr">
              <a:defRPr sz="1575" b="0">
                <a:solidFill>
                  <a:srgbClr val="626262"/>
                </a:solidFill>
                <a:latin typeface="Noto Sans KR"/>
                <a:ea typeface="Noto Sans KR"/>
                <a:cs typeface="Noto Sans KR"/>
              </a:defRPr>
            </a:defPPr>
          </a:lstStyle>
          <a:p>
            <a:pPr algn="ctr">
              <a:defRPr sz="1575" b="0">
                <a:solidFill>
                  <a:srgbClr val="626262"/>
                </a:solidFill>
                <a:latin typeface="Noto Sans KR"/>
                <a:ea typeface="Noto Sans KR"/>
                <a:cs typeface="Noto Sans KR"/>
              </a:defRPr>
            </a:pPr>
            <a:r>
              <a:rPr sz="1575" b="0">
                <a:solidFill>
                  <a:srgbClr val="626262"/>
                </a:solidFill>
                <a:latin typeface="Noto Sans KR"/>
                <a:ea typeface="Noto Sans KR"/>
                <a:cs typeface="Noto Sans KR"/>
              </a:rPr>
              <a:t>농지</a:t>
            </a:r>
          </a:p>
        </p:txBody>
      </p:sp>
      <p:pic>
        <p:nvPicPr>
          <p:cNvPr id="11" name="그림 10">
            <a:extLst>
              <a:ext uri="{FF2B5EF4-FFF2-40B4-BE49-F238E27FC236}">
                <a16:creationId xmlns:a16="http://schemas.microsoft.com/office/drawing/2014/main" id="{9C4C93F6-6861-4653-9154-A68B1943E1B6}"/>
              </a:ext>
            </a:extLst>
          </p:cNvPr>
          <p:cNvPicPr>
            <a:picLocks noChangeAspect="1"/>
          </p:cNvPicPr>
          <p:nvPr/>
        </p:nvPicPr>
        <p:blipFill>
          <a:blip r:embed="rId5"/>
          <a:stretch/>
        </p:blipFill>
        <p:spPr>
          <a:xfrm>
            <a:off x="5340477" y="3216402"/>
            <a:ext cx="501396" cy="501396"/>
          </a:xfrm>
          <a:prstGeom prst="rect">
            <a:avLst/>
          </a:prstGeom>
        </p:spPr>
      </p:pic>
      <p:sp>
        <p:nvSpPr>
          <p:cNvPr id="12" name="대지">
            <a:extLst>
              <a:ext uri="{FF2B5EF4-FFF2-40B4-BE49-F238E27FC236}">
                <a16:creationId xmlns:a16="http://schemas.microsoft.com/office/drawing/2014/main" id="{91051570-B5A3-416B-BF1C-EC7F6A7CC867}"/>
              </a:ext>
            </a:extLst>
          </p:cNvPr>
          <p:cNvSpPr>
            <a:spLocks noGrp="1"/>
          </p:cNvSpPr>
          <p:nvPr/>
        </p:nvSpPr>
        <p:spPr>
          <a:xfrm>
            <a:off x="4810125" y="4114800"/>
            <a:ext cx="1562100" cy="333375"/>
          </a:xfrm>
          <a:prstGeom prst="rect">
            <a:avLst/>
          </a:prstGeom>
          <a:noFill/>
          <a:ln w="0">
            <a:noFill/>
          </a:ln>
        </p:spPr>
        <p:txBody>
          <a:bodyPr wrap="none" lIns="0" tIns="0" rIns="0" bIns="0" anchor="t">
            <a:noAutofit/>
          </a:bodyPr>
          <a:lstStyle>
            <a:defPPr algn="ctr">
              <a:defRPr sz="1575" b="0">
                <a:solidFill>
                  <a:srgbClr val="626262"/>
                </a:solidFill>
                <a:latin typeface="Noto Sans KR"/>
                <a:ea typeface="Noto Sans KR"/>
                <a:cs typeface="Noto Sans KR"/>
              </a:defRPr>
            </a:defPPr>
          </a:lstStyle>
          <a:p>
            <a:pPr algn="ctr">
              <a:defRPr sz="1575" b="0">
                <a:solidFill>
                  <a:srgbClr val="626262"/>
                </a:solidFill>
                <a:latin typeface="Noto Sans KR"/>
                <a:ea typeface="Noto Sans KR"/>
                <a:cs typeface="Noto Sans KR"/>
              </a:defRPr>
            </a:pPr>
            <a:r>
              <a:rPr sz="1575" b="0">
                <a:solidFill>
                  <a:srgbClr val="626262"/>
                </a:solidFill>
                <a:latin typeface="Noto Sans KR"/>
                <a:ea typeface="Noto Sans KR"/>
                <a:cs typeface="Noto Sans KR"/>
              </a:rPr>
              <a:t>대지</a:t>
            </a:r>
          </a:p>
        </p:txBody>
      </p:sp>
      <p:pic>
        <p:nvPicPr>
          <p:cNvPr id="13" name="그림 12">
            <a:extLst>
              <a:ext uri="{FF2B5EF4-FFF2-40B4-BE49-F238E27FC236}">
                <a16:creationId xmlns:a16="http://schemas.microsoft.com/office/drawing/2014/main" id="{9BED584E-270C-4C9D-9E4A-225A6BBFF141}"/>
              </a:ext>
            </a:extLst>
          </p:cNvPr>
          <p:cNvPicPr>
            <a:picLocks noChangeAspect="1"/>
          </p:cNvPicPr>
          <p:nvPr/>
        </p:nvPicPr>
        <p:blipFill>
          <a:blip r:embed="rId6"/>
          <a:stretch/>
        </p:blipFill>
        <p:spPr>
          <a:xfrm>
            <a:off x="7388352" y="3216402"/>
            <a:ext cx="501396" cy="501396"/>
          </a:xfrm>
          <a:prstGeom prst="rect">
            <a:avLst/>
          </a:prstGeom>
        </p:spPr>
      </p:pic>
      <p:sp>
        <p:nvSpPr>
          <p:cNvPr id="14" name="건물">
            <a:extLst>
              <a:ext uri="{FF2B5EF4-FFF2-40B4-BE49-F238E27FC236}">
                <a16:creationId xmlns:a16="http://schemas.microsoft.com/office/drawing/2014/main" id="{34373DBB-B5CE-4C82-B9E6-5F3143234055}"/>
              </a:ext>
            </a:extLst>
          </p:cNvPr>
          <p:cNvSpPr>
            <a:spLocks noGrp="1"/>
          </p:cNvSpPr>
          <p:nvPr/>
        </p:nvSpPr>
        <p:spPr>
          <a:xfrm>
            <a:off x="6858000" y="4114800"/>
            <a:ext cx="1562100" cy="333375"/>
          </a:xfrm>
          <a:prstGeom prst="rect">
            <a:avLst/>
          </a:prstGeom>
          <a:noFill/>
          <a:ln w="0">
            <a:noFill/>
          </a:ln>
        </p:spPr>
        <p:txBody>
          <a:bodyPr wrap="none" lIns="0" tIns="0" rIns="0" bIns="0" anchor="t">
            <a:noAutofit/>
          </a:bodyPr>
          <a:lstStyle>
            <a:defPPr algn="ctr">
              <a:defRPr sz="1575" b="0">
                <a:solidFill>
                  <a:srgbClr val="626262"/>
                </a:solidFill>
                <a:latin typeface="Noto Sans KR"/>
                <a:ea typeface="Noto Sans KR"/>
                <a:cs typeface="Noto Sans KR"/>
              </a:defRPr>
            </a:defPPr>
          </a:lstStyle>
          <a:p>
            <a:pPr algn="ctr">
              <a:defRPr sz="1575" b="0">
                <a:solidFill>
                  <a:srgbClr val="626262"/>
                </a:solidFill>
                <a:latin typeface="Noto Sans KR"/>
                <a:ea typeface="Noto Sans KR"/>
                <a:cs typeface="Noto Sans KR"/>
              </a:defRPr>
            </a:pPr>
            <a:r>
              <a:rPr sz="1575" b="0">
                <a:solidFill>
                  <a:srgbClr val="626262"/>
                </a:solidFill>
                <a:latin typeface="Noto Sans KR"/>
                <a:ea typeface="Noto Sans KR"/>
                <a:cs typeface="Noto Sans KR"/>
              </a:rPr>
              <a:t>건물</a:t>
            </a:r>
          </a:p>
        </p:txBody>
      </p:sp>
    </p:spTree>
    <p:extLst>
      <p:ext uri="{BB962C8B-B14F-4D97-AF65-F5344CB8AC3E}">
        <p14:creationId xmlns:p14="http://schemas.microsoft.com/office/powerpoint/2010/main" val="12276015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79" name="Template artwork 10079"/>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80" name="Template artwork 10080"/>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81" name="Template artwork 10081"/>
          <p:cNvSpPr>
            <a:spLocks noGrp="1"/>
          </p:cNvSpPr>
          <p:nvPr/>
        </p:nvSpPr>
        <p:spPr>
          <a:xfrm>
            <a:off x="771525" y="1724025"/>
            <a:ext cx="1400175" cy="1400175"/>
          </a:xfrm>
          <a:prstGeom prst="ellipse">
            <a:avLst/>
          </a:prstGeom>
          <a:solidFill>
            <a:srgbClr val="EEAD2A"/>
          </a:solidFill>
          <a:ln w="19050" cap="flat" cmpd="sng">
            <a:solidFill>
              <a:srgbClr val="EEAD2A"/>
            </a:solidFill>
            <a:prstDash val="solid"/>
            <a:round/>
          </a:ln>
        </p:spPr>
        <p:txBody>
          <a:bodyPr/>
          <a:lstStyle/>
          <a:p>
            <a:endParaRPr/>
          </a:p>
        </p:txBody>
      </p:sp>
      <p:sp>
        <p:nvSpPr>
          <p:cNvPr id="10" name="21">
            <a:extLst>
              <a:ext uri="{FF2B5EF4-FFF2-40B4-BE49-F238E27FC236}">
                <a16:creationId xmlns:a16="http://schemas.microsoft.com/office/drawing/2014/main" id="{3871441C-2BF6-4F5A-A4BC-D6F8EC9FEABB}"/>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21</a:t>
            </a:r>
          </a:p>
        </p:txBody>
      </p:sp>
      <p:sp>
        <p:nvSpPr>
          <p:cNvPr id="2" name="명문가">
            <a:extLst>
              <a:ext uri="{FF2B5EF4-FFF2-40B4-BE49-F238E27FC236}">
                <a16:creationId xmlns:a16="http://schemas.microsoft.com/office/drawing/2014/main" id="{913610D8-2272-4631-B092-F2FCEFA605F1}"/>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시장 환산에 쓴 구독료">
            <a:extLst>
              <a:ext uri="{FF2B5EF4-FFF2-40B4-BE49-F238E27FC236}">
                <a16:creationId xmlns:a16="http://schemas.microsoft.com/office/drawing/2014/main" id="{A67D54A8-C11F-4DE3-8ACC-B94725C99157}"/>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시장 환산에 쓴 구독료</a:t>
            </a:r>
          </a:p>
        </p:txBody>
      </p:sp>
      <p:sp>
        <p:nvSpPr>
          <p:cNvPr id="4" name="계산 가정    VAT와 전문가 수임료 제외">
            <a:extLst>
              <a:ext uri="{FF2B5EF4-FFF2-40B4-BE49-F238E27FC236}">
                <a16:creationId xmlns:a16="http://schemas.microsoft.com/office/drawing/2014/main" id="{6D3E2C7D-F3D7-437B-AC47-238CFE763751}"/>
              </a:ext>
            </a:extLst>
          </p:cNvPr>
          <p:cNvSpPr>
            <a:spLocks noGrp="1"/>
          </p:cNvSpPr>
          <p:nvPr/>
        </p:nvSpPr>
        <p:spPr>
          <a:xfrm>
            <a:off x="476250" y="4552950"/>
            <a:ext cx="8191500" cy="228600"/>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rPr>
              <a:t>계산 가정    VAT와 전문가 수임료 제외</a:t>
            </a:r>
          </a:p>
        </p:txBody>
      </p:sp>
      <p:pic>
        <p:nvPicPr>
          <p:cNvPr id="5" name="그림 4">
            <a:extLst>
              <a:ext uri="{FF2B5EF4-FFF2-40B4-BE49-F238E27FC236}">
                <a16:creationId xmlns:a16="http://schemas.microsoft.com/office/drawing/2014/main" id="{60422BD2-A11D-41CC-BD97-176F9BDC76B9}"/>
              </a:ext>
            </a:extLst>
          </p:cNvPr>
          <p:cNvPicPr>
            <a:picLocks noChangeAspect="1"/>
          </p:cNvPicPr>
          <p:nvPr/>
        </p:nvPicPr>
        <p:blipFill>
          <a:blip r:embed="rId3"/>
          <a:stretch/>
        </p:blipFill>
        <p:spPr>
          <a:xfrm>
            <a:off x="1079564" y="2032064"/>
            <a:ext cx="784098" cy="784098"/>
          </a:xfrm>
          <a:prstGeom prst="rect">
            <a:avLst/>
          </a:prstGeom>
        </p:spPr>
      </p:pic>
      <p:sp>
        <p:nvSpPr>
          <p:cNvPr id="6" name="종중당 연">
            <a:extLst>
              <a:ext uri="{FF2B5EF4-FFF2-40B4-BE49-F238E27FC236}">
                <a16:creationId xmlns:a16="http://schemas.microsoft.com/office/drawing/2014/main" id="{2A7537ED-7B75-4DFE-9852-6010F0726FDB}"/>
              </a:ext>
            </a:extLst>
          </p:cNvPr>
          <p:cNvSpPr>
            <a:spLocks noGrp="1"/>
          </p:cNvSpPr>
          <p:nvPr/>
        </p:nvSpPr>
        <p:spPr>
          <a:xfrm>
            <a:off x="2828925" y="1352550"/>
            <a:ext cx="5629275" cy="485775"/>
          </a:xfrm>
          <a:prstGeom prst="rect">
            <a:avLst/>
          </a:prstGeom>
          <a:noFill/>
          <a:ln w="0">
            <a:noFill/>
          </a:ln>
        </p:spPr>
        <p:txBody>
          <a:bodyPr wrap="none" lIns="0" tIns="0" rIns="0" bIns="0" anchor="t">
            <a:noAutofit/>
          </a:bodyPr>
          <a:lstStyle>
            <a:defPPr algn="l">
              <a:defRPr sz="2100" b="0">
                <a:solidFill>
                  <a:srgbClr val="626262"/>
                </a:solidFill>
                <a:latin typeface="Noto Sans KR"/>
                <a:ea typeface="Noto Sans KR"/>
                <a:cs typeface="Noto Sans KR"/>
              </a:defRPr>
            </a:defPPr>
          </a:lstStyle>
          <a:p>
            <a:pPr algn="l">
              <a:defRPr sz="2100" b="0">
                <a:solidFill>
                  <a:srgbClr val="626262"/>
                </a:solidFill>
                <a:latin typeface="Noto Sans KR"/>
                <a:ea typeface="Noto Sans KR"/>
                <a:cs typeface="Noto Sans KR"/>
              </a:defRPr>
            </a:pPr>
            <a:r>
              <a:rPr sz="2100" b="0">
                <a:solidFill>
                  <a:srgbClr val="626262"/>
                </a:solidFill>
                <a:latin typeface="Noto Sans KR"/>
                <a:ea typeface="Noto Sans KR"/>
                <a:cs typeface="Noto Sans KR"/>
              </a:rPr>
              <a:t>종중당 연</a:t>
            </a:r>
          </a:p>
        </p:txBody>
      </p:sp>
      <p:sp>
        <p:nvSpPr>
          <p:cNvPr id="7" name="50">
            <a:extLst>
              <a:ext uri="{FF2B5EF4-FFF2-40B4-BE49-F238E27FC236}">
                <a16:creationId xmlns:a16="http://schemas.microsoft.com/office/drawing/2014/main" id="{5483DD60-F7C5-4BA7-BC97-921CEC2BCBEF}"/>
              </a:ext>
            </a:extLst>
          </p:cNvPr>
          <p:cNvSpPr>
            <a:spLocks noGrp="1"/>
          </p:cNvSpPr>
          <p:nvPr/>
        </p:nvSpPr>
        <p:spPr>
          <a:xfrm>
            <a:off x="2781300" y="1876425"/>
            <a:ext cx="3343275" cy="1409700"/>
          </a:xfrm>
          <a:prstGeom prst="rect">
            <a:avLst/>
          </a:prstGeom>
          <a:noFill/>
          <a:ln w="0">
            <a:noFill/>
          </a:ln>
        </p:spPr>
        <p:txBody>
          <a:bodyPr wrap="none" lIns="0" tIns="0" rIns="0" bIns="0" anchor="t">
            <a:noAutofit/>
          </a:bodyPr>
          <a:lstStyle>
            <a:defPPr algn="l">
              <a:defRPr sz="9225" b="0">
                <a:solidFill>
                  <a:srgbClr val="EEAD2A"/>
                </a:solidFill>
                <a:latin typeface="Calibri Light"/>
                <a:ea typeface="Calibri Light"/>
                <a:cs typeface="Calibri Light"/>
              </a:defRPr>
            </a:defPPr>
          </a:lstStyle>
          <a:p>
            <a:pPr algn="l">
              <a:defRPr sz="9225" b="0">
                <a:solidFill>
                  <a:srgbClr val="EEAD2A"/>
                </a:solidFill>
                <a:latin typeface="Calibri Light"/>
                <a:ea typeface="Calibri Light"/>
                <a:cs typeface="Calibri Light"/>
              </a:defRPr>
            </a:pPr>
            <a:r>
              <a:rPr sz="9225" b="0">
                <a:solidFill>
                  <a:srgbClr val="EEAD2A"/>
                </a:solidFill>
                <a:latin typeface="Calibri Light"/>
                <a:ea typeface="Calibri Light"/>
                <a:cs typeface="Calibri Light"/>
              </a:rPr>
              <a:t>50</a:t>
            </a:r>
          </a:p>
        </p:txBody>
      </p:sp>
      <p:sp>
        <p:nvSpPr>
          <p:cNvPr id="8" name="만원">
            <a:extLst>
              <a:ext uri="{FF2B5EF4-FFF2-40B4-BE49-F238E27FC236}">
                <a16:creationId xmlns:a16="http://schemas.microsoft.com/office/drawing/2014/main" id="{9A3B28B9-71D8-42B7-816C-A0906F744CE3}"/>
              </a:ext>
            </a:extLst>
          </p:cNvPr>
          <p:cNvSpPr>
            <a:spLocks noGrp="1"/>
          </p:cNvSpPr>
          <p:nvPr/>
        </p:nvSpPr>
        <p:spPr>
          <a:xfrm>
            <a:off x="4876800" y="2657475"/>
            <a:ext cx="2333625" cy="628650"/>
          </a:xfrm>
          <a:prstGeom prst="rect">
            <a:avLst/>
          </a:prstGeom>
          <a:noFill/>
          <a:ln w="0">
            <a:noFill/>
          </a:ln>
        </p:spPr>
        <p:txBody>
          <a:bodyPr wrap="none" lIns="0" tIns="0" rIns="0" bIns="0" anchor="t">
            <a:noAutofit/>
          </a:bodyPr>
          <a:lstStyle>
            <a:defPPr algn="l">
              <a:defRPr sz="3075" b="0">
                <a:solidFill>
                  <a:srgbClr val="EEAD2A"/>
                </a:solidFill>
                <a:latin typeface="Noto Sans KR"/>
                <a:ea typeface="Noto Sans KR"/>
                <a:cs typeface="Noto Sans KR"/>
              </a:defRPr>
            </a:defPPr>
          </a:lstStyle>
          <a:p>
            <a:pPr algn="l">
              <a:defRPr sz="3075" b="0">
                <a:solidFill>
                  <a:srgbClr val="EEAD2A"/>
                </a:solidFill>
                <a:latin typeface="Noto Sans KR"/>
                <a:ea typeface="Noto Sans KR"/>
                <a:cs typeface="Noto Sans KR"/>
              </a:defRPr>
            </a:pPr>
            <a:r>
              <a:rPr sz="3075" b="0">
                <a:solidFill>
                  <a:srgbClr val="EEAD2A"/>
                </a:solidFill>
                <a:latin typeface="Noto Sans KR"/>
                <a:ea typeface="Noto Sans KR"/>
                <a:cs typeface="Noto Sans KR"/>
              </a:rPr>
              <a:t>만원</a:t>
            </a:r>
          </a:p>
        </p:txBody>
      </p:sp>
      <p:sp>
        <p:nvSpPr>
          <p:cNvPr id="9" name="비교 요금  ZUZU Fund Service 연 50만원">
            <a:extLst>
              <a:ext uri="{FF2B5EF4-FFF2-40B4-BE49-F238E27FC236}">
                <a16:creationId xmlns:a16="http://schemas.microsoft.com/office/drawing/2014/main" id="{18C2BE51-4BDA-49BA-835E-3133572F5A8D}"/>
              </a:ext>
            </a:extLst>
          </p:cNvPr>
          <p:cNvSpPr>
            <a:spLocks noGrp="1"/>
          </p:cNvSpPr>
          <p:nvPr/>
        </p:nvSpPr>
        <p:spPr>
          <a:xfrm>
            <a:off x="2828925" y="3771900"/>
            <a:ext cx="5781675" cy="561975"/>
          </a:xfrm>
          <a:prstGeom prst="rect">
            <a:avLst/>
          </a:prstGeom>
          <a:noFill/>
          <a:ln w="0">
            <a:noFill/>
          </a:ln>
        </p:spPr>
        <p:txBody>
          <a:bodyPr wrap="none" lIns="0" tIns="0" rIns="0" bIns="0" anchor="t">
            <a:noAutofit/>
          </a:bodyPr>
          <a:lstStyle>
            <a:defPPr algn="l">
              <a:defRPr sz="1575" b="0">
                <a:solidFill>
                  <a:srgbClr val="626262"/>
                </a:solidFill>
                <a:latin typeface="Noto Sans KR"/>
                <a:ea typeface="Noto Sans KR"/>
                <a:cs typeface="Noto Sans KR"/>
              </a:defRPr>
            </a:defPPr>
          </a:lstStyle>
          <a:p>
            <a:pPr algn="l">
              <a:defRPr sz="1575" b="0">
                <a:solidFill>
                  <a:srgbClr val="626262"/>
                </a:solidFill>
                <a:latin typeface="Noto Sans KR"/>
                <a:ea typeface="Noto Sans KR"/>
                <a:cs typeface="Noto Sans KR"/>
              </a:defRPr>
            </a:pPr>
            <a:r>
              <a:rPr sz="1575" b="0">
                <a:solidFill>
                  <a:srgbClr val="626262"/>
                </a:solidFill>
                <a:latin typeface="Noto Sans KR"/>
                <a:ea typeface="Noto Sans KR"/>
                <a:cs typeface="Noto Sans KR"/>
              </a:rPr>
              <a:t>비교 요금  ZUZU Fund Service 연 50만원</a:t>
            </a:r>
          </a:p>
        </p:txBody>
      </p:sp>
    </p:spTree>
    <p:extLst>
      <p:ext uri="{BB962C8B-B14F-4D97-AF65-F5344CB8AC3E}">
        <p14:creationId xmlns:p14="http://schemas.microsoft.com/office/powerpoint/2010/main" val="19295202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82" name="Template artwork 10082"/>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83" name="Template artwork 10083"/>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84" name="Template artwork 10084"/>
          <p:cNvSpPr>
            <a:spLocks noGrp="1"/>
          </p:cNvSpPr>
          <p:nvPr/>
        </p:nvSpPr>
        <p:spPr>
          <a:xfrm>
            <a:off x="2682964" y="579415"/>
            <a:ext cx="3984670" cy="3984670"/>
          </a:xfrm>
          <a:prstGeom prst="ellipse">
            <a:avLst/>
          </a:prstGeom>
          <a:solidFill>
            <a:srgbClr val="FFFFFF"/>
          </a:solidFill>
          <a:ln w="19050" cap="flat" cmpd="sng">
            <a:solidFill>
              <a:srgbClr val="6BBADD"/>
            </a:solidFill>
            <a:prstDash val="solid"/>
            <a:round/>
          </a:ln>
        </p:spPr>
        <p:txBody>
          <a:bodyPr/>
          <a:lstStyle/>
          <a:p>
            <a:endParaRPr/>
          </a:p>
        </p:txBody>
      </p:sp>
      <p:sp>
        <p:nvSpPr>
          <p:cNvPr id="10085" name="Template artwork 10085"/>
          <p:cNvSpPr>
            <a:spLocks noGrp="1"/>
          </p:cNvSpPr>
          <p:nvPr/>
        </p:nvSpPr>
        <p:spPr>
          <a:xfrm>
            <a:off x="3275124" y="1855765"/>
            <a:ext cx="2727370" cy="2727370"/>
          </a:xfrm>
          <a:prstGeom prst="ellipse">
            <a:avLst/>
          </a:prstGeom>
          <a:solidFill>
            <a:srgbClr val="FFFFFF"/>
          </a:solidFill>
          <a:ln w="19050" cap="flat" cmpd="sng">
            <a:solidFill>
              <a:srgbClr val="ABCA48"/>
            </a:solidFill>
            <a:prstDash val="solid"/>
            <a:round/>
          </a:ln>
        </p:spPr>
        <p:txBody>
          <a:bodyPr/>
          <a:lstStyle/>
          <a:p>
            <a:endParaRPr/>
          </a:p>
        </p:txBody>
      </p:sp>
      <p:sp>
        <p:nvSpPr>
          <p:cNvPr id="10086" name="Template artwork 10086"/>
          <p:cNvSpPr>
            <a:spLocks noGrp="1"/>
          </p:cNvSpPr>
          <p:nvPr/>
        </p:nvSpPr>
        <p:spPr>
          <a:xfrm>
            <a:off x="3876702" y="3104936"/>
            <a:ext cx="1489334" cy="1489334"/>
          </a:xfrm>
          <a:prstGeom prst="ellipse">
            <a:avLst/>
          </a:prstGeom>
          <a:solidFill>
            <a:srgbClr val="FFFFFF"/>
          </a:solidFill>
          <a:ln w="19050" cap="flat" cmpd="sng">
            <a:solidFill>
              <a:srgbClr val="D05258"/>
            </a:solidFill>
            <a:prstDash val="solid"/>
            <a:round/>
          </a:ln>
        </p:spPr>
        <p:txBody>
          <a:bodyPr/>
          <a:lstStyle/>
          <a:p>
            <a:endParaRPr/>
          </a:p>
        </p:txBody>
      </p:sp>
      <p:sp>
        <p:nvSpPr>
          <p:cNvPr id="20" name="22">
            <a:extLst>
              <a:ext uri="{FF2B5EF4-FFF2-40B4-BE49-F238E27FC236}">
                <a16:creationId xmlns:a16="http://schemas.microsoft.com/office/drawing/2014/main" id="{67649902-F15C-46B7-8143-3B7065EB6549}"/>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22</a:t>
            </a:r>
          </a:p>
        </p:txBody>
      </p:sp>
      <p:sp>
        <p:nvSpPr>
          <p:cNvPr id="2" name="명문가">
            <a:extLst>
              <a:ext uri="{FF2B5EF4-FFF2-40B4-BE49-F238E27FC236}">
                <a16:creationId xmlns:a16="http://schemas.microsoft.com/office/drawing/2014/main" id="{496F9831-0566-42C3-BE5D-2D281C4C7E73}"/>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5" name="TAM">
            <a:extLst>
              <a:ext uri="{FF2B5EF4-FFF2-40B4-BE49-F238E27FC236}">
                <a16:creationId xmlns:a16="http://schemas.microsoft.com/office/drawing/2014/main" id="{C7F38D2D-7625-436C-AD76-E7F2A813B0E1}"/>
              </a:ext>
            </a:extLst>
          </p:cNvPr>
          <p:cNvSpPr>
            <a:spLocks noGrp="1"/>
          </p:cNvSpPr>
          <p:nvPr/>
        </p:nvSpPr>
        <p:spPr>
          <a:xfrm>
            <a:off x="3545044" y="850073"/>
            <a:ext cx="2152650" cy="409575"/>
          </a:xfrm>
          <a:prstGeom prst="rect">
            <a:avLst/>
          </a:prstGeom>
          <a:noFill/>
          <a:ln w="0">
            <a:noFill/>
          </a:ln>
        </p:spPr>
        <p:txBody>
          <a:bodyPr wrap="none" lIns="0" tIns="0" rIns="0" bIns="0" anchor="t">
            <a:noAutofit/>
          </a:bodyPr>
          <a:lstStyle>
            <a:defPPr algn="ctr">
              <a:defRPr sz="2325" b="0">
                <a:solidFill>
                  <a:srgbClr val="6BBADD"/>
                </a:solidFill>
                <a:latin typeface="Calibri Light"/>
                <a:ea typeface="Calibri Light"/>
                <a:cs typeface="Calibri Light"/>
              </a:defRPr>
            </a:defPPr>
          </a:lstStyle>
          <a:p>
            <a:pPr algn="ctr">
              <a:defRPr sz="2325" b="0">
                <a:solidFill>
                  <a:srgbClr val="6BBADD"/>
                </a:solidFill>
                <a:latin typeface="Calibri Light"/>
                <a:ea typeface="Calibri Light"/>
                <a:cs typeface="Calibri Light"/>
              </a:defRPr>
            </a:pPr>
            <a:r>
              <a:rPr sz="2325" b="0" dirty="0">
                <a:solidFill>
                  <a:srgbClr val="6BBADD"/>
                </a:solidFill>
                <a:latin typeface="Calibri Light"/>
                <a:ea typeface="Calibri Light"/>
                <a:cs typeface="Calibri Light"/>
              </a:rPr>
              <a:t>TAM</a:t>
            </a:r>
          </a:p>
        </p:txBody>
      </p:sp>
      <p:sp>
        <p:nvSpPr>
          <p:cNvPr id="9" name="등록 종중">
            <a:extLst>
              <a:ext uri="{FF2B5EF4-FFF2-40B4-BE49-F238E27FC236}">
                <a16:creationId xmlns:a16="http://schemas.microsoft.com/office/drawing/2014/main" id="{840894F2-E334-47BA-8E78-CA2F96989208}"/>
              </a:ext>
            </a:extLst>
          </p:cNvPr>
          <p:cNvSpPr>
            <a:spLocks noGrp="1"/>
          </p:cNvSpPr>
          <p:nvPr/>
        </p:nvSpPr>
        <p:spPr>
          <a:xfrm>
            <a:off x="3287869" y="1230671"/>
            <a:ext cx="2667000" cy="342900"/>
          </a:xfrm>
          <a:prstGeom prst="rect">
            <a:avLst/>
          </a:prstGeom>
          <a:noFill/>
          <a:ln w="0">
            <a:noFill/>
          </a:ln>
        </p:spPr>
        <p:txBody>
          <a:bodyPr wrap="none" lIns="0" tIns="0" rIns="0" bIns="0" anchor="t">
            <a:noAutofit/>
          </a:bodyPr>
          <a:lstStyle>
            <a:defPPr algn="ctr">
              <a:defRPr sz="1425" b="0">
                <a:solidFill>
                  <a:srgbClr val="626262"/>
                </a:solidFill>
                <a:latin typeface="Noto Sans KR"/>
                <a:ea typeface="Noto Sans KR"/>
                <a:cs typeface="Noto Sans KR"/>
              </a:defRPr>
            </a:defPPr>
          </a:lstStyle>
          <a:p>
            <a:pPr algn="ctr">
              <a:defRPr sz="1425" b="0">
                <a:solidFill>
                  <a:srgbClr val="626262"/>
                </a:solidFill>
                <a:latin typeface="Noto Sans KR"/>
                <a:ea typeface="Noto Sans KR"/>
                <a:cs typeface="Noto Sans KR"/>
              </a:defRPr>
            </a:pPr>
            <a:r>
              <a:rPr sz="1425" b="0" dirty="0" err="1">
                <a:solidFill>
                  <a:srgbClr val="626262"/>
                </a:solidFill>
                <a:latin typeface="Noto Sans KR"/>
                <a:ea typeface="Noto Sans KR"/>
                <a:cs typeface="Noto Sans KR"/>
              </a:rPr>
              <a:t>등록</a:t>
            </a:r>
            <a:r>
              <a:rPr sz="1425" b="0" dirty="0">
                <a:solidFill>
                  <a:srgbClr val="626262"/>
                </a:solidFill>
                <a:latin typeface="Noto Sans KR"/>
                <a:ea typeface="Noto Sans KR"/>
                <a:cs typeface="Noto Sans KR"/>
              </a:rPr>
              <a:t> </a:t>
            </a:r>
            <a:r>
              <a:rPr sz="1425" b="0" dirty="0" err="1">
                <a:solidFill>
                  <a:srgbClr val="626262"/>
                </a:solidFill>
                <a:latin typeface="Noto Sans KR"/>
                <a:ea typeface="Noto Sans KR"/>
                <a:cs typeface="Noto Sans KR"/>
              </a:rPr>
              <a:t>종중</a:t>
            </a:r>
            <a:endParaRPr sz="1425" b="0" dirty="0">
              <a:solidFill>
                <a:srgbClr val="626262"/>
              </a:solidFill>
              <a:latin typeface="Noto Sans KR"/>
              <a:ea typeface="Noto Sans KR"/>
              <a:cs typeface="Noto Sans KR"/>
            </a:endParaRPr>
          </a:p>
        </p:txBody>
      </p:sp>
      <p:sp>
        <p:nvSpPr>
          <p:cNvPr id="10" name="SAM">
            <a:extLst>
              <a:ext uri="{FF2B5EF4-FFF2-40B4-BE49-F238E27FC236}">
                <a16:creationId xmlns:a16="http://schemas.microsoft.com/office/drawing/2014/main" id="{E45DC6B3-EF17-4232-9F13-9E0DF919043B}"/>
              </a:ext>
            </a:extLst>
          </p:cNvPr>
          <p:cNvSpPr>
            <a:spLocks noGrp="1"/>
          </p:cNvSpPr>
          <p:nvPr/>
        </p:nvSpPr>
        <p:spPr>
          <a:xfrm>
            <a:off x="3545044" y="1885950"/>
            <a:ext cx="2152650" cy="409575"/>
          </a:xfrm>
          <a:prstGeom prst="rect">
            <a:avLst/>
          </a:prstGeom>
          <a:noFill/>
          <a:ln w="0">
            <a:noFill/>
          </a:ln>
        </p:spPr>
        <p:txBody>
          <a:bodyPr wrap="none" lIns="0" tIns="0" rIns="0" bIns="0" anchor="t">
            <a:noAutofit/>
          </a:bodyPr>
          <a:lstStyle>
            <a:defPPr algn="ctr">
              <a:defRPr sz="2325" b="0">
                <a:solidFill>
                  <a:srgbClr val="ABCA48"/>
                </a:solidFill>
                <a:latin typeface="Calibri Light"/>
                <a:ea typeface="Calibri Light"/>
                <a:cs typeface="Calibri Light"/>
              </a:defRPr>
            </a:defPPr>
          </a:lstStyle>
          <a:p>
            <a:pPr algn="ctr">
              <a:defRPr sz="2325" b="0">
                <a:solidFill>
                  <a:srgbClr val="ABCA48"/>
                </a:solidFill>
                <a:latin typeface="Calibri Light"/>
                <a:ea typeface="Calibri Light"/>
                <a:cs typeface="Calibri Light"/>
              </a:defRPr>
            </a:pPr>
            <a:r>
              <a:rPr sz="2325" b="0" dirty="0">
                <a:solidFill>
                  <a:srgbClr val="ABCA48"/>
                </a:solidFill>
                <a:latin typeface="Calibri Light"/>
                <a:ea typeface="Calibri Light"/>
                <a:cs typeface="Calibri Light"/>
              </a:rPr>
              <a:t>SAM</a:t>
            </a:r>
          </a:p>
        </p:txBody>
      </p:sp>
      <p:sp>
        <p:nvSpPr>
          <p:cNvPr id="14" name="전국 대상, TAM과 동일">
            <a:extLst>
              <a:ext uri="{FF2B5EF4-FFF2-40B4-BE49-F238E27FC236}">
                <a16:creationId xmlns:a16="http://schemas.microsoft.com/office/drawing/2014/main" id="{A77C74DC-09F8-406F-B301-AB3C9ECE5BB7}"/>
              </a:ext>
            </a:extLst>
          </p:cNvPr>
          <p:cNvSpPr>
            <a:spLocks noGrp="1"/>
          </p:cNvSpPr>
          <p:nvPr/>
        </p:nvSpPr>
        <p:spPr>
          <a:xfrm>
            <a:off x="3335494" y="2293915"/>
            <a:ext cx="2667000" cy="342900"/>
          </a:xfrm>
          <a:prstGeom prst="rect">
            <a:avLst/>
          </a:prstGeom>
          <a:noFill/>
          <a:ln w="0">
            <a:noFill/>
          </a:ln>
        </p:spPr>
        <p:txBody>
          <a:bodyPr wrap="none" lIns="0" tIns="0" rIns="0" bIns="0" anchor="t">
            <a:noAutofit/>
          </a:bodyPr>
          <a:lstStyle>
            <a:defPPr algn="ctr">
              <a:defRPr sz="1425" b="0">
                <a:solidFill>
                  <a:srgbClr val="626262"/>
                </a:solidFill>
                <a:latin typeface="Noto Sans KR"/>
                <a:ea typeface="Noto Sans KR"/>
                <a:cs typeface="Noto Sans KR"/>
              </a:defRPr>
            </a:defPPr>
          </a:lstStyle>
          <a:p>
            <a:pPr algn="ctr">
              <a:defRPr sz="1425" b="0">
                <a:solidFill>
                  <a:srgbClr val="626262"/>
                </a:solidFill>
                <a:latin typeface="Noto Sans KR"/>
                <a:ea typeface="Noto Sans KR"/>
                <a:cs typeface="Noto Sans KR"/>
              </a:defRPr>
            </a:pPr>
            <a:r>
              <a:rPr lang="ko-KR" altLang="en-US" sz="1425">
                <a:solidFill>
                  <a:srgbClr val="626262"/>
                </a:solidFill>
                <a:latin typeface="Noto Sans KR"/>
                <a:ea typeface="Noto Sans KR"/>
                <a:cs typeface="Noto Sans KR"/>
              </a:rPr>
              <a:t>사업형 </a:t>
            </a:r>
            <a:r>
              <a:rPr lang="ko-KR" altLang="en-US" sz="1425" dirty="0" err="1">
                <a:solidFill>
                  <a:srgbClr val="626262"/>
                </a:solidFill>
                <a:latin typeface="Noto Sans KR"/>
                <a:ea typeface="Noto Sans KR"/>
                <a:cs typeface="Noto Sans KR"/>
              </a:rPr>
              <a:t>종중</a:t>
            </a:r>
            <a:r>
              <a:rPr lang="ko-KR" altLang="en-US" sz="1425" dirty="0">
                <a:solidFill>
                  <a:srgbClr val="626262"/>
                </a:solidFill>
                <a:latin typeface="Noto Sans KR"/>
                <a:ea typeface="Noto Sans KR"/>
                <a:cs typeface="Noto Sans KR"/>
              </a:rPr>
              <a:t> 제외</a:t>
            </a:r>
            <a:endParaRPr sz="1425" b="0" dirty="0">
              <a:solidFill>
                <a:srgbClr val="626262"/>
              </a:solidFill>
              <a:latin typeface="Noto Sans KR"/>
              <a:ea typeface="Noto Sans KR"/>
              <a:cs typeface="Noto Sans KR"/>
            </a:endParaRPr>
          </a:p>
        </p:txBody>
      </p:sp>
      <p:sp>
        <p:nvSpPr>
          <p:cNvPr id="15" name="SOM">
            <a:extLst>
              <a:ext uri="{FF2B5EF4-FFF2-40B4-BE49-F238E27FC236}">
                <a16:creationId xmlns:a16="http://schemas.microsoft.com/office/drawing/2014/main" id="{2EEEDE95-A1B9-4C6B-B66E-8C6BBA54660E}"/>
              </a:ext>
            </a:extLst>
          </p:cNvPr>
          <p:cNvSpPr>
            <a:spLocks noGrp="1"/>
          </p:cNvSpPr>
          <p:nvPr/>
        </p:nvSpPr>
        <p:spPr>
          <a:xfrm>
            <a:off x="3554569" y="3190874"/>
            <a:ext cx="2152650" cy="409575"/>
          </a:xfrm>
          <a:prstGeom prst="rect">
            <a:avLst/>
          </a:prstGeom>
          <a:noFill/>
          <a:ln w="0">
            <a:noFill/>
          </a:ln>
        </p:spPr>
        <p:txBody>
          <a:bodyPr wrap="none" lIns="0" tIns="0" rIns="0" bIns="0" anchor="t">
            <a:noAutofit/>
          </a:bodyPr>
          <a:lstStyle>
            <a:defPPr algn="ctr">
              <a:defRPr sz="2325" b="0">
                <a:solidFill>
                  <a:srgbClr val="D05258"/>
                </a:solidFill>
                <a:latin typeface="Calibri Light"/>
                <a:ea typeface="Calibri Light"/>
                <a:cs typeface="Calibri Light"/>
              </a:defRPr>
            </a:defPPr>
          </a:lstStyle>
          <a:p>
            <a:pPr algn="ctr">
              <a:defRPr sz="2325" b="0">
                <a:solidFill>
                  <a:srgbClr val="D05258"/>
                </a:solidFill>
                <a:latin typeface="Calibri Light"/>
                <a:ea typeface="Calibri Light"/>
                <a:cs typeface="Calibri Light"/>
              </a:defRPr>
            </a:pPr>
            <a:r>
              <a:rPr sz="2325" b="0" dirty="0">
                <a:solidFill>
                  <a:srgbClr val="D05258"/>
                </a:solidFill>
                <a:latin typeface="Calibri Light"/>
                <a:ea typeface="Calibri Light"/>
                <a:cs typeface="Calibri Light"/>
              </a:rPr>
              <a:t>SOM</a:t>
            </a:r>
          </a:p>
        </p:txBody>
      </p:sp>
    </p:spTree>
    <p:extLst>
      <p:ext uri="{BB962C8B-B14F-4D97-AF65-F5344CB8AC3E}">
        <p14:creationId xmlns:p14="http://schemas.microsoft.com/office/powerpoint/2010/main" val="19641614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87" name="Template artwork 10087"/>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88" name="Template artwork 10088"/>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6" name="23">
            <a:extLst>
              <a:ext uri="{FF2B5EF4-FFF2-40B4-BE49-F238E27FC236}">
                <a16:creationId xmlns:a16="http://schemas.microsoft.com/office/drawing/2014/main" id="{BB64D734-2998-4CF7-9E3D-CA92C78E1E36}"/>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23</a:t>
            </a:r>
          </a:p>
        </p:txBody>
      </p:sp>
      <p:sp>
        <p:nvSpPr>
          <p:cNvPr id="2" name="명문가">
            <a:extLst>
              <a:ext uri="{FF2B5EF4-FFF2-40B4-BE49-F238E27FC236}">
                <a16:creationId xmlns:a16="http://schemas.microsoft.com/office/drawing/2014/main" id="{0FE5B2CC-1AAE-4EEA-95C5-22FD146FEAB9}"/>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SOM 확보율 시나리오">
            <a:extLst>
              <a:ext uri="{FF2B5EF4-FFF2-40B4-BE49-F238E27FC236}">
                <a16:creationId xmlns:a16="http://schemas.microsoft.com/office/drawing/2014/main" id="{47973393-577B-425F-B2E6-C83577D97135}"/>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SOM 확보율 시나리오</a:t>
            </a:r>
          </a:p>
        </p:txBody>
      </p:sp>
      <p:sp>
        <p:nvSpPr>
          <p:cNvPr id="4" name="3년 도달 가정    연 50만원    실제 확보 고객이나 현재 매출 아님">
            <a:extLst>
              <a:ext uri="{FF2B5EF4-FFF2-40B4-BE49-F238E27FC236}">
                <a16:creationId xmlns:a16="http://schemas.microsoft.com/office/drawing/2014/main" id="{01FC12CB-E37B-4739-A417-0CCBC23CD34C}"/>
              </a:ext>
            </a:extLst>
          </p:cNvPr>
          <p:cNvSpPr>
            <a:spLocks noGrp="1"/>
          </p:cNvSpPr>
          <p:nvPr/>
        </p:nvSpPr>
        <p:spPr>
          <a:xfrm>
            <a:off x="476250" y="4552950"/>
            <a:ext cx="8191500" cy="228600"/>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rPr>
              <a:t>3년 도달 가정    연 50만원    실제 확보 고객이나 현재 매출 아님</a:t>
            </a:r>
          </a:p>
        </p:txBody>
      </p:sp>
      <p:graphicFrame>
        <p:nvGraphicFramePr>
          <p:cNvPr id="5" name="Chart">
            <a:extLst>
              <a:ext uri="{FF2B5EF4-FFF2-40B4-BE49-F238E27FC236}">
                <a16:creationId xmlns:a16="http://schemas.microsoft.com/office/drawing/2014/main" id="{2C89A68E-B807-498E-979D-7C257F07E8CC}"/>
              </a:ext>
            </a:extLst>
          </p:cNvPr>
          <p:cNvGraphicFramePr/>
          <p:nvPr/>
        </p:nvGraphicFramePr>
        <p:xfrm>
          <a:off x="981075" y="1285875"/>
          <a:ext cx="7000875" cy="2981325"/>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87524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89" name="Template artwork 10089"/>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90" name="Template artwork 10090"/>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91" name="Template artwork 10091"/>
          <p:cNvSpPr>
            <a:spLocks noGrp="1"/>
          </p:cNvSpPr>
          <p:nvPr/>
        </p:nvSpPr>
        <p:spPr>
          <a:xfrm>
            <a:off x="647700" y="2057400"/>
            <a:ext cx="1419225" cy="1419225"/>
          </a:xfrm>
          <a:prstGeom prst="ellipse">
            <a:avLst/>
          </a:prstGeom>
          <a:solidFill>
            <a:srgbClr val="6BBADD"/>
          </a:solidFill>
          <a:ln w="19050" cap="flat" cmpd="sng">
            <a:solidFill>
              <a:srgbClr val="6BBADD"/>
            </a:solidFill>
            <a:prstDash val="solid"/>
            <a:round/>
          </a:ln>
        </p:spPr>
        <p:txBody>
          <a:bodyPr/>
          <a:lstStyle/>
          <a:p>
            <a:endParaRPr/>
          </a:p>
        </p:txBody>
      </p:sp>
      <p:sp>
        <p:nvSpPr>
          <p:cNvPr id="10092" name="Template artwork 10092"/>
          <p:cNvSpPr>
            <a:spLocks noGrp="1"/>
          </p:cNvSpPr>
          <p:nvPr/>
        </p:nvSpPr>
        <p:spPr>
          <a:xfrm>
            <a:off x="3695700" y="2057400"/>
            <a:ext cx="1419225" cy="1419225"/>
          </a:xfrm>
          <a:prstGeom prst="ellipse">
            <a:avLst/>
          </a:prstGeom>
          <a:solidFill>
            <a:srgbClr val="EEAD2A"/>
          </a:solidFill>
          <a:ln w="19050" cap="flat" cmpd="sng">
            <a:solidFill>
              <a:srgbClr val="EEAD2A"/>
            </a:solidFill>
            <a:prstDash val="solid"/>
            <a:round/>
          </a:ln>
        </p:spPr>
        <p:txBody>
          <a:bodyPr/>
          <a:lstStyle/>
          <a:p>
            <a:endParaRPr/>
          </a:p>
        </p:txBody>
      </p:sp>
      <p:sp>
        <p:nvSpPr>
          <p:cNvPr id="10093" name="Template artwork 10093"/>
          <p:cNvSpPr>
            <a:spLocks noGrp="1"/>
          </p:cNvSpPr>
          <p:nvPr/>
        </p:nvSpPr>
        <p:spPr>
          <a:xfrm>
            <a:off x="6724650" y="1438275"/>
            <a:ext cx="619125" cy="619125"/>
          </a:xfrm>
          <a:prstGeom prst="ellipse">
            <a:avLst/>
          </a:prstGeom>
          <a:solidFill>
            <a:srgbClr val="6BBADD"/>
          </a:solidFill>
          <a:ln w="19050" cap="flat" cmpd="sng">
            <a:solidFill>
              <a:srgbClr val="6BBADD"/>
            </a:solidFill>
            <a:prstDash val="solid"/>
            <a:round/>
          </a:ln>
        </p:spPr>
        <p:txBody>
          <a:bodyPr/>
          <a:lstStyle/>
          <a:p>
            <a:endParaRPr/>
          </a:p>
        </p:txBody>
      </p:sp>
      <p:sp>
        <p:nvSpPr>
          <p:cNvPr id="10094" name="Template artwork 10094"/>
          <p:cNvSpPr>
            <a:spLocks noGrp="1"/>
          </p:cNvSpPr>
          <p:nvPr/>
        </p:nvSpPr>
        <p:spPr>
          <a:xfrm>
            <a:off x="6724650" y="2457450"/>
            <a:ext cx="619125" cy="619125"/>
          </a:xfrm>
          <a:prstGeom prst="ellipse">
            <a:avLst/>
          </a:prstGeom>
          <a:solidFill>
            <a:srgbClr val="ABCA48"/>
          </a:solidFill>
          <a:ln w="19050" cap="flat" cmpd="sng">
            <a:solidFill>
              <a:srgbClr val="ABCA48"/>
            </a:solidFill>
            <a:prstDash val="solid"/>
            <a:round/>
          </a:ln>
        </p:spPr>
        <p:txBody>
          <a:bodyPr/>
          <a:lstStyle/>
          <a:p>
            <a:endParaRPr/>
          </a:p>
        </p:txBody>
      </p:sp>
      <p:sp>
        <p:nvSpPr>
          <p:cNvPr id="10095" name="Template artwork 10095"/>
          <p:cNvSpPr>
            <a:spLocks noGrp="1"/>
          </p:cNvSpPr>
          <p:nvPr/>
        </p:nvSpPr>
        <p:spPr>
          <a:xfrm>
            <a:off x="6724650" y="3476625"/>
            <a:ext cx="619125" cy="619125"/>
          </a:xfrm>
          <a:prstGeom prst="ellipse">
            <a:avLst/>
          </a:prstGeom>
          <a:solidFill>
            <a:srgbClr val="D05258"/>
          </a:solidFill>
          <a:ln w="19050" cap="flat" cmpd="sng">
            <a:solidFill>
              <a:srgbClr val="D05258"/>
            </a:solidFill>
            <a:prstDash val="solid"/>
            <a:round/>
          </a:ln>
        </p:spPr>
        <p:txBody>
          <a:bodyPr/>
          <a:lstStyle/>
          <a:p>
            <a:endParaRPr/>
          </a:p>
        </p:txBody>
      </p:sp>
      <p:sp>
        <p:nvSpPr>
          <p:cNvPr id="16" name="24">
            <a:extLst>
              <a:ext uri="{FF2B5EF4-FFF2-40B4-BE49-F238E27FC236}">
                <a16:creationId xmlns:a16="http://schemas.microsoft.com/office/drawing/2014/main" id="{FBF917EC-F40A-43FF-9960-1DCC2408566C}"/>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24</a:t>
            </a:r>
          </a:p>
        </p:txBody>
      </p:sp>
      <p:sp>
        <p:nvSpPr>
          <p:cNvPr id="2" name="명문가">
            <a:extLst>
              <a:ext uri="{FF2B5EF4-FFF2-40B4-BE49-F238E27FC236}">
                <a16:creationId xmlns:a16="http://schemas.microsoft.com/office/drawing/2014/main" id="{7231C89B-2BE3-4FA1-86CB-9C833CD81D7A}"/>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Codex로 기획 정리">
            <a:extLst>
              <a:ext uri="{FF2B5EF4-FFF2-40B4-BE49-F238E27FC236}">
                <a16:creationId xmlns:a16="http://schemas.microsoft.com/office/drawing/2014/main" id="{11C0248C-1AE9-46E2-9B82-087B5FE8A4BA}"/>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Codex로 기획 정리</a:t>
            </a:r>
          </a:p>
        </p:txBody>
      </p:sp>
      <p:pic>
        <p:nvPicPr>
          <p:cNvPr id="4" name="그림 3">
            <a:extLst>
              <a:ext uri="{FF2B5EF4-FFF2-40B4-BE49-F238E27FC236}">
                <a16:creationId xmlns:a16="http://schemas.microsoft.com/office/drawing/2014/main" id="{707D3CB1-914B-41B3-94B0-68158913BC05}"/>
              </a:ext>
            </a:extLst>
          </p:cNvPr>
          <p:cNvPicPr>
            <a:picLocks noChangeAspect="1"/>
          </p:cNvPicPr>
          <p:nvPr/>
        </p:nvPicPr>
        <p:blipFill>
          <a:blip r:embed="rId3"/>
          <a:stretch/>
        </p:blipFill>
        <p:spPr>
          <a:xfrm>
            <a:off x="959930" y="2369630"/>
            <a:ext cx="794766" cy="794766"/>
          </a:xfrm>
          <a:prstGeom prst="rect">
            <a:avLst/>
          </a:prstGeom>
        </p:spPr>
      </p:pic>
      <p:sp>
        <p:nvSpPr>
          <p:cNvPr id="5" name="통화, 제출서">
            <a:extLst>
              <a:ext uri="{FF2B5EF4-FFF2-40B4-BE49-F238E27FC236}">
                <a16:creationId xmlns:a16="http://schemas.microsoft.com/office/drawing/2014/main" id="{A9D67549-3FFD-4B66-9830-8BFBA713054F}"/>
              </a:ext>
            </a:extLst>
          </p:cNvPr>
          <p:cNvSpPr>
            <a:spLocks noGrp="1"/>
          </p:cNvSpPr>
          <p:nvPr/>
        </p:nvSpPr>
        <p:spPr>
          <a:xfrm>
            <a:off x="466725" y="3781425"/>
            <a:ext cx="1790700" cy="400050"/>
          </a:xfrm>
          <a:prstGeom prst="rect">
            <a:avLst/>
          </a:prstGeom>
          <a:noFill/>
          <a:ln w="0">
            <a:noFill/>
          </a:ln>
        </p:spPr>
        <p:txBody>
          <a:bodyPr wrap="none" lIns="0" tIns="0" rIns="0" bIns="0" anchor="t">
            <a:noAutofit/>
          </a:bodyPr>
          <a:lstStyle>
            <a:defPPr algn="ctr">
              <a:defRPr sz="1800" b="0">
                <a:solidFill>
                  <a:srgbClr val="626262"/>
                </a:solidFill>
                <a:latin typeface="Noto Sans KR"/>
                <a:ea typeface="Noto Sans KR"/>
                <a:cs typeface="Noto Sans KR"/>
              </a:defRPr>
            </a:defPPr>
          </a:lstStyle>
          <a:p>
            <a:pPr algn="ctr">
              <a:defRPr sz="1800" b="0">
                <a:solidFill>
                  <a:srgbClr val="626262"/>
                </a:solidFill>
                <a:latin typeface="Noto Sans KR"/>
                <a:ea typeface="Noto Sans KR"/>
                <a:cs typeface="Noto Sans KR"/>
              </a:defRPr>
            </a:pPr>
            <a:r>
              <a:rPr sz="1800" b="0">
                <a:solidFill>
                  <a:srgbClr val="626262"/>
                </a:solidFill>
                <a:latin typeface="Noto Sans KR"/>
                <a:ea typeface="Noto Sans KR"/>
                <a:cs typeface="Noto Sans KR"/>
              </a:rPr>
              <a:t>통화, 제출서</a:t>
            </a:r>
          </a:p>
        </p:txBody>
      </p:sp>
      <p:pic>
        <p:nvPicPr>
          <p:cNvPr id="6" name="그림 5">
            <a:extLst>
              <a:ext uri="{FF2B5EF4-FFF2-40B4-BE49-F238E27FC236}">
                <a16:creationId xmlns:a16="http://schemas.microsoft.com/office/drawing/2014/main" id="{7D14FCE1-2B6E-473A-8E84-3C077FAABE31}"/>
              </a:ext>
            </a:extLst>
          </p:cNvPr>
          <p:cNvPicPr>
            <a:picLocks noChangeAspect="1"/>
          </p:cNvPicPr>
          <p:nvPr/>
        </p:nvPicPr>
        <p:blipFill>
          <a:blip r:embed="rId4"/>
          <a:stretch/>
        </p:blipFill>
        <p:spPr>
          <a:xfrm>
            <a:off x="2533650" y="2590800"/>
            <a:ext cx="323850" cy="323850"/>
          </a:xfrm>
          <a:prstGeom prst="rect">
            <a:avLst/>
          </a:prstGeom>
        </p:spPr>
      </p:pic>
      <p:pic>
        <p:nvPicPr>
          <p:cNvPr id="7" name="그림 6">
            <a:extLst>
              <a:ext uri="{FF2B5EF4-FFF2-40B4-BE49-F238E27FC236}">
                <a16:creationId xmlns:a16="http://schemas.microsoft.com/office/drawing/2014/main" id="{4B67C88E-6824-41F5-AAC4-57168E7D2251}"/>
              </a:ext>
            </a:extLst>
          </p:cNvPr>
          <p:cNvPicPr>
            <a:picLocks noChangeAspect="1"/>
          </p:cNvPicPr>
          <p:nvPr/>
        </p:nvPicPr>
        <p:blipFill>
          <a:blip r:embed="rId5"/>
          <a:stretch/>
        </p:blipFill>
        <p:spPr>
          <a:xfrm>
            <a:off x="4007929" y="2369630"/>
            <a:ext cx="794766" cy="794766"/>
          </a:xfrm>
          <a:prstGeom prst="rect">
            <a:avLst/>
          </a:prstGeom>
        </p:spPr>
      </p:pic>
      <p:sp>
        <p:nvSpPr>
          <p:cNvPr id="8" name="Codex">
            <a:extLst>
              <a:ext uri="{FF2B5EF4-FFF2-40B4-BE49-F238E27FC236}">
                <a16:creationId xmlns:a16="http://schemas.microsoft.com/office/drawing/2014/main" id="{668BE649-A7FC-4C95-9810-5B19A958A7B9}"/>
              </a:ext>
            </a:extLst>
          </p:cNvPr>
          <p:cNvSpPr>
            <a:spLocks noGrp="1"/>
          </p:cNvSpPr>
          <p:nvPr/>
        </p:nvSpPr>
        <p:spPr>
          <a:xfrm>
            <a:off x="3514725" y="3781425"/>
            <a:ext cx="1790700" cy="400050"/>
          </a:xfrm>
          <a:prstGeom prst="rect">
            <a:avLst/>
          </a:prstGeom>
          <a:noFill/>
          <a:ln w="0">
            <a:noFill/>
          </a:ln>
        </p:spPr>
        <p:txBody>
          <a:bodyPr wrap="none" lIns="0" tIns="0" rIns="0" bIns="0" anchor="t">
            <a:noAutofit/>
          </a:bodyPr>
          <a:lstStyle>
            <a:defPPr algn="ctr">
              <a:defRPr sz="2025" b="0">
                <a:solidFill>
                  <a:srgbClr val="626262"/>
                </a:solidFill>
                <a:latin typeface="Calibri Light"/>
                <a:ea typeface="Calibri Light"/>
                <a:cs typeface="Calibri Light"/>
              </a:defRPr>
            </a:defPPr>
          </a:lstStyle>
          <a:p>
            <a:pPr algn="ctr">
              <a:defRPr sz="2025" b="0">
                <a:solidFill>
                  <a:srgbClr val="626262"/>
                </a:solidFill>
                <a:latin typeface="Calibri Light"/>
                <a:ea typeface="Calibri Light"/>
                <a:cs typeface="Calibri Light"/>
              </a:defRPr>
            </a:pPr>
            <a:r>
              <a:rPr sz="2025" b="0">
                <a:solidFill>
                  <a:srgbClr val="626262"/>
                </a:solidFill>
                <a:latin typeface="Calibri Light"/>
                <a:ea typeface="Calibri Light"/>
                <a:cs typeface="Calibri Light"/>
              </a:rPr>
              <a:t>Codex</a:t>
            </a:r>
          </a:p>
        </p:txBody>
      </p:sp>
      <p:pic>
        <p:nvPicPr>
          <p:cNvPr id="9" name="그림 8">
            <a:extLst>
              <a:ext uri="{FF2B5EF4-FFF2-40B4-BE49-F238E27FC236}">
                <a16:creationId xmlns:a16="http://schemas.microsoft.com/office/drawing/2014/main" id="{80878E4E-3B69-475F-821D-B0FF31A99D5B}"/>
              </a:ext>
            </a:extLst>
          </p:cNvPr>
          <p:cNvPicPr>
            <a:picLocks noChangeAspect="1"/>
          </p:cNvPicPr>
          <p:nvPr/>
        </p:nvPicPr>
        <p:blipFill>
          <a:blip r:embed="rId4"/>
          <a:stretch/>
        </p:blipFill>
        <p:spPr>
          <a:xfrm>
            <a:off x="5600700" y="2590800"/>
            <a:ext cx="323850" cy="323850"/>
          </a:xfrm>
          <a:prstGeom prst="rect">
            <a:avLst/>
          </a:prstGeom>
        </p:spPr>
      </p:pic>
      <p:pic>
        <p:nvPicPr>
          <p:cNvPr id="10" name="그림 9">
            <a:extLst>
              <a:ext uri="{FF2B5EF4-FFF2-40B4-BE49-F238E27FC236}">
                <a16:creationId xmlns:a16="http://schemas.microsoft.com/office/drawing/2014/main" id="{318DD4B8-3BB2-401B-B584-5D7F3AA24B4E}"/>
              </a:ext>
            </a:extLst>
          </p:cNvPr>
          <p:cNvPicPr>
            <a:picLocks noChangeAspect="1"/>
          </p:cNvPicPr>
          <p:nvPr/>
        </p:nvPicPr>
        <p:blipFill>
          <a:blip r:embed="rId6"/>
          <a:stretch/>
        </p:blipFill>
        <p:spPr>
          <a:xfrm>
            <a:off x="6860858" y="1574483"/>
            <a:ext cx="346710" cy="346710"/>
          </a:xfrm>
          <a:prstGeom prst="rect">
            <a:avLst/>
          </a:prstGeom>
        </p:spPr>
      </p:pic>
      <p:sp>
        <p:nvSpPr>
          <p:cNvPr id="11" name="PRD">
            <a:extLst>
              <a:ext uri="{FF2B5EF4-FFF2-40B4-BE49-F238E27FC236}">
                <a16:creationId xmlns:a16="http://schemas.microsoft.com/office/drawing/2014/main" id="{28758198-7BA5-4AFD-9D37-1D851EC81A5B}"/>
              </a:ext>
            </a:extLst>
          </p:cNvPr>
          <p:cNvSpPr>
            <a:spLocks noGrp="1"/>
          </p:cNvSpPr>
          <p:nvPr/>
        </p:nvSpPr>
        <p:spPr>
          <a:xfrm>
            <a:off x="7581900" y="1600200"/>
            <a:ext cx="1419225" cy="371475"/>
          </a:xfrm>
          <a:prstGeom prst="rect">
            <a:avLst/>
          </a:prstGeom>
          <a:noFill/>
          <a:ln w="0">
            <a:noFill/>
          </a:ln>
        </p:spPr>
        <p:txBody>
          <a:bodyPr wrap="none" lIns="0" tIns="0" rIns="0" bIns="0" anchor="t">
            <a:noAutofit/>
          </a:bodyPr>
          <a:lstStyle>
            <a:defPPr algn="l">
              <a:defRPr sz="1575" b="0">
                <a:solidFill>
                  <a:srgbClr val="626262"/>
                </a:solidFill>
                <a:latin typeface="Noto Sans KR"/>
                <a:ea typeface="Noto Sans KR"/>
                <a:cs typeface="Noto Sans KR"/>
              </a:defRPr>
            </a:defPPr>
          </a:lstStyle>
          <a:p>
            <a:pPr algn="l">
              <a:defRPr sz="1575" b="0">
                <a:solidFill>
                  <a:srgbClr val="626262"/>
                </a:solidFill>
                <a:latin typeface="Noto Sans KR"/>
                <a:ea typeface="Noto Sans KR"/>
                <a:cs typeface="Noto Sans KR"/>
              </a:defRPr>
            </a:pPr>
            <a:r>
              <a:rPr sz="1575" b="0">
                <a:solidFill>
                  <a:srgbClr val="626262"/>
                </a:solidFill>
                <a:latin typeface="Noto Sans KR"/>
                <a:ea typeface="Noto Sans KR"/>
                <a:cs typeface="Noto Sans KR"/>
              </a:rPr>
              <a:t>PRD</a:t>
            </a:r>
          </a:p>
        </p:txBody>
      </p:sp>
      <p:pic>
        <p:nvPicPr>
          <p:cNvPr id="12" name="그림 11">
            <a:extLst>
              <a:ext uri="{FF2B5EF4-FFF2-40B4-BE49-F238E27FC236}">
                <a16:creationId xmlns:a16="http://schemas.microsoft.com/office/drawing/2014/main" id="{D7331410-68C4-45C1-A9C6-25F2D29FD173}"/>
              </a:ext>
            </a:extLst>
          </p:cNvPr>
          <p:cNvPicPr>
            <a:picLocks noChangeAspect="1"/>
          </p:cNvPicPr>
          <p:nvPr/>
        </p:nvPicPr>
        <p:blipFill>
          <a:blip r:embed="rId7"/>
          <a:stretch/>
        </p:blipFill>
        <p:spPr>
          <a:xfrm>
            <a:off x="6860858" y="2593658"/>
            <a:ext cx="346710" cy="346710"/>
          </a:xfrm>
          <a:prstGeom prst="rect">
            <a:avLst/>
          </a:prstGeom>
        </p:spPr>
      </p:pic>
      <p:sp>
        <p:nvSpPr>
          <p:cNvPr id="13" name="UI 흐름 구상">
            <a:extLst>
              <a:ext uri="{FF2B5EF4-FFF2-40B4-BE49-F238E27FC236}">
                <a16:creationId xmlns:a16="http://schemas.microsoft.com/office/drawing/2014/main" id="{43484409-A347-4E8E-A279-BA442A9033FC}"/>
              </a:ext>
            </a:extLst>
          </p:cNvPr>
          <p:cNvSpPr>
            <a:spLocks noGrp="1"/>
          </p:cNvSpPr>
          <p:nvPr/>
        </p:nvSpPr>
        <p:spPr>
          <a:xfrm>
            <a:off x="7581900" y="2619375"/>
            <a:ext cx="1419225" cy="371475"/>
          </a:xfrm>
          <a:prstGeom prst="rect">
            <a:avLst/>
          </a:prstGeom>
          <a:noFill/>
          <a:ln w="0">
            <a:noFill/>
          </a:ln>
        </p:spPr>
        <p:txBody>
          <a:bodyPr wrap="none" lIns="0" tIns="0" rIns="0" bIns="0" anchor="t">
            <a:noAutofit/>
          </a:bodyPr>
          <a:lstStyle>
            <a:defPPr algn="l">
              <a:defRPr sz="1575" b="0">
                <a:solidFill>
                  <a:srgbClr val="626262"/>
                </a:solidFill>
                <a:latin typeface="Noto Sans KR"/>
                <a:ea typeface="Noto Sans KR"/>
                <a:cs typeface="Noto Sans KR"/>
              </a:defRPr>
            </a:defPPr>
          </a:lstStyle>
          <a:p>
            <a:pPr algn="l">
              <a:defRPr sz="1575" b="0">
                <a:solidFill>
                  <a:srgbClr val="626262"/>
                </a:solidFill>
                <a:latin typeface="Noto Sans KR"/>
                <a:ea typeface="Noto Sans KR"/>
                <a:cs typeface="Noto Sans KR"/>
              </a:defRPr>
            </a:pPr>
            <a:r>
              <a:rPr sz="1575" b="0">
                <a:solidFill>
                  <a:srgbClr val="626262"/>
                </a:solidFill>
                <a:latin typeface="Noto Sans KR"/>
                <a:ea typeface="Noto Sans KR"/>
                <a:cs typeface="Noto Sans KR"/>
              </a:rPr>
              <a:t>UI 흐름 구상</a:t>
            </a:r>
          </a:p>
        </p:txBody>
      </p:sp>
      <p:pic>
        <p:nvPicPr>
          <p:cNvPr id="14" name="그림 13">
            <a:extLst>
              <a:ext uri="{FF2B5EF4-FFF2-40B4-BE49-F238E27FC236}">
                <a16:creationId xmlns:a16="http://schemas.microsoft.com/office/drawing/2014/main" id="{3CD4F62B-2F26-46ED-B980-51557EEB8D41}"/>
              </a:ext>
            </a:extLst>
          </p:cNvPr>
          <p:cNvPicPr>
            <a:picLocks noChangeAspect="1"/>
          </p:cNvPicPr>
          <p:nvPr/>
        </p:nvPicPr>
        <p:blipFill>
          <a:blip r:embed="rId8"/>
          <a:stretch/>
        </p:blipFill>
        <p:spPr>
          <a:xfrm>
            <a:off x="6860858" y="3612833"/>
            <a:ext cx="346710" cy="346710"/>
          </a:xfrm>
          <a:prstGeom prst="rect">
            <a:avLst/>
          </a:prstGeom>
        </p:spPr>
      </p:pic>
      <p:sp>
        <p:nvSpPr>
          <p:cNvPr id="15" name="가상 종원">
            <a:extLst>
              <a:ext uri="{FF2B5EF4-FFF2-40B4-BE49-F238E27FC236}">
                <a16:creationId xmlns:a16="http://schemas.microsoft.com/office/drawing/2014/main" id="{5FAAB1B3-1FDD-4595-9466-301D37C934E9}"/>
              </a:ext>
            </a:extLst>
          </p:cNvPr>
          <p:cNvSpPr>
            <a:spLocks noGrp="1"/>
          </p:cNvSpPr>
          <p:nvPr/>
        </p:nvSpPr>
        <p:spPr>
          <a:xfrm>
            <a:off x="7581900" y="3638550"/>
            <a:ext cx="1419225" cy="371475"/>
          </a:xfrm>
          <a:prstGeom prst="rect">
            <a:avLst/>
          </a:prstGeom>
          <a:noFill/>
          <a:ln w="0">
            <a:noFill/>
          </a:ln>
        </p:spPr>
        <p:txBody>
          <a:bodyPr wrap="none" lIns="0" tIns="0" rIns="0" bIns="0" anchor="t">
            <a:noAutofit/>
          </a:bodyPr>
          <a:lstStyle>
            <a:defPPr algn="l">
              <a:defRPr sz="1575" b="0">
                <a:solidFill>
                  <a:srgbClr val="626262"/>
                </a:solidFill>
                <a:latin typeface="Noto Sans KR"/>
                <a:ea typeface="Noto Sans KR"/>
                <a:cs typeface="Noto Sans KR"/>
              </a:defRPr>
            </a:defPPr>
          </a:lstStyle>
          <a:p>
            <a:pPr algn="l">
              <a:defRPr sz="1575" b="0">
                <a:solidFill>
                  <a:srgbClr val="626262"/>
                </a:solidFill>
                <a:latin typeface="Noto Sans KR"/>
                <a:ea typeface="Noto Sans KR"/>
                <a:cs typeface="Noto Sans KR"/>
              </a:defRPr>
            </a:pPr>
            <a:r>
              <a:rPr sz="1575" b="0">
                <a:solidFill>
                  <a:srgbClr val="626262"/>
                </a:solidFill>
                <a:latin typeface="Noto Sans KR"/>
                <a:ea typeface="Noto Sans KR"/>
                <a:cs typeface="Noto Sans KR"/>
              </a:rPr>
              <a:t>가상 종원</a:t>
            </a:r>
          </a:p>
        </p:txBody>
      </p:sp>
    </p:spTree>
    <p:extLst>
      <p:ext uri="{BB962C8B-B14F-4D97-AF65-F5344CB8AC3E}">
        <p14:creationId xmlns:p14="http://schemas.microsoft.com/office/powerpoint/2010/main" val="14115157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96" name="Template artwork 10096"/>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097" name="Template artwork 10097"/>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098" name="Template artwork 10098"/>
          <p:cNvSpPr>
            <a:spLocks noGrp="1"/>
          </p:cNvSpPr>
          <p:nvPr/>
        </p:nvSpPr>
        <p:spPr>
          <a:xfrm>
            <a:off x="1419225" y="1485900"/>
            <a:ext cx="1295400" cy="1295400"/>
          </a:xfrm>
          <a:prstGeom prst="ellipse">
            <a:avLst/>
          </a:prstGeom>
          <a:solidFill>
            <a:srgbClr val="6BBADD"/>
          </a:solidFill>
          <a:ln w="19050" cap="flat" cmpd="sng">
            <a:solidFill>
              <a:srgbClr val="6BBADD"/>
            </a:solidFill>
            <a:prstDash val="solid"/>
            <a:round/>
          </a:ln>
        </p:spPr>
        <p:txBody>
          <a:bodyPr/>
          <a:lstStyle/>
          <a:p>
            <a:endParaRPr/>
          </a:p>
        </p:txBody>
      </p:sp>
      <p:sp>
        <p:nvSpPr>
          <p:cNvPr id="9" name="25">
            <a:extLst>
              <a:ext uri="{FF2B5EF4-FFF2-40B4-BE49-F238E27FC236}">
                <a16:creationId xmlns:a16="http://schemas.microsoft.com/office/drawing/2014/main" id="{0D62CE15-1DF5-4E90-A2C5-8AFECE28405F}"/>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25</a:t>
            </a:r>
          </a:p>
        </p:txBody>
      </p:sp>
      <p:sp>
        <p:nvSpPr>
          <p:cNvPr id="2" name="명문가">
            <a:extLst>
              <a:ext uri="{FF2B5EF4-FFF2-40B4-BE49-F238E27FC236}">
                <a16:creationId xmlns:a16="http://schemas.microsoft.com/office/drawing/2014/main" id="{4C9C584C-4257-4FED-892F-45C1B0AABFD7}"/>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공개 자료와 개발 준비">
            <a:extLst>
              <a:ext uri="{FF2B5EF4-FFF2-40B4-BE49-F238E27FC236}">
                <a16:creationId xmlns:a16="http://schemas.microsoft.com/office/drawing/2014/main" id="{71CA1808-3E9A-44CC-8093-DB26941DDD33}"/>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공개 자료와 개발 준비</a:t>
            </a:r>
          </a:p>
        </p:txBody>
      </p:sp>
      <p:pic>
        <p:nvPicPr>
          <p:cNvPr id="4" name="그림 3">
            <a:extLst>
              <a:ext uri="{FF2B5EF4-FFF2-40B4-BE49-F238E27FC236}">
                <a16:creationId xmlns:a16="http://schemas.microsoft.com/office/drawing/2014/main" id="{9D4EB62B-26BA-44DC-91C6-F4159CAE794B}"/>
              </a:ext>
            </a:extLst>
          </p:cNvPr>
          <p:cNvPicPr>
            <a:picLocks noChangeAspect="1"/>
          </p:cNvPicPr>
          <p:nvPr/>
        </p:nvPicPr>
        <p:blipFill>
          <a:blip r:embed="rId3"/>
          <a:stretch/>
        </p:blipFill>
        <p:spPr>
          <a:xfrm>
            <a:off x="1704213" y="1770888"/>
            <a:ext cx="725424" cy="725424"/>
          </a:xfrm>
          <a:prstGeom prst="rect">
            <a:avLst/>
          </a:prstGeom>
        </p:spPr>
      </p:pic>
      <p:sp>
        <p:nvSpPr>
          <p:cNvPr id="5" name="공주 태봉동 산41-1">
            <a:extLst>
              <a:ext uri="{FF2B5EF4-FFF2-40B4-BE49-F238E27FC236}">
                <a16:creationId xmlns:a16="http://schemas.microsoft.com/office/drawing/2014/main" id="{0A3FCAB8-C102-4BA2-BAE8-06C54C63A512}"/>
              </a:ext>
            </a:extLst>
          </p:cNvPr>
          <p:cNvSpPr>
            <a:spLocks noGrp="1"/>
          </p:cNvSpPr>
          <p:nvPr/>
        </p:nvSpPr>
        <p:spPr>
          <a:xfrm>
            <a:off x="457200" y="3152775"/>
            <a:ext cx="3914775" cy="485775"/>
          </a:xfrm>
          <a:prstGeom prst="rect">
            <a:avLst/>
          </a:prstGeom>
          <a:noFill/>
          <a:ln w="0">
            <a:noFill/>
          </a:ln>
        </p:spPr>
        <p:txBody>
          <a:bodyPr wrap="none" lIns="0" tIns="0" rIns="0" bIns="0" anchor="t">
            <a:noAutofit/>
          </a:bodyPr>
          <a:lstStyle>
            <a:defPPr algn="ctr">
              <a:defRPr sz="2025" b="0">
                <a:solidFill>
                  <a:srgbClr val="626262"/>
                </a:solidFill>
                <a:latin typeface="Noto Sans KR"/>
                <a:ea typeface="Noto Sans KR"/>
                <a:cs typeface="Noto Sans KR"/>
              </a:defRPr>
            </a:defPPr>
          </a:lstStyle>
          <a:p>
            <a:pPr algn="ctr">
              <a:defRPr sz="2025" b="0">
                <a:solidFill>
                  <a:srgbClr val="626262"/>
                </a:solidFill>
                <a:latin typeface="Noto Sans KR"/>
                <a:ea typeface="Noto Sans KR"/>
                <a:cs typeface="Noto Sans KR"/>
              </a:defRPr>
            </a:pPr>
            <a:r>
              <a:rPr sz="2025" b="0">
                <a:solidFill>
                  <a:srgbClr val="626262"/>
                </a:solidFill>
                <a:latin typeface="Noto Sans KR"/>
                <a:ea typeface="Noto Sans KR"/>
                <a:cs typeface="Noto Sans KR"/>
              </a:rPr>
              <a:t>공주 태봉동 산41-1</a:t>
            </a:r>
          </a:p>
        </p:txBody>
      </p:sp>
      <p:sp>
        <p:nvSpPr>
          <p:cNvPr id="6" name="14,154㎡">
            <a:extLst>
              <a:ext uri="{FF2B5EF4-FFF2-40B4-BE49-F238E27FC236}">
                <a16:creationId xmlns:a16="http://schemas.microsoft.com/office/drawing/2014/main" id="{DBC4B865-B68E-442D-BB82-095B610C6C9F}"/>
              </a:ext>
            </a:extLst>
          </p:cNvPr>
          <p:cNvSpPr>
            <a:spLocks noGrp="1"/>
          </p:cNvSpPr>
          <p:nvPr/>
        </p:nvSpPr>
        <p:spPr>
          <a:xfrm>
            <a:off x="457200" y="3733800"/>
            <a:ext cx="3914775" cy="752475"/>
          </a:xfrm>
          <a:prstGeom prst="rect">
            <a:avLst/>
          </a:prstGeom>
          <a:noFill/>
          <a:ln w="0">
            <a:noFill/>
          </a:ln>
        </p:spPr>
        <p:txBody>
          <a:bodyPr wrap="none" lIns="0" tIns="0" rIns="0" bIns="0" anchor="t">
            <a:noAutofit/>
          </a:bodyPr>
          <a:lstStyle>
            <a:defPPr algn="ctr">
              <a:defRPr sz="4350" b="0">
                <a:solidFill>
                  <a:srgbClr val="6BBADD"/>
                </a:solidFill>
                <a:latin typeface="Calibri Light"/>
                <a:ea typeface="Calibri Light"/>
                <a:cs typeface="Calibri Light"/>
              </a:defRPr>
            </a:defPPr>
          </a:lstStyle>
          <a:p>
            <a:pPr algn="ctr">
              <a:defRPr sz="4350" b="0">
                <a:solidFill>
                  <a:srgbClr val="6BBADD"/>
                </a:solidFill>
                <a:latin typeface="Calibri Light"/>
                <a:ea typeface="Calibri Light"/>
                <a:cs typeface="Calibri Light"/>
              </a:defRPr>
            </a:pPr>
            <a:r>
              <a:rPr sz="4350" b="0">
                <a:solidFill>
                  <a:srgbClr val="6BBADD"/>
                </a:solidFill>
                <a:latin typeface="Calibri Light"/>
                <a:ea typeface="Calibri Light"/>
                <a:cs typeface="Calibri Light"/>
              </a:rPr>
              <a:t>14,154㎡</a:t>
            </a:r>
          </a:p>
        </p:txBody>
      </p:sp>
      <p:sp>
        <p:nvSpPr>
          <p:cNvPr id="7" name="크레딧 적용 요청">
            <a:extLst>
              <a:ext uri="{FF2B5EF4-FFF2-40B4-BE49-F238E27FC236}">
                <a16:creationId xmlns:a16="http://schemas.microsoft.com/office/drawing/2014/main" id="{534D1FC4-A9F8-4E4F-9261-3DC4997B5F22}"/>
              </a:ext>
            </a:extLst>
          </p:cNvPr>
          <p:cNvSpPr>
            <a:spLocks noGrp="1"/>
          </p:cNvSpPr>
          <p:nvPr/>
        </p:nvSpPr>
        <p:spPr>
          <a:xfrm>
            <a:off x="5153025" y="1095375"/>
            <a:ext cx="3552825" cy="447675"/>
          </a:xfrm>
          <a:prstGeom prst="rect">
            <a:avLst/>
          </a:prstGeom>
          <a:noFill/>
          <a:ln w="0">
            <a:noFill/>
          </a:ln>
        </p:spPr>
        <p:txBody>
          <a:bodyPr wrap="none" lIns="0" tIns="0" rIns="0" bIns="0" anchor="t">
            <a:noAutofit/>
          </a:bodyPr>
          <a:lstStyle>
            <a:defPPr algn="ctr">
              <a:defRPr sz="1875" b="0">
                <a:solidFill>
                  <a:srgbClr val="626262"/>
                </a:solidFill>
                <a:latin typeface="Noto Sans KR"/>
                <a:ea typeface="Noto Sans KR"/>
                <a:cs typeface="Noto Sans KR"/>
              </a:defRPr>
            </a:defPPr>
          </a:lstStyle>
          <a:p>
            <a:pPr algn="ctr">
              <a:defRPr sz="1875" b="0">
                <a:solidFill>
                  <a:srgbClr val="626262"/>
                </a:solidFill>
                <a:latin typeface="Noto Sans KR"/>
                <a:ea typeface="Noto Sans KR"/>
                <a:cs typeface="Noto Sans KR"/>
              </a:defRPr>
            </a:pPr>
            <a:r>
              <a:rPr sz="1875" b="0">
                <a:solidFill>
                  <a:srgbClr val="626262"/>
                </a:solidFill>
                <a:latin typeface="Noto Sans KR"/>
                <a:ea typeface="Noto Sans KR"/>
                <a:cs typeface="Noto Sans KR"/>
              </a:rPr>
              <a:t>크레딧 적용 요청</a:t>
            </a:r>
          </a:p>
        </p:txBody>
      </p:sp>
      <p:pic>
        <p:nvPicPr>
          <p:cNvPr id="8" name="그림 7">
            <a:extLst>
              <a:ext uri="{FF2B5EF4-FFF2-40B4-BE49-F238E27FC236}">
                <a16:creationId xmlns:a16="http://schemas.microsoft.com/office/drawing/2014/main" id="{DD412A0D-8E53-464F-8936-6BC4946019C5}"/>
              </a:ext>
            </a:extLst>
          </p:cNvPr>
          <p:cNvPicPr>
            <a:picLocks noChangeAspect="1"/>
          </p:cNvPicPr>
          <p:nvPr/>
        </p:nvPicPr>
        <p:blipFill>
          <a:blip r:embed="rId4"/>
          <a:stretch/>
        </p:blipFill>
        <p:spPr>
          <a:xfrm>
            <a:off x="5387127" y="1619250"/>
            <a:ext cx="3141771" cy="2828925"/>
          </a:xfrm>
          <a:prstGeom prst="rect">
            <a:avLst/>
          </a:prstGeom>
        </p:spPr>
      </p:pic>
    </p:spTree>
    <p:extLst>
      <p:ext uri="{BB962C8B-B14F-4D97-AF65-F5344CB8AC3E}">
        <p14:creationId xmlns:p14="http://schemas.microsoft.com/office/powerpoint/2010/main" val="16805476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B1B1B"/>
        </a:solidFill>
        <a:effectLst/>
      </p:bgPr>
    </p:bg>
    <p:spTree>
      <p:nvGrpSpPr>
        <p:cNvPr id="1" name=""/>
        <p:cNvGrpSpPr/>
        <p:nvPr/>
      </p:nvGrpSpPr>
      <p:grpSpPr>
        <a:xfrm>
          <a:off x="0" y="0"/>
          <a:ext cx="0" cy="0"/>
          <a:chOff x="0" y="0"/>
          <a:chExt cx="0" cy="0"/>
        </a:xfrm>
      </p:grpSpPr>
      <p:sp>
        <p:nvSpPr>
          <p:cNvPr id="10099" name="Template artwork 10099"/>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100" name="Template artwork 10100"/>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5" name="26">
            <a:extLst>
              <a:ext uri="{FF2B5EF4-FFF2-40B4-BE49-F238E27FC236}">
                <a16:creationId xmlns:a16="http://schemas.microsoft.com/office/drawing/2014/main" id="{EBE4BBEA-412D-40B7-A3FE-B870507FF007}"/>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26</a:t>
            </a:r>
          </a:p>
        </p:txBody>
      </p:sp>
      <p:sp>
        <p:nvSpPr>
          <p:cNvPr id="2" name="명문가">
            <a:extLst>
              <a:ext uri="{FF2B5EF4-FFF2-40B4-BE49-F238E27FC236}">
                <a16:creationId xmlns:a16="http://schemas.microsoft.com/office/drawing/2014/main" id="{06E32A24-0812-4818-9118-49BEBF047DF0}"/>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D8D8D8"/>
                </a:solidFill>
                <a:latin typeface="Noto Sans KR"/>
                <a:ea typeface="Noto Sans KR"/>
                <a:cs typeface="Noto Sans KR"/>
              </a:defRPr>
            </a:defPPr>
          </a:lstStyle>
          <a:p>
            <a:pPr algn="l">
              <a:defRPr sz="900" b="0">
                <a:solidFill>
                  <a:srgbClr val="D8D8D8"/>
                </a:solidFill>
                <a:latin typeface="Noto Sans KR"/>
                <a:ea typeface="Noto Sans KR"/>
                <a:cs typeface="Noto Sans KR"/>
              </a:defRPr>
            </a:pPr>
            <a:r>
              <a:rPr sz="900" b="0">
                <a:solidFill>
                  <a:srgbClr val="D8D8D8"/>
                </a:solidFill>
                <a:latin typeface="Noto Sans KR"/>
                <a:ea typeface="Noto Sans KR"/>
                <a:cs typeface="Noto Sans KR"/>
              </a:rPr>
              <a:t>명문가</a:t>
            </a:r>
          </a:p>
        </p:txBody>
      </p:sp>
      <p:sp>
        <p:nvSpPr>
          <p:cNvPr id="3" name="One More">
            <a:extLst>
              <a:ext uri="{FF2B5EF4-FFF2-40B4-BE49-F238E27FC236}">
                <a16:creationId xmlns:a16="http://schemas.microsoft.com/office/drawing/2014/main" id="{124DE28A-C567-4348-93EB-A5ECC0B52796}"/>
              </a:ext>
            </a:extLst>
          </p:cNvPr>
          <p:cNvSpPr>
            <a:spLocks noGrp="1"/>
          </p:cNvSpPr>
          <p:nvPr/>
        </p:nvSpPr>
        <p:spPr>
          <a:xfrm>
            <a:off x="657225" y="1695450"/>
            <a:ext cx="7829550" cy="942975"/>
          </a:xfrm>
          <a:prstGeom prst="rect">
            <a:avLst/>
          </a:prstGeom>
          <a:noFill/>
          <a:ln w="0">
            <a:noFill/>
          </a:ln>
        </p:spPr>
        <p:txBody>
          <a:bodyPr wrap="none" lIns="0" tIns="0" rIns="0" bIns="0" anchor="t">
            <a:noAutofit/>
          </a:bodyPr>
          <a:lstStyle>
            <a:defPPr algn="l">
              <a:defRPr sz="5025" b="0">
                <a:solidFill>
                  <a:srgbClr val="FFFFFF"/>
                </a:solidFill>
                <a:latin typeface="Calibri Light"/>
                <a:ea typeface="Calibri Light"/>
                <a:cs typeface="Calibri Light"/>
              </a:defRPr>
            </a:defPPr>
          </a:lstStyle>
          <a:p>
            <a:pPr algn="l">
              <a:defRPr sz="5025" b="0">
                <a:solidFill>
                  <a:srgbClr val="FFFFFF"/>
                </a:solidFill>
                <a:latin typeface="Calibri Light"/>
                <a:ea typeface="Calibri Light"/>
                <a:cs typeface="Calibri Light"/>
              </a:defRPr>
            </a:pPr>
            <a:r>
              <a:rPr sz="5025" b="0">
                <a:solidFill>
                  <a:srgbClr val="FFFFFF"/>
                </a:solidFill>
                <a:latin typeface="Calibri Light"/>
                <a:ea typeface="Calibri Light"/>
                <a:cs typeface="Calibri Light"/>
              </a:rPr>
              <a:t>One More</a:t>
            </a:r>
          </a:p>
        </p:txBody>
      </p:sp>
      <p:sp>
        <p:nvSpPr>
          <p:cNvPr id="4" name="Thing">
            <a:extLst>
              <a:ext uri="{FF2B5EF4-FFF2-40B4-BE49-F238E27FC236}">
                <a16:creationId xmlns:a16="http://schemas.microsoft.com/office/drawing/2014/main" id="{44C5C989-44E3-4B33-9F1C-E358A76F12F6}"/>
              </a:ext>
            </a:extLst>
          </p:cNvPr>
          <p:cNvSpPr>
            <a:spLocks noGrp="1"/>
          </p:cNvSpPr>
          <p:nvPr/>
        </p:nvSpPr>
        <p:spPr>
          <a:xfrm>
            <a:off x="657225" y="2619375"/>
            <a:ext cx="7829550" cy="962025"/>
          </a:xfrm>
          <a:prstGeom prst="rect">
            <a:avLst/>
          </a:prstGeom>
          <a:noFill/>
          <a:ln w="0">
            <a:noFill/>
          </a:ln>
        </p:spPr>
        <p:txBody>
          <a:bodyPr wrap="none" lIns="0" tIns="0" rIns="0" bIns="0" anchor="t">
            <a:noAutofit/>
          </a:bodyPr>
          <a:lstStyle>
            <a:defPPr algn="l">
              <a:defRPr sz="5400" b="0">
                <a:solidFill>
                  <a:srgbClr val="6BBADD"/>
                </a:solidFill>
                <a:latin typeface="Calibri Light"/>
                <a:ea typeface="Calibri Light"/>
                <a:cs typeface="Calibri Light"/>
              </a:defRPr>
            </a:defPPr>
          </a:lstStyle>
          <a:p>
            <a:pPr algn="l">
              <a:defRPr sz="5400" b="0">
                <a:solidFill>
                  <a:srgbClr val="6BBADD"/>
                </a:solidFill>
                <a:latin typeface="Calibri Light"/>
                <a:ea typeface="Calibri Light"/>
                <a:cs typeface="Calibri Light"/>
              </a:defRPr>
            </a:pPr>
            <a:r>
              <a:rPr sz="5400" b="0">
                <a:solidFill>
                  <a:srgbClr val="6BBADD"/>
                </a:solidFill>
                <a:latin typeface="Calibri Light"/>
                <a:ea typeface="Calibri Light"/>
                <a:cs typeface="Calibri Light"/>
              </a:rPr>
              <a:t>Thing</a:t>
            </a:r>
          </a:p>
        </p:txBody>
      </p:sp>
    </p:spTree>
    <p:extLst>
      <p:ext uri="{BB962C8B-B14F-4D97-AF65-F5344CB8AC3E}">
        <p14:creationId xmlns:p14="http://schemas.microsoft.com/office/powerpoint/2010/main" val="1197159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01" name="Template artwork 10101"/>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102" name="Template artwork 10102"/>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10103" name="Template artwork 10103"/>
          <p:cNvSpPr>
            <a:spLocks noGrp="1"/>
          </p:cNvSpPr>
          <p:nvPr/>
        </p:nvSpPr>
        <p:spPr>
          <a:xfrm>
            <a:off x="714375" y="1485900"/>
            <a:ext cx="1600200" cy="1600200"/>
          </a:xfrm>
          <a:prstGeom prst="ellipse">
            <a:avLst/>
          </a:prstGeom>
          <a:solidFill>
            <a:srgbClr val="6BBADD"/>
          </a:solidFill>
          <a:ln w="19050" cap="flat" cmpd="sng">
            <a:solidFill>
              <a:srgbClr val="6BBADD"/>
            </a:solidFill>
            <a:prstDash val="solid"/>
            <a:round/>
          </a:ln>
        </p:spPr>
        <p:txBody>
          <a:bodyPr/>
          <a:lstStyle/>
          <a:p>
            <a:endParaRPr/>
          </a:p>
        </p:txBody>
      </p:sp>
      <p:sp>
        <p:nvSpPr>
          <p:cNvPr id="10104" name="Template artwork 10104"/>
          <p:cNvSpPr>
            <a:spLocks noGrp="1"/>
          </p:cNvSpPr>
          <p:nvPr/>
        </p:nvSpPr>
        <p:spPr>
          <a:xfrm>
            <a:off x="3724275" y="1485900"/>
            <a:ext cx="1600200" cy="1600200"/>
          </a:xfrm>
          <a:prstGeom prst="ellipse">
            <a:avLst/>
          </a:prstGeom>
          <a:solidFill>
            <a:srgbClr val="ABCA48"/>
          </a:solidFill>
          <a:ln w="19050" cap="flat" cmpd="sng">
            <a:solidFill>
              <a:srgbClr val="ABCA48"/>
            </a:solidFill>
            <a:prstDash val="solid"/>
            <a:round/>
          </a:ln>
        </p:spPr>
        <p:txBody>
          <a:bodyPr/>
          <a:lstStyle/>
          <a:p>
            <a:endParaRPr/>
          </a:p>
        </p:txBody>
      </p:sp>
      <p:sp>
        <p:nvSpPr>
          <p:cNvPr id="10105" name="Template artwork 10105"/>
          <p:cNvSpPr>
            <a:spLocks noGrp="1"/>
          </p:cNvSpPr>
          <p:nvPr/>
        </p:nvSpPr>
        <p:spPr>
          <a:xfrm>
            <a:off x="6734175" y="1485900"/>
            <a:ext cx="1600200" cy="1600200"/>
          </a:xfrm>
          <a:prstGeom prst="ellipse">
            <a:avLst/>
          </a:prstGeom>
          <a:solidFill>
            <a:srgbClr val="D05258"/>
          </a:solidFill>
          <a:ln w="19050" cap="flat" cmpd="sng">
            <a:solidFill>
              <a:srgbClr val="D05258"/>
            </a:solidFill>
            <a:prstDash val="solid"/>
            <a:round/>
          </a:ln>
        </p:spPr>
        <p:txBody>
          <a:bodyPr/>
          <a:lstStyle/>
          <a:p>
            <a:endParaRPr/>
          </a:p>
        </p:txBody>
      </p:sp>
      <p:sp>
        <p:nvSpPr>
          <p:cNvPr id="14" name="27">
            <a:extLst>
              <a:ext uri="{FF2B5EF4-FFF2-40B4-BE49-F238E27FC236}">
                <a16:creationId xmlns:a16="http://schemas.microsoft.com/office/drawing/2014/main" id="{FD76CECE-99BB-4A5D-8042-BB9B7ADAA3FD}"/>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27</a:t>
            </a:r>
          </a:p>
        </p:txBody>
      </p:sp>
      <p:sp>
        <p:nvSpPr>
          <p:cNvPr id="2" name="명문가">
            <a:extLst>
              <a:ext uri="{FF2B5EF4-FFF2-40B4-BE49-F238E27FC236}">
                <a16:creationId xmlns:a16="http://schemas.microsoft.com/office/drawing/2014/main" id="{E8166B5E-8BF9-4E49-A476-E4EB284A384E}"/>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skills + MCP Events">
            <a:extLst>
              <a:ext uri="{FF2B5EF4-FFF2-40B4-BE49-F238E27FC236}">
                <a16:creationId xmlns:a16="http://schemas.microsoft.com/office/drawing/2014/main" id="{1D5AFD05-1BC0-4B64-8E32-4CB7CF9C229C}"/>
              </a:ext>
            </a:extLst>
          </p:cNvPr>
          <p:cNvSpPr>
            <a:spLocks noGrp="1"/>
          </p:cNvSpPr>
          <p:nvPr/>
        </p:nvSpPr>
        <p:spPr>
          <a:xfrm>
            <a:off x="438150" y="238125"/>
            <a:ext cx="8267700" cy="609600"/>
          </a:xfrm>
          <a:prstGeom prst="rect">
            <a:avLst/>
          </a:prstGeom>
          <a:noFill/>
          <a:ln w="0">
            <a:noFill/>
          </a:ln>
        </p:spPr>
        <p:txBody>
          <a:bodyPr wrap="none" lIns="0" tIns="0" rIns="0" bIns="0" anchor="t">
            <a:noAutofit/>
          </a:bodyPr>
          <a:lstStyle>
            <a:defPPr algn="ctr">
              <a:defRPr sz="2850" b="0">
                <a:solidFill>
                  <a:srgbClr val="626262"/>
                </a:solidFill>
                <a:latin typeface="Noto Sans KR"/>
                <a:ea typeface="Noto Sans KR"/>
                <a:cs typeface="Noto Sans KR"/>
              </a:defRPr>
            </a:defPPr>
          </a:lstStyle>
          <a:p>
            <a:pPr algn="ctr">
              <a:defRPr sz="2850" b="0">
                <a:solidFill>
                  <a:srgbClr val="626262"/>
                </a:solidFill>
                <a:latin typeface="Noto Sans KR"/>
                <a:ea typeface="Noto Sans KR"/>
                <a:cs typeface="Noto Sans KR"/>
              </a:defRPr>
            </a:pPr>
            <a:r>
              <a:rPr sz="2850" b="0">
                <a:solidFill>
                  <a:srgbClr val="626262"/>
                </a:solidFill>
                <a:latin typeface="Noto Sans KR"/>
                <a:ea typeface="Noto Sans KR"/>
                <a:cs typeface="Noto Sans KR"/>
              </a:rPr>
              <a:t>skills + MCP Events</a:t>
            </a:r>
          </a:p>
        </p:txBody>
      </p:sp>
      <p:sp>
        <p:nvSpPr>
          <p:cNvPr id="4" name="연동 목표">
            <a:extLst>
              <a:ext uri="{FF2B5EF4-FFF2-40B4-BE49-F238E27FC236}">
                <a16:creationId xmlns:a16="http://schemas.microsoft.com/office/drawing/2014/main" id="{2821115D-A981-40E6-BA62-676739284BCE}"/>
              </a:ext>
            </a:extLst>
          </p:cNvPr>
          <p:cNvSpPr>
            <a:spLocks noGrp="1"/>
          </p:cNvSpPr>
          <p:nvPr/>
        </p:nvSpPr>
        <p:spPr>
          <a:xfrm>
            <a:off x="476250" y="4552950"/>
            <a:ext cx="8191500" cy="228600"/>
          </a:xfrm>
          <a:prstGeom prst="rect">
            <a:avLst/>
          </a:prstGeom>
          <a:noFill/>
          <a:ln w="0">
            <a:noFill/>
          </a:ln>
        </p:spPr>
        <p:txBody>
          <a:bodyPr wrap="none" lIns="0" tIns="0" rIns="0" bIns="0" anchor="t">
            <a:noAutofit/>
          </a:bodyPr>
          <a:lstStyle>
            <a:defPPr algn="l">
              <a:defRPr sz="1200" b="0">
                <a:solidFill>
                  <a:srgbClr val="626262"/>
                </a:solidFill>
                <a:latin typeface="Noto Sans KR"/>
                <a:ea typeface="Noto Sans KR"/>
                <a:cs typeface="Noto Sans KR"/>
              </a:defRPr>
            </a:defPPr>
          </a:lstStyle>
          <a:p>
            <a:pPr algn="l">
              <a:defRPr sz="1200" b="0">
                <a:solidFill>
                  <a:srgbClr val="626262"/>
                </a:solidFill>
                <a:latin typeface="Noto Sans KR"/>
                <a:ea typeface="Noto Sans KR"/>
                <a:cs typeface="Noto Sans KR"/>
              </a:defRPr>
            </a:pPr>
            <a:r>
              <a:rPr sz="1200" b="0">
                <a:solidFill>
                  <a:srgbClr val="626262"/>
                </a:solidFill>
                <a:latin typeface="Noto Sans KR"/>
                <a:ea typeface="Noto Sans KR"/>
                <a:cs typeface="Noto Sans KR"/>
              </a:rPr>
              <a:t>연동 목표</a:t>
            </a:r>
          </a:p>
        </p:txBody>
      </p:sp>
      <p:pic>
        <p:nvPicPr>
          <p:cNvPr id="5" name="그림 4">
            <a:extLst>
              <a:ext uri="{FF2B5EF4-FFF2-40B4-BE49-F238E27FC236}">
                <a16:creationId xmlns:a16="http://schemas.microsoft.com/office/drawing/2014/main" id="{9DA4DD50-D8D2-4D35-BC2B-D97FCFBD4959}"/>
              </a:ext>
            </a:extLst>
          </p:cNvPr>
          <p:cNvPicPr>
            <a:picLocks noChangeAspect="1"/>
          </p:cNvPicPr>
          <p:nvPr/>
        </p:nvPicPr>
        <p:blipFill>
          <a:blip r:embed="rId3"/>
          <a:stretch/>
        </p:blipFill>
        <p:spPr>
          <a:xfrm>
            <a:off x="1066419" y="1837944"/>
            <a:ext cx="896112" cy="896112"/>
          </a:xfrm>
          <a:prstGeom prst="rect">
            <a:avLst/>
          </a:prstGeom>
        </p:spPr>
      </p:pic>
      <p:sp>
        <p:nvSpPr>
          <p:cNvPr id="6" name="자료 변화">
            <a:extLst>
              <a:ext uri="{FF2B5EF4-FFF2-40B4-BE49-F238E27FC236}">
                <a16:creationId xmlns:a16="http://schemas.microsoft.com/office/drawing/2014/main" id="{21FB6A34-8743-4B8A-BC0B-CCC764F80AF1}"/>
              </a:ext>
            </a:extLst>
          </p:cNvPr>
          <p:cNvSpPr>
            <a:spLocks noGrp="1"/>
          </p:cNvSpPr>
          <p:nvPr/>
        </p:nvSpPr>
        <p:spPr>
          <a:xfrm>
            <a:off x="419100" y="3486150"/>
            <a:ext cx="2190750" cy="438150"/>
          </a:xfrm>
          <a:prstGeom prst="rect">
            <a:avLst/>
          </a:prstGeom>
          <a:noFill/>
          <a:ln w="0">
            <a:noFill/>
          </a:ln>
        </p:spPr>
        <p:txBody>
          <a:bodyPr wrap="none" lIns="0" tIns="0" rIns="0" bIns="0" anchor="t">
            <a:noAutofit/>
          </a:bodyPr>
          <a:lstStyle>
            <a:defPPr algn="ctr">
              <a:defRPr sz="1875" b="0">
                <a:solidFill>
                  <a:srgbClr val="626262"/>
                </a:solidFill>
                <a:latin typeface="Noto Sans KR"/>
                <a:ea typeface="Noto Sans KR"/>
                <a:cs typeface="Noto Sans KR"/>
              </a:defRPr>
            </a:defPPr>
          </a:lstStyle>
          <a:p>
            <a:pPr algn="ctr">
              <a:defRPr sz="1875" b="0">
                <a:solidFill>
                  <a:srgbClr val="626262"/>
                </a:solidFill>
                <a:latin typeface="Noto Sans KR"/>
                <a:ea typeface="Noto Sans KR"/>
                <a:cs typeface="Noto Sans KR"/>
              </a:defRPr>
            </a:pPr>
            <a:r>
              <a:rPr sz="1875" b="0">
                <a:solidFill>
                  <a:srgbClr val="626262"/>
                </a:solidFill>
                <a:latin typeface="Noto Sans KR"/>
                <a:ea typeface="Noto Sans KR"/>
                <a:cs typeface="Noto Sans KR"/>
              </a:rPr>
              <a:t>자료 변화</a:t>
            </a:r>
          </a:p>
        </p:txBody>
      </p:sp>
      <p:pic>
        <p:nvPicPr>
          <p:cNvPr id="7" name="그림 6">
            <a:extLst>
              <a:ext uri="{FF2B5EF4-FFF2-40B4-BE49-F238E27FC236}">
                <a16:creationId xmlns:a16="http://schemas.microsoft.com/office/drawing/2014/main" id="{CF22D154-D45E-4C4A-8EC0-2EC88C0EDCAC}"/>
              </a:ext>
            </a:extLst>
          </p:cNvPr>
          <p:cNvPicPr>
            <a:picLocks noChangeAspect="1"/>
          </p:cNvPicPr>
          <p:nvPr/>
        </p:nvPicPr>
        <p:blipFill>
          <a:blip r:embed="rId4"/>
          <a:stretch/>
        </p:blipFill>
        <p:spPr>
          <a:xfrm>
            <a:off x="2847975" y="2114550"/>
            <a:ext cx="333375" cy="333375"/>
          </a:xfrm>
          <a:prstGeom prst="rect">
            <a:avLst/>
          </a:prstGeom>
        </p:spPr>
      </p:pic>
      <p:pic>
        <p:nvPicPr>
          <p:cNvPr id="8" name="그림 7">
            <a:extLst>
              <a:ext uri="{FF2B5EF4-FFF2-40B4-BE49-F238E27FC236}">
                <a16:creationId xmlns:a16="http://schemas.microsoft.com/office/drawing/2014/main" id="{E19797BA-5DE7-4C64-8EBE-FF66357033B2}"/>
              </a:ext>
            </a:extLst>
          </p:cNvPr>
          <p:cNvPicPr>
            <a:picLocks noChangeAspect="1"/>
          </p:cNvPicPr>
          <p:nvPr/>
        </p:nvPicPr>
        <p:blipFill>
          <a:blip r:embed="rId5"/>
          <a:stretch/>
        </p:blipFill>
        <p:spPr>
          <a:xfrm>
            <a:off x="4076319" y="1837944"/>
            <a:ext cx="896112" cy="896112"/>
          </a:xfrm>
          <a:prstGeom prst="rect">
            <a:avLst/>
          </a:prstGeom>
        </p:spPr>
      </p:pic>
      <p:sp>
        <p:nvSpPr>
          <p:cNvPr id="9" name="이벤트 전달">
            <a:extLst>
              <a:ext uri="{FF2B5EF4-FFF2-40B4-BE49-F238E27FC236}">
                <a16:creationId xmlns:a16="http://schemas.microsoft.com/office/drawing/2014/main" id="{1C8D6636-1B4D-4253-A80F-63E5FC067946}"/>
              </a:ext>
            </a:extLst>
          </p:cNvPr>
          <p:cNvSpPr>
            <a:spLocks noGrp="1"/>
          </p:cNvSpPr>
          <p:nvPr/>
        </p:nvSpPr>
        <p:spPr>
          <a:xfrm>
            <a:off x="3429000" y="3486150"/>
            <a:ext cx="2190750" cy="438150"/>
          </a:xfrm>
          <a:prstGeom prst="rect">
            <a:avLst/>
          </a:prstGeom>
          <a:noFill/>
          <a:ln w="0">
            <a:noFill/>
          </a:ln>
        </p:spPr>
        <p:txBody>
          <a:bodyPr wrap="none" lIns="0" tIns="0" rIns="0" bIns="0" anchor="t">
            <a:noAutofit/>
          </a:bodyPr>
          <a:lstStyle>
            <a:defPPr algn="ctr">
              <a:defRPr sz="1875" b="0">
                <a:solidFill>
                  <a:srgbClr val="626262"/>
                </a:solidFill>
                <a:latin typeface="Noto Sans KR"/>
                <a:ea typeface="Noto Sans KR"/>
                <a:cs typeface="Noto Sans KR"/>
              </a:defRPr>
            </a:defPPr>
          </a:lstStyle>
          <a:p>
            <a:pPr algn="ctr">
              <a:defRPr sz="1875" b="0">
                <a:solidFill>
                  <a:srgbClr val="626262"/>
                </a:solidFill>
                <a:latin typeface="Noto Sans KR"/>
                <a:ea typeface="Noto Sans KR"/>
                <a:cs typeface="Noto Sans KR"/>
              </a:defRPr>
            </a:pPr>
            <a:r>
              <a:rPr sz="1875" b="0">
                <a:solidFill>
                  <a:srgbClr val="626262"/>
                </a:solidFill>
                <a:latin typeface="Noto Sans KR"/>
                <a:ea typeface="Noto Sans KR"/>
                <a:cs typeface="Noto Sans KR"/>
              </a:rPr>
              <a:t>이벤트 전달</a:t>
            </a:r>
          </a:p>
        </p:txBody>
      </p:sp>
      <p:pic>
        <p:nvPicPr>
          <p:cNvPr id="10" name="그림 9">
            <a:extLst>
              <a:ext uri="{FF2B5EF4-FFF2-40B4-BE49-F238E27FC236}">
                <a16:creationId xmlns:a16="http://schemas.microsoft.com/office/drawing/2014/main" id="{72B1A8FE-AC62-497D-89CE-5E548EF8059E}"/>
              </a:ext>
            </a:extLst>
          </p:cNvPr>
          <p:cNvPicPr>
            <a:picLocks noChangeAspect="1"/>
          </p:cNvPicPr>
          <p:nvPr/>
        </p:nvPicPr>
        <p:blipFill>
          <a:blip r:embed="rId4"/>
          <a:stretch/>
        </p:blipFill>
        <p:spPr>
          <a:xfrm>
            <a:off x="5857875" y="2114550"/>
            <a:ext cx="333375" cy="333375"/>
          </a:xfrm>
          <a:prstGeom prst="rect">
            <a:avLst/>
          </a:prstGeom>
        </p:spPr>
      </p:pic>
      <p:pic>
        <p:nvPicPr>
          <p:cNvPr id="11" name="그림 10">
            <a:extLst>
              <a:ext uri="{FF2B5EF4-FFF2-40B4-BE49-F238E27FC236}">
                <a16:creationId xmlns:a16="http://schemas.microsoft.com/office/drawing/2014/main" id="{78792561-7819-4D1F-AF88-41CB224B674C}"/>
              </a:ext>
            </a:extLst>
          </p:cNvPr>
          <p:cNvPicPr>
            <a:picLocks noChangeAspect="1"/>
          </p:cNvPicPr>
          <p:nvPr/>
        </p:nvPicPr>
        <p:blipFill>
          <a:blip r:embed="rId6"/>
          <a:stretch/>
        </p:blipFill>
        <p:spPr>
          <a:xfrm>
            <a:off x="7086219" y="1837944"/>
            <a:ext cx="896112" cy="896112"/>
          </a:xfrm>
          <a:prstGeom prst="rect">
            <a:avLst/>
          </a:prstGeom>
        </p:spPr>
      </p:pic>
      <p:sp>
        <p:nvSpPr>
          <p:cNvPr id="12" name="ChatGPT 확인">
            <a:extLst>
              <a:ext uri="{FF2B5EF4-FFF2-40B4-BE49-F238E27FC236}">
                <a16:creationId xmlns:a16="http://schemas.microsoft.com/office/drawing/2014/main" id="{DE45DBC8-9522-4F90-A0CD-B0F542DA0CFB}"/>
              </a:ext>
            </a:extLst>
          </p:cNvPr>
          <p:cNvSpPr>
            <a:spLocks noGrp="1"/>
          </p:cNvSpPr>
          <p:nvPr/>
        </p:nvSpPr>
        <p:spPr>
          <a:xfrm>
            <a:off x="6438900" y="3486150"/>
            <a:ext cx="2190750" cy="438150"/>
          </a:xfrm>
          <a:prstGeom prst="rect">
            <a:avLst/>
          </a:prstGeom>
          <a:noFill/>
          <a:ln w="0">
            <a:noFill/>
          </a:ln>
        </p:spPr>
        <p:txBody>
          <a:bodyPr wrap="none" lIns="0" tIns="0" rIns="0" bIns="0" anchor="t">
            <a:noAutofit/>
          </a:bodyPr>
          <a:lstStyle>
            <a:defPPr algn="ctr">
              <a:defRPr sz="1875" b="0">
                <a:solidFill>
                  <a:srgbClr val="626262"/>
                </a:solidFill>
                <a:latin typeface="Noto Sans KR"/>
                <a:ea typeface="Noto Sans KR"/>
                <a:cs typeface="Noto Sans KR"/>
              </a:defRPr>
            </a:defPPr>
          </a:lstStyle>
          <a:p>
            <a:pPr algn="ctr">
              <a:defRPr sz="1875" b="0">
                <a:solidFill>
                  <a:srgbClr val="626262"/>
                </a:solidFill>
                <a:latin typeface="Noto Sans KR"/>
                <a:ea typeface="Noto Sans KR"/>
                <a:cs typeface="Noto Sans KR"/>
              </a:defRPr>
            </a:pPr>
            <a:r>
              <a:rPr sz="1875" b="0">
                <a:solidFill>
                  <a:srgbClr val="626262"/>
                </a:solidFill>
                <a:latin typeface="Noto Sans KR"/>
                <a:ea typeface="Noto Sans KR"/>
                <a:cs typeface="Noto Sans KR"/>
              </a:rPr>
              <a:t>ChatGPT 확인</a:t>
            </a:r>
          </a:p>
        </p:txBody>
      </p:sp>
      <p:sp>
        <p:nvSpPr>
          <p:cNvPr id="13" name="skills    자료 조회와 문제 확인 절차">
            <a:extLst>
              <a:ext uri="{FF2B5EF4-FFF2-40B4-BE49-F238E27FC236}">
                <a16:creationId xmlns:a16="http://schemas.microsoft.com/office/drawing/2014/main" id="{33A78828-AC41-4FC8-B07C-7F93D0A50FDD}"/>
              </a:ext>
            </a:extLst>
          </p:cNvPr>
          <p:cNvSpPr>
            <a:spLocks noGrp="1"/>
          </p:cNvSpPr>
          <p:nvPr/>
        </p:nvSpPr>
        <p:spPr>
          <a:xfrm>
            <a:off x="504825" y="4162425"/>
            <a:ext cx="8143875" cy="342900"/>
          </a:xfrm>
          <a:prstGeom prst="rect">
            <a:avLst/>
          </a:prstGeom>
          <a:noFill/>
          <a:ln w="0">
            <a:noFill/>
          </a:ln>
        </p:spPr>
        <p:txBody>
          <a:bodyPr wrap="none" lIns="0" tIns="0" rIns="0" bIns="0" anchor="t">
            <a:noAutofit/>
          </a:bodyPr>
          <a:lstStyle>
            <a:defPPr algn="l">
              <a:defRPr sz="1650" b="0">
                <a:solidFill>
                  <a:srgbClr val="626262"/>
                </a:solidFill>
                <a:latin typeface="Noto Sans KR"/>
                <a:ea typeface="Noto Sans KR"/>
                <a:cs typeface="Noto Sans KR"/>
              </a:defRPr>
            </a:defPPr>
          </a:lstStyle>
          <a:p>
            <a:pPr algn="l">
              <a:defRPr sz="1650" b="0">
                <a:solidFill>
                  <a:srgbClr val="626262"/>
                </a:solidFill>
                <a:latin typeface="Noto Sans KR"/>
                <a:ea typeface="Noto Sans KR"/>
                <a:cs typeface="Noto Sans KR"/>
              </a:defRPr>
            </a:pPr>
            <a:r>
              <a:rPr sz="1650" b="0">
                <a:solidFill>
                  <a:srgbClr val="626262"/>
                </a:solidFill>
                <a:latin typeface="Noto Sans KR"/>
                <a:ea typeface="Noto Sans KR"/>
                <a:cs typeface="Noto Sans KR"/>
              </a:rPr>
              <a:t>skills    자료 조회와 문제 확인 절차</a:t>
            </a:r>
          </a:p>
        </p:txBody>
      </p:sp>
    </p:spTree>
    <p:extLst>
      <p:ext uri="{BB962C8B-B14F-4D97-AF65-F5344CB8AC3E}">
        <p14:creationId xmlns:p14="http://schemas.microsoft.com/office/powerpoint/2010/main" val="19693711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6BBADD"/>
        </a:solidFill>
        <a:effectLst/>
      </p:bgPr>
    </p:bg>
    <p:spTree>
      <p:nvGrpSpPr>
        <p:cNvPr id="1" name=""/>
        <p:cNvGrpSpPr/>
        <p:nvPr/>
      </p:nvGrpSpPr>
      <p:grpSpPr>
        <a:xfrm>
          <a:off x="0" y="0"/>
          <a:ext cx="0" cy="0"/>
          <a:chOff x="0" y="0"/>
          <a:chExt cx="0" cy="0"/>
        </a:xfrm>
      </p:grpSpPr>
      <p:sp>
        <p:nvSpPr>
          <p:cNvPr id="10106" name="Template artwork 10106"/>
          <p:cNvSpPr>
            <a:spLocks noGrp="1"/>
          </p:cNvSpPr>
          <p:nvPr/>
        </p:nvSpPr>
        <p:spPr>
          <a:xfrm>
            <a:off x="0" y="4823460"/>
            <a:ext cx="9144000" cy="320040"/>
          </a:xfrm>
          <a:prstGeom prst="rect">
            <a:avLst/>
          </a:prstGeom>
          <a:solidFill>
            <a:srgbClr val="A6A6A6">
              <a:alpha val="30196"/>
            </a:srgbClr>
          </a:solidFill>
          <a:ln>
            <a:noFill/>
          </a:ln>
        </p:spPr>
        <p:txBody>
          <a:bodyPr/>
          <a:lstStyle/>
          <a:p>
            <a:endParaRPr/>
          </a:p>
        </p:txBody>
      </p:sp>
      <p:sp>
        <p:nvSpPr>
          <p:cNvPr id="10107" name="Template artwork 10107"/>
          <p:cNvSpPr>
            <a:spLocks noGrp="1"/>
          </p:cNvSpPr>
          <p:nvPr/>
        </p:nvSpPr>
        <p:spPr>
          <a:xfrm>
            <a:off x="552450" y="4823460"/>
            <a:ext cx="361950" cy="320040"/>
          </a:xfrm>
          <a:prstGeom prst="rect">
            <a:avLst/>
          </a:prstGeom>
          <a:solidFill>
            <a:srgbClr val="6BBADD">
              <a:alpha val="100000"/>
            </a:srgbClr>
          </a:solidFill>
          <a:ln>
            <a:noFill/>
          </a:ln>
        </p:spPr>
        <p:txBody>
          <a:bodyPr/>
          <a:lstStyle/>
          <a:p>
            <a:endParaRPr/>
          </a:p>
        </p:txBody>
      </p:sp>
      <p:sp>
        <p:nvSpPr>
          <p:cNvPr id="5" name="28">
            <a:extLst>
              <a:ext uri="{FF2B5EF4-FFF2-40B4-BE49-F238E27FC236}">
                <a16:creationId xmlns:a16="http://schemas.microsoft.com/office/drawing/2014/main" id="{ED8CC976-163C-4190-B9A8-3E555884365D}"/>
              </a:ext>
            </a:extLst>
          </p:cNvPr>
          <p:cNvSpPr>
            <a:spLocks noGrp="1"/>
          </p:cNvSpPr>
          <p:nvPr/>
        </p:nvSpPr>
        <p:spPr>
          <a:xfrm>
            <a:off x="561975" y="4886325"/>
            <a:ext cx="342900" cy="219075"/>
          </a:xfrm>
          <a:prstGeom prst="rect">
            <a:avLst/>
          </a:prstGeom>
          <a:noFill/>
          <a:ln w="0">
            <a:noFill/>
          </a:ln>
        </p:spPr>
        <p:txBody>
          <a:bodyPr wrap="none" lIns="0" tIns="0" rIns="0" bIns="0" anchor="t">
            <a:noAutofit/>
          </a:bodyPr>
          <a:lstStyle>
            <a:defPPr algn="ctr">
              <a:defRPr sz="1200" b="0">
                <a:solidFill>
                  <a:srgbClr val="FFFFFF"/>
                </a:solidFill>
                <a:latin typeface="Calibri Light"/>
                <a:ea typeface="Calibri Light"/>
                <a:cs typeface="Calibri Light"/>
              </a:defRPr>
            </a:defPPr>
          </a:lstStyle>
          <a:p>
            <a:pPr algn="ctr">
              <a:defRPr sz="1200" b="0">
                <a:solidFill>
                  <a:srgbClr val="FFFFFF"/>
                </a:solidFill>
                <a:latin typeface="Calibri Light"/>
                <a:ea typeface="Calibri Light"/>
                <a:cs typeface="Calibri Light"/>
              </a:defRPr>
            </a:pPr>
            <a:r>
              <a:rPr sz="1200" b="0">
                <a:solidFill>
                  <a:srgbClr val="FFFFFF"/>
                </a:solidFill>
                <a:latin typeface="Calibri Light"/>
                <a:ea typeface="Calibri Light"/>
                <a:cs typeface="Calibri Light"/>
              </a:rPr>
              <a:t>28</a:t>
            </a:r>
          </a:p>
        </p:txBody>
      </p:sp>
      <p:sp>
        <p:nvSpPr>
          <p:cNvPr id="2" name="명문가">
            <a:extLst>
              <a:ext uri="{FF2B5EF4-FFF2-40B4-BE49-F238E27FC236}">
                <a16:creationId xmlns:a16="http://schemas.microsoft.com/office/drawing/2014/main" id="{A52BE0FF-1EA1-4919-9DB6-EC21550E0D26}"/>
              </a:ext>
            </a:extLst>
          </p:cNvPr>
          <p:cNvSpPr>
            <a:spLocks noGrp="1"/>
          </p:cNvSpPr>
          <p:nvPr/>
        </p:nvSpPr>
        <p:spPr>
          <a:xfrm>
            <a:off x="1104900" y="4895850"/>
            <a:ext cx="4095750" cy="200025"/>
          </a:xfrm>
          <a:prstGeom prst="rect">
            <a:avLst/>
          </a:prstGeom>
          <a:noFill/>
          <a:ln w="0">
            <a:noFill/>
          </a:ln>
        </p:spPr>
        <p:txBody>
          <a:bodyPr wrap="none" lIns="0" tIns="0" rIns="0" bIns="0" anchor="t">
            <a:noAutofit/>
          </a:bodyPr>
          <a:lstStyle>
            <a:defPPr algn="l">
              <a:defRPr sz="900" b="0">
                <a:solidFill>
                  <a:srgbClr val="626262"/>
                </a:solidFill>
                <a:latin typeface="Noto Sans KR"/>
                <a:ea typeface="Noto Sans KR"/>
                <a:cs typeface="Noto Sans KR"/>
              </a:defRPr>
            </a:defPPr>
          </a:lstStyle>
          <a:p>
            <a:pPr algn="l">
              <a:defRPr sz="900" b="0">
                <a:solidFill>
                  <a:srgbClr val="626262"/>
                </a:solidFill>
                <a:latin typeface="Noto Sans KR"/>
                <a:ea typeface="Noto Sans KR"/>
                <a:cs typeface="Noto Sans KR"/>
              </a:defRPr>
            </a:pPr>
            <a:r>
              <a:rPr sz="900" b="0">
                <a:solidFill>
                  <a:srgbClr val="626262"/>
                </a:solidFill>
                <a:latin typeface="Noto Sans KR"/>
                <a:ea typeface="Noto Sans KR"/>
                <a:cs typeface="Noto Sans KR"/>
              </a:rPr>
              <a:t>명문가</a:t>
            </a:r>
          </a:p>
        </p:txBody>
      </p:sp>
      <p:sp>
        <p:nvSpPr>
          <p:cNvPr id="3" name="감사합니다">
            <a:extLst>
              <a:ext uri="{FF2B5EF4-FFF2-40B4-BE49-F238E27FC236}">
                <a16:creationId xmlns:a16="http://schemas.microsoft.com/office/drawing/2014/main" id="{6C63EC4F-3F43-4F1E-A2A6-521998FBCA50}"/>
              </a:ext>
            </a:extLst>
          </p:cNvPr>
          <p:cNvSpPr>
            <a:spLocks noGrp="1"/>
          </p:cNvSpPr>
          <p:nvPr/>
        </p:nvSpPr>
        <p:spPr>
          <a:xfrm>
            <a:off x="600075" y="1657350"/>
            <a:ext cx="7934325" cy="962025"/>
          </a:xfrm>
          <a:prstGeom prst="rect">
            <a:avLst/>
          </a:prstGeom>
          <a:noFill/>
          <a:ln w="0">
            <a:noFill/>
          </a:ln>
        </p:spPr>
        <p:txBody>
          <a:bodyPr wrap="none" lIns="0" tIns="0" rIns="0" bIns="0" anchor="t">
            <a:noAutofit/>
          </a:bodyPr>
          <a:lstStyle>
            <a:defPPr algn="ctr">
              <a:defRPr sz="4800" b="0">
                <a:solidFill>
                  <a:srgbClr val="FFFFFF"/>
                </a:solidFill>
                <a:latin typeface="Noto Sans KR"/>
                <a:ea typeface="Noto Sans KR"/>
                <a:cs typeface="Noto Sans KR"/>
              </a:defRPr>
            </a:defPPr>
          </a:lstStyle>
          <a:p>
            <a:pPr algn="ctr">
              <a:defRPr sz="4800" b="0">
                <a:solidFill>
                  <a:srgbClr val="FFFFFF"/>
                </a:solidFill>
                <a:latin typeface="Noto Sans KR"/>
                <a:ea typeface="Noto Sans KR"/>
                <a:cs typeface="Noto Sans KR"/>
              </a:defRPr>
            </a:pPr>
            <a:r>
              <a:rPr sz="4800" b="0">
                <a:solidFill>
                  <a:srgbClr val="FFFFFF"/>
                </a:solidFill>
                <a:latin typeface="Noto Sans KR"/>
                <a:ea typeface="Noto Sans KR"/>
                <a:cs typeface="Noto Sans KR"/>
              </a:rPr>
              <a:t>감사합니다</a:t>
            </a:r>
          </a:p>
        </p:txBody>
      </p:sp>
      <p:sp>
        <p:nvSpPr>
          <p:cNvPr id="4" name="Q&amp;A">
            <a:extLst>
              <a:ext uri="{FF2B5EF4-FFF2-40B4-BE49-F238E27FC236}">
                <a16:creationId xmlns:a16="http://schemas.microsoft.com/office/drawing/2014/main" id="{B9DB6A59-CFA0-4DE1-8DA9-03BA869FBA99}"/>
              </a:ext>
            </a:extLst>
          </p:cNvPr>
          <p:cNvSpPr>
            <a:spLocks noGrp="1"/>
          </p:cNvSpPr>
          <p:nvPr/>
        </p:nvSpPr>
        <p:spPr>
          <a:xfrm>
            <a:off x="628650" y="3095625"/>
            <a:ext cx="7886700" cy="609600"/>
          </a:xfrm>
          <a:prstGeom prst="rect">
            <a:avLst/>
          </a:prstGeom>
          <a:noFill/>
          <a:ln w="0">
            <a:noFill/>
          </a:ln>
        </p:spPr>
        <p:txBody>
          <a:bodyPr wrap="none" lIns="0" tIns="0" rIns="0" bIns="0" anchor="t">
            <a:noAutofit/>
          </a:bodyPr>
          <a:lstStyle>
            <a:defPPr algn="ctr">
              <a:defRPr sz="2550" b="0">
                <a:solidFill>
                  <a:srgbClr val="FFFFFF"/>
                </a:solidFill>
                <a:latin typeface="Calibri Light"/>
                <a:ea typeface="Calibri Light"/>
                <a:cs typeface="Calibri Light"/>
              </a:defRPr>
            </a:defPPr>
          </a:lstStyle>
          <a:p>
            <a:pPr algn="ctr">
              <a:defRPr sz="2550" b="0">
                <a:solidFill>
                  <a:srgbClr val="FFFFFF"/>
                </a:solidFill>
                <a:latin typeface="Calibri Light"/>
                <a:ea typeface="Calibri Light"/>
                <a:cs typeface="Calibri Light"/>
              </a:defRPr>
            </a:pPr>
            <a:r>
              <a:rPr sz="2550" b="0">
                <a:solidFill>
                  <a:srgbClr val="FFFFFF"/>
                </a:solidFill>
                <a:latin typeface="Calibri Light"/>
                <a:ea typeface="Calibri Light"/>
                <a:cs typeface="Calibri Light"/>
              </a:rPr>
              <a:t>Q&amp;A</a:t>
            </a:r>
          </a:p>
        </p:txBody>
      </p:sp>
    </p:spTree>
    <p:extLst>
      <p:ext uri="{BB962C8B-B14F-4D97-AF65-F5344CB8AC3E}">
        <p14:creationId xmlns:p14="http://schemas.microsoft.com/office/powerpoint/2010/main" val="155287279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2944</Words>
  <Application>Microsoft Office PowerPoint</Application>
  <DocSecurity>0</DocSecurity>
  <PresentationFormat>화면 슬라이드 쇼(16:9)</PresentationFormat>
  <Paragraphs>326</Paragraphs>
  <Slides>28</Slides>
  <Notes>28</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28</vt:i4>
      </vt:variant>
    </vt:vector>
  </HeadingPairs>
  <TitlesOfParts>
    <vt:vector size="33" baseType="lpstr">
      <vt:lpstr>Noto Sans KR</vt:lpstr>
      <vt:lpstr>Noto Serif KR</vt:lpstr>
      <vt:lpstr>Aptos</vt:lpstr>
      <vt:lpstr>Calibri Light</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WonJun Lee</cp:lastModifiedBy>
  <cp:revision>10</cp:revision>
  <dcterms:created xsi:type="dcterms:W3CDTF">2026-10-09T03:28:08Z</dcterms:created>
  <dcterms:modified xsi:type="dcterms:W3CDTF">2026-10-09T03:40:11Z</dcterms:modified>
</cp:coreProperties>
</file>