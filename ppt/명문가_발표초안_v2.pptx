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a493896f364dbf" /><Relationship Type="http://schemas.openxmlformats.org/officeDocument/2006/relationships/extended-properties" Target="/docProps/app.xml" Id="Rdd825b16e68740a0" /><Relationship Type="http://schemas.openxmlformats.org/officeDocument/2006/relationships/officeDocument" Target="/ppt/presentation.xml" Id="R4680086e376843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b9ce73720a40de"/>
  </p:sldMasterIdLst>
  <p:notesMasterIdLst>
    <p:notesMasterId xmlns:r="http://schemas.openxmlformats.org/officeDocument/2006/relationships" r:id="Rd8ee604d2b694679"/>
  </p:notesMasterIdLst>
  <p:sldIdLst>
    <p:sldId xmlns:r="http://schemas.openxmlformats.org/officeDocument/2006/relationships" id="256" r:id="Rb17ad210c0ae4106"/>
    <p:sldId xmlns:r="http://schemas.openxmlformats.org/officeDocument/2006/relationships" id="257" r:id="Rc057cf2288974cf4"/>
    <p:sldId xmlns:r="http://schemas.openxmlformats.org/officeDocument/2006/relationships" id="258" r:id="R7c9c46f26b0e4502"/>
    <p:sldId xmlns:r="http://schemas.openxmlformats.org/officeDocument/2006/relationships" id="259" r:id="R53a26c2b5bcb4e6b"/>
    <p:sldId xmlns:r="http://schemas.openxmlformats.org/officeDocument/2006/relationships" id="260" r:id="R09aeffecf2884c8b"/>
    <p:sldId xmlns:r="http://schemas.openxmlformats.org/officeDocument/2006/relationships" id="261" r:id="R5ce71c92c8f94724"/>
    <p:sldId xmlns:r="http://schemas.openxmlformats.org/officeDocument/2006/relationships" id="262" r:id="Rfbe23033428d49d8"/>
    <p:sldId xmlns:r="http://schemas.openxmlformats.org/officeDocument/2006/relationships" id="263" r:id="R556049c7de8a4cb2"/>
    <p:sldId xmlns:r="http://schemas.openxmlformats.org/officeDocument/2006/relationships" id="264" r:id="R35778ad883f343de"/>
    <p:sldId xmlns:r="http://schemas.openxmlformats.org/officeDocument/2006/relationships" id="265" r:id="Rf4c8d19ab6094be0"/>
    <p:sldId xmlns:r="http://schemas.openxmlformats.org/officeDocument/2006/relationships" id="266" r:id="R09ae61983c084d25"/>
    <p:sldId xmlns:r="http://schemas.openxmlformats.org/officeDocument/2006/relationships" id="267" r:id="R4cd9f565ca41479b"/>
    <p:sldId xmlns:r="http://schemas.openxmlformats.org/officeDocument/2006/relationships" id="268" r:id="Rf6c45a6be5514f26"/>
    <p:sldId xmlns:r="http://schemas.openxmlformats.org/officeDocument/2006/relationships" id="269" r:id="R60091faf73c0499d"/>
    <p:sldId xmlns:r="http://schemas.openxmlformats.org/officeDocument/2006/relationships" id="270" r:id="R4ffda52e02f14d19"/>
    <p:sldId xmlns:r="http://schemas.openxmlformats.org/officeDocument/2006/relationships" id="271" r:id="Rfe31b8aeb1ee44c9"/>
    <p:sldId xmlns:r="http://schemas.openxmlformats.org/officeDocument/2006/relationships" id="272" r:id="R13d9493fb9b34a18"/>
    <p:sldId xmlns:r="http://schemas.openxmlformats.org/officeDocument/2006/relationships" id="273" r:id="R4530efc9e7f24517"/>
    <p:sldId xmlns:r="http://schemas.openxmlformats.org/officeDocument/2006/relationships" id="274" r:id="R4286f34d52ad4a0a"/>
    <p:sldId xmlns:r="http://schemas.openxmlformats.org/officeDocument/2006/relationships" id="275" r:id="R0147ad2fa12c49fd"/>
    <p:sldId xmlns:r="http://schemas.openxmlformats.org/officeDocument/2006/relationships" id="276" r:id="R9379d45d0d5f4852"/>
    <p:sldId xmlns:r="http://schemas.openxmlformats.org/officeDocument/2006/relationships" id="277" r:id="Re7c1cbe1281c433f"/>
    <p:sldId xmlns:r="http://schemas.openxmlformats.org/officeDocument/2006/relationships" id="278" r:id="Rcf7e906be00548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6ed4f510724928" /><Relationship Type="http://schemas.openxmlformats.org/officeDocument/2006/relationships/slideMaster" Target="/ppt/slideMasters/slideMaster1.xml" Id="R44b9ce73720a40de" /><Relationship Type="http://schemas.openxmlformats.org/officeDocument/2006/relationships/notesMaster" Target="/ppt/notesMasters/notesMaster1.xml" Id="Rd8ee604d2b694679" /><Relationship Type="http://schemas.openxmlformats.org/officeDocument/2006/relationships/presProps" Target="/ppt/presProps.xml" Id="Ref2bf5046dce4a5f" /><Relationship Type="http://schemas.openxmlformats.org/officeDocument/2006/relationships/tableStyles" Target="/ppt/tableStyles.xml" Id="R972f525515b240ea" /><Relationship Type="http://schemas.openxmlformats.org/officeDocument/2006/relationships/slide" Target="/ppt/slides/slide1.xml" Id="Rb17ad210c0ae4106" /><Relationship Type="http://schemas.openxmlformats.org/officeDocument/2006/relationships/slide" Target="/ppt/slides/slide2.xml" Id="Rc057cf2288974cf4" /><Relationship Type="http://schemas.openxmlformats.org/officeDocument/2006/relationships/slide" Target="/ppt/slides/slide3.xml" Id="R7c9c46f26b0e4502" /><Relationship Type="http://schemas.openxmlformats.org/officeDocument/2006/relationships/slide" Target="/ppt/slides/slide4.xml" Id="R53a26c2b5bcb4e6b" /><Relationship Type="http://schemas.openxmlformats.org/officeDocument/2006/relationships/slide" Target="/ppt/slides/slide5.xml" Id="R09aeffecf2884c8b" /><Relationship Type="http://schemas.openxmlformats.org/officeDocument/2006/relationships/slide" Target="/ppt/slides/slide6.xml" Id="R5ce71c92c8f94724" /><Relationship Type="http://schemas.openxmlformats.org/officeDocument/2006/relationships/slide" Target="/ppt/slides/slide7.xml" Id="Rfbe23033428d49d8" /><Relationship Type="http://schemas.openxmlformats.org/officeDocument/2006/relationships/slide" Target="/ppt/slides/slide8.xml" Id="R556049c7de8a4cb2" /><Relationship Type="http://schemas.openxmlformats.org/officeDocument/2006/relationships/slide" Target="/ppt/slides/slide9.xml" Id="R35778ad883f343de" /><Relationship Type="http://schemas.openxmlformats.org/officeDocument/2006/relationships/slide" Target="/ppt/slides/slide10.xml" Id="Rf4c8d19ab6094be0" /><Relationship Type="http://schemas.openxmlformats.org/officeDocument/2006/relationships/slide" Target="/ppt/slides/slide11.xml" Id="R09ae61983c084d25" /><Relationship Type="http://schemas.openxmlformats.org/officeDocument/2006/relationships/slide" Target="/ppt/slides/slide12.xml" Id="R4cd9f565ca41479b" /><Relationship Type="http://schemas.openxmlformats.org/officeDocument/2006/relationships/slide" Target="/ppt/slides/slide13.xml" Id="Rf6c45a6be5514f26" /><Relationship Type="http://schemas.openxmlformats.org/officeDocument/2006/relationships/slide" Target="/ppt/slides/slide14.xml" Id="R60091faf73c0499d" /><Relationship Type="http://schemas.openxmlformats.org/officeDocument/2006/relationships/slide" Target="/ppt/slides/slide15.xml" Id="R4ffda52e02f14d19" /><Relationship Type="http://schemas.openxmlformats.org/officeDocument/2006/relationships/slide" Target="/ppt/slides/slide16.xml" Id="Rfe31b8aeb1ee44c9" /><Relationship Type="http://schemas.openxmlformats.org/officeDocument/2006/relationships/slide" Target="/ppt/slides/slide17.xml" Id="R13d9493fb9b34a18" /><Relationship Type="http://schemas.openxmlformats.org/officeDocument/2006/relationships/slide" Target="/ppt/slides/slide18.xml" Id="R4530efc9e7f24517" /><Relationship Type="http://schemas.openxmlformats.org/officeDocument/2006/relationships/slide" Target="/ppt/slides/slide19.xml" Id="R4286f34d52ad4a0a" /><Relationship Type="http://schemas.openxmlformats.org/officeDocument/2006/relationships/slide" Target="/ppt/slides/slide20.xml" Id="R0147ad2fa12c49fd" /><Relationship Type="http://schemas.openxmlformats.org/officeDocument/2006/relationships/slide" Target="/ppt/slides/slide21.xml" Id="R9379d45d0d5f4852" /><Relationship Type="http://schemas.openxmlformats.org/officeDocument/2006/relationships/slide" Target="/ppt/slides/slide22.xml" Id="Re7c1cbe1281c433f" /><Relationship Type="http://schemas.openxmlformats.org/officeDocument/2006/relationships/slide" Target="/ppt/slides/slide23.xml" Id="Rcf7e906be00548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50d4bcf7914c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b9d22f90e34e13" /><Relationship Type="http://schemas.openxmlformats.org/officeDocument/2006/relationships/notesMaster" Target="/ppt/notesMasters/notesMaster1.xml" Id="R87434931b2714b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9472b53b9a4a28" /><Relationship Type="http://schemas.openxmlformats.org/officeDocument/2006/relationships/notesMaster" Target="/ppt/notesMasters/notesMaster1.xml" Id="R346c24925f234b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cab55008dd4621" /><Relationship Type="http://schemas.openxmlformats.org/officeDocument/2006/relationships/notesMaster" Target="/ppt/notesMasters/notesMaster1.xml" Id="R8cb6fde23d9a47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f3b0c09abe4bee" /><Relationship Type="http://schemas.openxmlformats.org/officeDocument/2006/relationships/notesMaster" Target="/ppt/notesMasters/notesMaster1.xml" Id="R603fd63b2f7d4b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b9ed983a784086" /><Relationship Type="http://schemas.openxmlformats.org/officeDocument/2006/relationships/notesMaster" Target="/ppt/notesMasters/notesMaster1.xml" Id="R66694c39b01443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7bad77df5e4ac6" /><Relationship Type="http://schemas.openxmlformats.org/officeDocument/2006/relationships/notesMaster" Target="/ppt/notesMasters/notesMaster1.xml" Id="R67cffaa91bf842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fe882b24014617" /><Relationship Type="http://schemas.openxmlformats.org/officeDocument/2006/relationships/notesMaster" Target="/ppt/notesMasters/notesMaster1.xml" Id="R3cfaa24635ae4e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f6bb37d4dd4344" /><Relationship Type="http://schemas.openxmlformats.org/officeDocument/2006/relationships/notesMaster" Target="/ppt/notesMasters/notesMaster1.xml" Id="R55f9faf3b2b74f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35af4b378d464e" /><Relationship Type="http://schemas.openxmlformats.org/officeDocument/2006/relationships/notesMaster" Target="/ppt/notesMasters/notesMaster1.xml" Id="Rf2040115f3c14a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5f3d4d026b457f" /><Relationship Type="http://schemas.openxmlformats.org/officeDocument/2006/relationships/notesMaster" Target="/ppt/notesMasters/notesMaster1.xml" Id="R0c72e84c3b9c4b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5a7a6580c147fb" /><Relationship Type="http://schemas.openxmlformats.org/officeDocument/2006/relationships/notesMaster" Target="/ppt/notesMasters/notesMaster1.xml" Id="Rd9b6e40c1cf549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4b64add09c44fa" /><Relationship Type="http://schemas.openxmlformats.org/officeDocument/2006/relationships/notesMaster" Target="/ppt/notesMasters/notesMaster1.xml" Id="R5f25012815e842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e741f8c22b4629" /><Relationship Type="http://schemas.openxmlformats.org/officeDocument/2006/relationships/notesMaster" Target="/ppt/notesMasters/notesMaster1.xml" Id="Reab66e31aaf3487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89e2477bb840f9" /><Relationship Type="http://schemas.openxmlformats.org/officeDocument/2006/relationships/notesMaster" Target="/ppt/notesMasters/notesMaster1.xml" Id="R5d0c02539cb64e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64821d1e69249d6" /><Relationship Type="http://schemas.openxmlformats.org/officeDocument/2006/relationships/notesMaster" Target="/ppt/notesMasters/notesMaster1.xml" Id="R5f98ebb984c3404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188abf26504eaa" /><Relationship Type="http://schemas.openxmlformats.org/officeDocument/2006/relationships/notesMaster" Target="/ppt/notesMasters/notesMaster1.xml" Id="R1db2329f09764b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878f5738e13412b" /><Relationship Type="http://schemas.openxmlformats.org/officeDocument/2006/relationships/notesMaster" Target="/ppt/notesMasters/notesMaster1.xml" Id="R9268365c042549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31d671e42a34524" /><Relationship Type="http://schemas.openxmlformats.org/officeDocument/2006/relationships/notesMaster" Target="/ppt/notesMasters/notesMaster1.xml" Id="Rd66b81bcf8d848d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5297132ed844e22" /><Relationship Type="http://schemas.openxmlformats.org/officeDocument/2006/relationships/notesMaster" Target="/ppt/notesMasters/notesMaster1.xml" Id="Rccd165b5eda1459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1e2beec45ac4663" /><Relationship Type="http://schemas.openxmlformats.org/officeDocument/2006/relationships/notesMaster" Target="/ppt/notesMasters/notesMaster1.xml" Id="Rddbc4187b626413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7693fe45c964707" /><Relationship Type="http://schemas.openxmlformats.org/officeDocument/2006/relationships/notesMaster" Target="/ppt/notesMasters/notesMaster1.xml" Id="R16e473d57bb5406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6f1066c96454d2f" /><Relationship Type="http://schemas.openxmlformats.org/officeDocument/2006/relationships/notesMaster" Target="/ppt/notesMasters/notesMaster1.xml" Id="Re6bc0c0a9fb3432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0ac3c5601ff4f0e" /><Relationship Type="http://schemas.openxmlformats.org/officeDocument/2006/relationships/notesMaster" Target="/ppt/notesMasters/notesMaster1.xml" Id="Rd5869c97c0d442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아버지와의 통화 음성을 외부 플레이어로 재생한다.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D:/Project/royal-family/rawdata/TTS/02_전사_보완본.md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청중에게 자신의 종중을 떠올릴 시간을 준다.</a:t>
            </a:r>
          </a:p>
          <a:p xmlns:a="http://schemas.openxmlformats.org/drawingml/2006/main">
            <a:r>
              <a:t>출처: D:/Project/royal-family/rawdata/PPTPlan/script.md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발표자 소개. 전주이씨임영대군파종중 18대손이라는 개인 경험을 이야기한다.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가문의 뿌리와 종원, 공동재산, 기록을 설명한다. 개별 종중의 법적 지위나 구성원 자격을 이 화면에서 확정하지 않는다.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전주MBC 2026-09-22 보도. 대표를 사칭한 사람과의 토지 거래 및 소송 사례를 소개한다. 이 보도와 발표자 가문의 경험은 서로 다른 사례다.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https://www.jmbc.co.kr/news/view/68182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법치뉴스는 종손 지위와 종중 이사 지위 사건을 보도했다. 충청투데이는 산림훼손 의혹과 임대 계약의 효력을 두고 양측의 주장이 엇갈리는 사건을 다뤘다. 한경BUSINESS는 대표권 없는 사람의 매매와 부당이득 반환 쟁점을 설명했다. 세 사례를 개별 종중에 그대로 적용하거나 모든 분쟁을 기록만으로 해결할 수 있다고 주장하지 않는다.</a:t>
            </a:r>
          </a:p>
          <a:p xmlns:a="http://schemas.openxmlformats.org/drawingml/2006/main">
            <a:r>
              <a:t>출처: https://www.bubb.co.kr/news/articleView.html?idxno=4550</a:t>
            </a:r>
          </a:p>
          <a:p xmlns:a="http://schemas.openxmlformats.org/drawingml/2006/main">
            <a:r>
              <a:t>출처: https://www.cctoday.co.kr/news/articleView.html?idxno=2233033</a:t>
            </a:r>
          </a:p>
          <a:p xmlns:a="http://schemas.openxmlformats.org/drawingml/2006/main">
            <a:r>
              <a:t>출처: https://magazine.hankyung.com/business/article/202607168245b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과거의 유산, 현재의 분쟁, 다음 세대의 인수인계를 이어 설명한다. 분쟁 발생률이나 미래 사건 수를 추정하지 않는다.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D:/Project/royal-family/rawdata/TTS/02_전사_보완본.md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발표자가 과거에 종중 관련 서비스를 창업했다가 실패한 경험을 이야기한다.</a:t>
            </a:r>
          </a:p>
          <a:p xmlns:a="http://schemas.openxmlformats.org/drawingml/2006/main">
            <a:r>
              <a:t>출처: D:/Project/royal-family/rawdata/PPTPlan/script.md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AI가 맡을 전사, 문서 초안, 자료 비교를 설명한다. 서비스 구현 목표다. 삽화는 특정 현장이나 실제 서비스 화면을 기록한 사진이 아니다.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삽화: built-in image_gen으로 생성한 개념 이미지. 실제 종중 현장이나 서비스 화면을 촬영한 자료가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제품명 명문가를 소개한다. 소나무와 종가 삽화는 특정 종중의 실제 장소가 아닌 개념 이미지다.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삽화: built-in image_gen으로 생성한 개념 이미지. 실제 종중 현장이나 서비스 화면을 촬영한 자료가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설계안. CLJS 화면과 Vinext 라우트가 업무 모듈의 공개 기능을 호출한다. 업무 규칙과 저장소, AI, 발송 경계를 분리하며 외부 업무를 mock으로 교체한다. PBT는 검증 계획이다.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D:/Project/royal-family/docs/architecture/system-design.md</a:t>
            </a:r>
          </a:p>
          <a:p xmlns:a="http://schemas.openxmlformats.org/drawingml/2006/main">
            <a:r>
              <a:t>출처: D:/Project/royal-family/docs/architecture/testing.md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설립 준비에서 운영, 동의 수집, 법률 확인까지 이어지는 전체 업무 범위를 소개한다. 이하 기능 화면은 PRD의 구현 목표다.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UC-01. 보유 서류와 추가 확인 항목을 정리하고 설립 관련 준비 문서와 법무사 후보를 제안한다. 법무사 후보는 가상 프로필이며 실제 제휴나 접수를 뜻하지 않는다.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UC-02: OpenAI 전사와 확인 항목을 연결한 회의록 초안.</a:t>
            </a:r>
          </a:p>
          <a:p xmlns:a="http://schemas.openxmlformats.org/drawingml/2006/main">
            <a:r>
              <a:t>UC-03: 기존 회의록과 당시 규약, 참석 기록, 자료 버전을 조회.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UC-04: 자료에 근거한 문서 초안을 검토하고 PDF로 내보낸다.</a:t>
            </a:r>
          </a:p>
          <a:p xmlns:a="http://schemas.openxmlformats.org/drawingml/2006/main">
            <a:r>
              <a:t>UC-05: 특정 안건과 문서 버전의 동의, 거절, 미응답을 구분한다. 법적 결의 효력을 자동 확정하지 않는다.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UC-06: 공식 법령과 판례, 등록한 규약의 출처를 분리해 확인한다.</a:t>
            </a:r>
          </a:p>
          <a:p xmlns:a="http://schemas.openxmlformats.org/drawingml/2006/main">
            <a:r>
              <a:t>UC-07: 소유자 표시 등 자료 변화와 근거를 비교한다. 새로운 변경 시연에는 모의 자료를 사용한다. 공개 조회만으로 실제 소유권을 확정하지 않는다.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UC-08 점검: 자료 사이의 누락과 불일치를 제시하며 위법 여부를 단정하지 않는다.</a:t>
            </a:r>
          </a:p>
          <a:p xmlns:a="http://schemas.openxmlformats.org/drawingml/2006/main">
            <a:r>
              <a:t>UC-08 추천: 조건에 맞는 가상 후보를 추천하고 전달자료를 준비한다. 실제 제휴, 수임 완료를 뜻하지 않는다.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TAM, SAM, SOM을 숫자 없이 대상 범위의 가설로 설명한다. 전체 종중, 토지와 문서 관리 수요가 있는 종중, 인터뷰에 기반한 첫 사례 순이다. 시장 규모와 유료 전환, 가격은 산정 전이다.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통화 전사와 해커톤 제출서를 바탕으로 PRD와 업무 흐름을 정리한다. ZUZU를 UI와 워크플로우 참고 대상으로 삼았다. 통화 내용을 바탕으로 가상 종원 페르소나를 구성한다. 제품 UI 구현 완료를 주장하지 않는다.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출처: D:/Project/royal-family/qa/scenarios/hackathon-use-cases.md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공주시 태봉동 산41-1 공개 조회 기준값. 지목 임야, 면적 14,154.0㎡, 종중 소유 표시. 조회일 2026-10-09. 공개 표시값은 법적 소유권 확정 자료가 아니다. 오른쪽은 API 크레딧 적용 요청 화면이며 적용 완료나 잔액을 증명하지 않는다.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출처: https://www.kgeop.go.kr/info/infoMap.do?initMode=L</a:t>
            </a:r>
          </a:p>
          <a:p xmlns:a="http://schemas.openxmlformats.org/drawingml/2006/main">
            <a:r>
              <a:t>출처: D:/Project/royal-family/rawdata/PPTPlan/크래딧적용.png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skills와 MCP Events 연동 목표를 소개한다.</a:t>
            </a:r>
          </a:p>
          <a:p xmlns:a="http://schemas.openxmlformats.org/drawingml/2006/main">
            <a:r>
              <a:t>출처: D:/Project/royal-family/rawdata/PPTPlan/script.md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연동 목표. 모의 토지 자료 변화가 발생하면 서명된 이벤트를 전달하고 ChatGPT가 읽기 도구로 원문과 변경 근거를 확인한다. skills에는 자료 조회와 문제 확인 절차를 담는다. 실제 ChatGPT 수신과 응답은 구현 후 검증할 사항이다.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D:/Project/royal-family/docs/architecture/mcp-and-skills.md</a:t>
            </a:r>
          </a:p>
          <a:p xmlns:a="http://schemas.openxmlformats.org/drawingml/2006/main">
            <a:r>
              <a:t>출처: D:/Project/royal-family/docs/architecture/system-design.md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질문을 받는다.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삽화: built-in image_gen으로 생성한 개념 이미지. 실제 종중 현장이나 서비스 화면을 촬영한 자료가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013a9035f748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9f48be9cf3454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ffd10ed3a54d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118cad741d47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9d7c4301a41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a76887bfb4f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55F9AC-27DD-4CDF-B70E-9F4ACBCDB9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D790364-BD19-42B9-8466-DCB258DAE2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E3D7CA-5DCF-42D0-928F-07376AA041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D3A248-53C4-4C41-BA21-19B136A0FA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599F73-38A7-44F7-B7DA-D689415F59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CEC4C6-C0A2-48E3-B199-95032CA13B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D695F2-5979-46BA-9D1A-4976F8DAF7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ECAA90-84CD-438F-B556-512BD60E8C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49C552-4D52-4DD9-9C33-15269683F5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CA3F56-28FA-4B9A-8638-E7AE80F12F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1fced4dbc54653" /><Relationship Type="http://schemas.openxmlformats.org/officeDocument/2006/relationships/slideLayout" Target="/ppt/slideLayouts/slideLayout1.xml" Id="R793b987ba92f489f" /><Relationship Type="http://schemas.openxmlformats.org/officeDocument/2006/relationships/slideLayout" Target="/ppt/slideLayouts/slideLayout2.xml" Id="R3c69ea3b9f244db0" /><Relationship Type="http://schemas.openxmlformats.org/officeDocument/2006/relationships/slideLayout" Target="/ppt/slideLayouts/slideLayout3.xml" Id="R6ca42f3d7c054060" /><Relationship Type="http://schemas.openxmlformats.org/officeDocument/2006/relationships/slideLayout" Target="/ppt/slideLayouts/slideLayout4.xml" Id="R448db45956cf47be" /><Relationship Type="http://schemas.openxmlformats.org/officeDocument/2006/relationships/slideLayout" Target="/ppt/slideLayouts/slideLayout5.xml" Id="R88c7e863f4584099" /><Relationship Type="http://schemas.openxmlformats.org/officeDocument/2006/relationships/slideLayout" Target="/ppt/slideLayouts/slideLayout6.xml" Id="Rbcfbf83abf9945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3b987ba92f489f"/>
    <p:sldLayoutId xmlns:r="http://schemas.openxmlformats.org/officeDocument/2006/relationships" id="2147483650" r:id="R3c69ea3b9f244db0"/>
    <p:sldLayoutId xmlns:r="http://schemas.openxmlformats.org/officeDocument/2006/relationships" id="2147483651" r:id="R6ca42f3d7c054060"/>
    <p:sldLayoutId xmlns:r="http://schemas.openxmlformats.org/officeDocument/2006/relationships" id="2147483652" r:id="R448db45956cf47be"/>
    <p:sldLayoutId xmlns:r="http://schemas.openxmlformats.org/officeDocument/2006/relationships" id="2147483653" r:id="R88c7e863f4584099"/>
    <p:sldLayoutId xmlns:r="http://schemas.openxmlformats.org/officeDocument/2006/relationships" id="2147483654" r:id="Rbcfbf83abf9945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ef2f07f3864ab8" /><Relationship Type="http://schemas.openxmlformats.org/officeDocument/2006/relationships/image" Target="/ppt/media/image.png" Id="Rcf2ead23159544fe" /><Relationship Type="http://schemas.openxmlformats.org/officeDocument/2006/relationships/notesSlide" Target="/ppt/notesSlides/notesSlide1.xml" Id="Rcf7fadbf7dce43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70dc0e5d494b4d" /><Relationship Type="http://schemas.openxmlformats.org/officeDocument/2006/relationships/notesSlide" Target="/ppt/notesSlides/notesSlide2.xml" Id="Rb89d7611bf7645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8318a076144100" /><Relationship Type="http://schemas.openxmlformats.org/officeDocument/2006/relationships/image" Target="/ppt/media/image2.png" Id="R0eff9a71f252459f" /><Relationship Type="http://schemas.openxmlformats.org/officeDocument/2006/relationships/notesSlide" Target="/ppt/notesSlides/notesSlide3.xml" Id="Rc9109d45afb24b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b804d5ce2f4043" /><Relationship Type="http://schemas.openxmlformats.org/officeDocument/2006/relationships/image" Target="/ppt/media/image3.png" Id="R7326c66871e245e4" /><Relationship Type="http://schemas.openxmlformats.org/officeDocument/2006/relationships/image" Target="/ppt/media/image4.png" Id="R84896153a7634b8e" /><Relationship Type="http://schemas.openxmlformats.org/officeDocument/2006/relationships/image" Target="/ppt/media/image5.png" Id="Rc86b09a049da4134" /><Relationship Type="http://schemas.openxmlformats.org/officeDocument/2006/relationships/image" Target="/ppt/media/image6.png" Id="Rbd635e6696074a89" /><Relationship Type="http://schemas.openxmlformats.org/officeDocument/2006/relationships/notesSlide" Target="/ppt/notesSlides/notesSlide4.xml" Id="Rff1d6036f5fd44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de9c42a9fb42c0" /><Relationship Type="http://schemas.openxmlformats.org/officeDocument/2006/relationships/image" Target="/ppt/media/image.jpeg" Id="R787ba246e30d4051" /><Relationship Type="http://schemas.openxmlformats.org/officeDocument/2006/relationships/hyperlink" Target="https://www.jmbc.co.kr/news/view/68182" TargetMode="External" Id="R2c85f16c257546c0" /><Relationship Type="http://schemas.openxmlformats.org/officeDocument/2006/relationships/notesSlide" Target="/ppt/notesSlides/notesSlide5.xml" Id="R57a47a24e32847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bb832629224c02" /><Relationship Type="http://schemas.openxmlformats.org/officeDocument/2006/relationships/image" Target="/ppt/media/image7.png" Id="Rdfffa948333f470e" /><Relationship Type="http://schemas.openxmlformats.org/officeDocument/2006/relationships/image" Target="/ppt/media/image2.jpeg" Id="R991e180aa756407f" /><Relationship Type="http://schemas.openxmlformats.org/officeDocument/2006/relationships/hyperlink" Target="https://www.bubb.co.kr/news/articleView.html?idxno=4550" TargetMode="External" Id="Rfa1cf81b4ee244c8" /><Relationship Type="http://schemas.openxmlformats.org/officeDocument/2006/relationships/image" Target="/ppt/media/image8.png" Id="R93ab6692061b4f2d" /><Relationship Type="http://schemas.openxmlformats.org/officeDocument/2006/relationships/image" Target="/ppt/media/image3.jpeg" Id="R7c55ca1a932944da" /><Relationship Type="http://schemas.openxmlformats.org/officeDocument/2006/relationships/hyperlink" Target="https://www.cctoday.co.kr/news/articleView.html?idxno=2233033" TargetMode="External" Id="Rc6799eefb0ed4641" /><Relationship Type="http://schemas.openxmlformats.org/officeDocument/2006/relationships/image" Target="/ppt/media/image9.png" Id="R77c3beb991364e08" /><Relationship Type="http://schemas.openxmlformats.org/officeDocument/2006/relationships/image" Target="/ppt/media/image4.jpeg" Id="Rf12c9ba7136f4feb" /><Relationship Type="http://schemas.openxmlformats.org/officeDocument/2006/relationships/hyperlink" Target="https://magazine.hankyung.com/business/article/202607168245b" TargetMode="External" Id="Racc791004d6b4adc" /><Relationship Type="http://schemas.openxmlformats.org/officeDocument/2006/relationships/notesSlide" Target="/ppt/notesSlides/notesSlide6.xml" Id="Rb7ec6d7e4ece4f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a59afaee354de4" /><Relationship Type="http://schemas.openxmlformats.org/officeDocument/2006/relationships/image" Target="/ppt/media/image10.png" Id="R8d535ae7010e486b" /><Relationship Type="http://schemas.openxmlformats.org/officeDocument/2006/relationships/image" Target="/ppt/media/image11.png" Id="Rd714c96f525345e1" /><Relationship Type="http://schemas.openxmlformats.org/officeDocument/2006/relationships/image" Target="/ppt/media/image12.png" Id="R7f8ff2910df540a4" /><Relationship Type="http://schemas.openxmlformats.org/officeDocument/2006/relationships/notesSlide" Target="/ppt/notesSlides/notesSlide7.xml" Id="Rba7311cb231742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7db1caee1943d7" /><Relationship Type="http://schemas.openxmlformats.org/officeDocument/2006/relationships/notesSlide" Target="/ppt/notesSlides/notesSlide8.xml" Id="R2762b1bea56f4a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23bc0648f14828" /><Relationship Type="http://schemas.openxmlformats.org/officeDocument/2006/relationships/image" Target="/ppt/media/image13.png" Id="R27c5c49c03534269" /><Relationship Type="http://schemas.openxmlformats.org/officeDocument/2006/relationships/notesSlide" Target="/ppt/notesSlides/notesSlide9.xml" Id="R8b362f981e7443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5104702d00409c" /><Relationship Type="http://schemas.openxmlformats.org/officeDocument/2006/relationships/image" Target="/ppt/media/image14.png" Id="R31603e7b79584547" /><Relationship Type="http://schemas.openxmlformats.org/officeDocument/2006/relationships/notesSlide" Target="/ppt/notesSlides/notesSlide10.xml" Id="Rdcfc3747981043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c8b71accb5455a" /><Relationship Type="http://schemas.openxmlformats.org/officeDocument/2006/relationships/image" Target="/ppt/media/image15.png" Id="Rc31e1a043472470e" /><Relationship Type="http://schemas.openxmlformats.org/officeDocument/2006/relationships/image" Target="/ppt/media/image16.png" Id="R870fe5f817664a47" /><Relationship Type="http://schemas.openxmlformats.org/officeDocument/2006/relationships/image" Target="/ppt/media/image17.png" Id="Rfa089cdaeb4e463c" /><Relationship Type="http://schemas.openxmlformats.org/officeDocument/2006/relationships/image" Target="/ppt/media/image18.png" Id="Re77bba42f7e74622" /><Relationship Type="http://schemas.openxmlformats.org/officeDocument/2006/relationships/image" Target="/ppt/media/image19.png" Id="R68abd3e6f90746d2" /><Relationship Type="http://schemas.openxmlformats.org/officeDocument/2006/relationships/image" Target="/ppt/media/image20.png" Id="R6e3cb8b2d600436a" /><Relationship Type="http://schemas.openxmlformats.org/officeDocument/2006/relationships/notesSlide" Target="/ppt/notesSlides/notesSlide11.xml" Id="Rc55e6ce47c114d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7fe36400c446df" /><Relationship Type="http://schemas.openxmlformats.org/officeDocument/2006/relationships/image" Target="/ppt/media/image21.png" Id="Re8c352c19259402f" /><Relationship Type="http://schemas.openxmlformats.org/officeDocument/2006/relationships/image" Target="/ppt/media/image22.png" Id="Rb4339108096a4f96" /><Relationship Type="http://schemas.openxmlformats.org/officeDocument/2006/relationships/image" Target="/ppt/media/image23.png" Id="R1f6d7b9267314e7e" /><Relationship Type="http://schemas.openxmlformats.org/officeDocument/2006/relationships/image" Target="/ppt/media/image24.png" Id="Rb06404e3b1bc41cd" /><Relationship Type="http://schemas.openxmlformats.org/officeDocument/2006/relationships/image" Target="/ppt/media/image25.png" Id="R8a6e1dda13824cdf" /><Relationship Type="http://schemas.openxmlformats.org/officeDocument/2006/relationships/image" Target="/ppt/media/image26.png" Id="Rba0cc79ad7514879" /><Relationship Type="http://schemas.openxmlformats.org/officeDocument/2006/relationships/image" Target="/ppt/media/image27.png" Id="Rc741122a37614c8b" /><Relationship Type="http://schemas.openxmlformats.org/officeDocument/2006/relationships/notesSlide" Target="/ppt/notesSlides/notesSlide12.xml" Id="R658b794785a545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d40f964f82463c" /><Relationship Type="http://schemas.openxmlformats.org/officeDocument/2006/relationships/image" Target="/ppt/media/image28.png" Id="R4b44a5b80e424caa" /><Relationship Type="http://schemas.openxmlformats.org/officeDocument/2006/relationships/image" Target="/ppt/media/image29.png" Id="R9514aaeb1a234ff2" /><Relationship Type="http://schemas.openxmlformats.org/officeDocument/2006/relationships/image" Target="/ppt/media/image30.png" Id="R9547f7a78ff0429f" /><Relationship Type="http://schemas.openxmlformats.org/officeDocument/2006/relationships/notesSlide" Target="/ppt/notesSlides/notesSlide13.xml" Id="Rbf9a0f6263da48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5e521992da4046" /><Relationship Type="http://schemas.openxmlformats.org/officeDocument/2006/relationships/image" Target="/ppt/media/image31.png" Id="R1dda8b2e90044d58" /><Relationship Type="http://schemas.openxmlformats.org/officeDocument/2006/relationships/image" Target="/ppt/media/image32.png" Id="R88a585e76c304674" /><Relationship Type="http://schemas.openxmlformats.org/officeDocument/2006/relationships/notesSlide" Target="/ppt/notesSlides/notesSlide14.xml" Id="Re7e47bd68d2c47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c596b1c6424eb4" /><Relationship Type="http://schemas.openxmlformats.org/officeDocument/2006/relationships/image" Target="/ppt/media/image33.png" Id="R3f9f0f8bef06469e" /><Relationship Type="http://schemas.openxmlformats.org/officeDocument/2006/relationships/image" Target="/ppt/media/image34.png" Id="R9fe1c402b4ac4aa8" /><Relationship Type="http://schemas.openxmlformats.org/officeDocument/2006/relationships/notesSlide" Target="/ppt/notesSlides/notesSlide15.xml" Id="R2e797080dd80493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67144b45944fce" /><Relationship Type="http://schemas.openxmlformats.org/officeDocument/2006/relationships/image" Target="/ppt/media/image35.png" Id="Rc5fa7d7ace454933" /><Relationship Type="http://schemas.openxmlformats.org/officeDocument/2006/relationships/image" Target="/ppt/media/image36.png" Id="R54251b0e7936482c" /><Relationship Type="http://schemas.openxmlformats.org/officeDocument/2006/relationships/notesSlide" Target="/ppt/notesSlides/notesSlide16.xml" Id="Rfcdb962c4668408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c8e1761c814701" /><Relationship Type="http://schemas.openxmlformats.org/officeDocument/2006/relationships/image" Target="/ppt/media/image37.png" Id="R3d51fca9fbbc4b04" /><Relationship Type="http://schemas.openxmlformats.org/officeDocument/2006/relationships/image" Target="/ppt/media/image38.png" Id="Rd150e724ca6b4183" /><Relationship Type="http://schemas.openxmlformats.org/officeDocument/2006/relationships/notesSlide" Target="/ppt/notesSlides/notesSlide17.xml" Id="R2a3a6da5817a4b5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6fc4bf09804ea7" /><Relationship Type="http://schemas.openxmlformats.org/officeDocument/2006/relationships/image" Target="/ppt/media/image39.png" Id="R6dcb7e3c2f974547" /><Relationship Type="http://schemas.openxmlformats.org/officeDocument/2006/relationships/image" Target="/ppt/media/image40.png" Id="R00c9e7214205446b" /><Relationship Type="http://schemas.openxmlformats.org/officeDocument/2006/relationships/image" Target="/ppt/media/image41.png" Id="R50ad836009e84b33" /><Relationship Type="http://schemas.openxmlformats.org/officeDocument/2006/relationships/notesSlide" Target="/ppt/notesSlides/notesSlide18.xml" Id="R75b4faf1c08b4d9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5f26b6c05b490f" /><Relationship Type="http://schemas.openxmlformats.org/officeDocument/2006/relationships/image" Target="/ppt/media/image42.png" Id="R9dd6219dbca74ffe" /><Relationship Type="http://schemas.openxmlformats.org/officeDocument/2006/relationships/image" Target="/ppt/media/image43.png" Id="R21249ca20c33447c" /><Relationship Type="http://schemas.openxmlformats.org/officeDocument/2006/relationships/image" Target="/ppt/media/image44.png" Id="Rf6819118b0eb4a56" /><Relationship Type="http://schemas.openxmlformats.org/officeDocument/2006/relationships/image" Target="/ppt/media/image45.png" Id="Rab6051e220ee4efb" /><Relationship Type="http://schemas.openxmlformats.org/officeDocument/2006/relationships/image" Target="/ppt/media/image46.png" Id="Reb077071dee94f4f" /><Relationship Type="http://schemas.openxmlformats.org/officeDocument/2006/relationships/image" Target="/ppt/media/image47.png" Id="Rbde0ba215b9547f0" /><Relationship Type="http://schemas.openxmlformats.org/officeDocument/2006/relationships/image" Target="/ppt/media/image48.png" Id="R0109932ee3784575" /><Relationship Type="http://schemas.openxmlformats.org/officeDocument/2006/relationships/notesSlide" Target="/ppt/notesSlides/notesSlide19.xml" Id="R06cbb8570db94ed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962c2e4b87427b" /><Relationship Type="http://schemas.openxmlformats.org/officeDocument/2006/relationships/image" Target="/ppt/media/image49.png" Id="R23371ef3cd774708" /><Relationship Type="http://schemas.openxmlformats.org/officeDocument/2006/relationships/image" Target="/ppt/media/image50.png" Id="R2df14caaa3b74c62" /><Relationship Type="http://schemas.openxmlformats.org/officeDocument/2006/relationships/notesSlide" Target="/ppt/notesSlides/notesSlide20.xml" Id="R66a060d23630451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e4c2f1e7f84b58" /><Relationship Type="http://schemas.openxmlformats.org/officeDocument/2006/relationships/notesSlide" Target="/ppt/notesSlides/notesSlide21.xml" Id="R1e88747c6e6d4cd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4a1b51ca21457a" /><Relationship Type="http://schemas.openxmlformats.org/officeDocument/2006/relationships/image" Target="/ppt/media/image51.png" Id="R8c7e212d2beb47f6" /><Relationship Type="http://schemas.openxmlformats.org/officeDocument/2006/relationships/image" Target="/ppt/media/image52.png" Id="Rf8fcb412f4134cde" /><Relationship Type="http://schemas.openxmlformats.org/officeDocument/2006/relationships/image" Target="/ppt/media/image53.png" Id="Rd1093541b17c4e19" /><Relationship Type="http://schemas.openxmlformats.org/officeDocument/2006/relationships/image" Target="/ppt/media/image54.png" Id="R921a8ddd27a54ed3" /><Relationship Type="http://schemas.openxmlformats.org/officeDocument/2006/relationships/image" Target="/ppt/media/image55.png" Id="R8c39d5af9c5446f8" /><Relationship Type="http://schemas.openxmlformats.org/officeDocument/2006/relationships/notesSlide" Target="/ppt/notesSlides/notesSlide22.xml" Id="R5fc30455379544c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ab599d0dff49d0" /><Relationship Type="http://schemas.openxmlformats.org/officeDocument/2006/relationships/image" Target="/ppt/media/image56.png" Id="Rdd833a273b5940ac" /><Relationship Type="http://schemas.openxmlformats.org/officeDocument/2006/relationships/notesSlide" Target="/ppt/notesSlides/notesSlide23.xml" Id="R78cb8a6368df43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아버지와의 통화">
            <a:extLst xmlns:a="http://schemas.openxmlformats.org/drawingml/2006/main">
              <a:ext uri="{FF2B5EF4-FFF2-40B4-BE49-F238E27FC236}">
                <a16:creationId xmlns:a16="http://schemas.microsoft.com/office/drawing/2014/main" id="{198C5D53-4349-4630-8474-64D166D7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40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40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아버지와의 통화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E781A-64A0-410A-9B8C-0A8A8C9BF4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ead23159544fe"/>
          <a:stretch xmlns:a="http://schemas.openxmlformats.org/drawingml/2006/main"/>
        </p:blipFill>
        <p:spPr>
          <a:xfrm xmlns:a="http://schemas.openxmlformats.org/drawingml/2006/main">
            <a:off x="4476750" y="1905000"/>
            <a:ext cx="3238500" cy="3238500"/>
          </a:xfrm>
          <a:prstGeom xmlns:a="http://schemas.openxmlformats.org/drawingml/2006/main" prst="rect">
            <a:avLst/>
          </a:prstGeom>
        </p:spPr>
      </p:pic>
      <p:sp>
        <p:nvSpPr>
          <p:cNvPr id="3" name="통화 녹음">
            <a:extLst xmlns:a="http://schemas.openxmlformats.org/drawingml/2006/main">
              <a:ext uri="{FF2B5EF4-FFF2-40B4-BE49-F238E27FC236}">
                <a16:creationId xmlns:a16="http://schemas.microsoft.com/office/drawing/2014/main" id="{3CEAD33D-54FA-4EBC-B9F9-43B2647F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통화 녹음</a:t>
            </a:r>
          </a:p>
        </p:txBody>
      </p:sp>
    </p:spTree>
    <p:extLst>
      <p:ext uri="{BB962C8B-B14F-4D97-AF65-F5344CB8AC3E}">
        <p14:creationId xmlns:p14="http://schemas.microsoft.com/office/powerpoint/2010/main" val="12488838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83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여러분의 종중은 안녕하십니까?">
            <a:extLst xmlns:a="http://schemas.openxmlformats.org/drawingml/2006/main">
              <a:ext uri="{FF2B5EF4-FFF2-40B4-BE49-F238E27FC236}">
                <a16:creationId xmlns:a16="http://schemas.microsoft.com/office/drawing/2014/main" id="{775C09C3-0EC4-45EF-B46D-1B87BFCC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38325"/>
            <a:ext cx="106680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60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defRPr>
            </a:pPr>
            <a:r>
              <a:rPr sz="60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rPr>
              <a:t>여러분의 종중은</a:t>
            </a:r>
          </a:p>
          <a:p xmlns:a="http://schemas.openxmlformats.org/drawingml/2006/main">
            <a:pPr algn="l">
              <a:defRPr sz="60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defRPr>
            </a:pPr>
            <a:r>
              <a:rPr sz="60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rPr>
              <a:t>안녕하십니까?</a:t>
            </a:r>
          </a:p>
        </p:txBody>
      </p:sp>
    </p:spTree>
    <p:extLst>
      <p:ext uri="{BB962C8B-B14F-4D97-AF65-F5344CB8AC3E}">
        <p14:creationId xmlns:p14="http://schemas.microsoft.com/office/powerpoint/2010/main" val="10457913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18">
            <a:extLst xmlns:a="http://schemas.openxmlformats.org/drawingml/2006/main">
              <a:ext uri="{FF2B5EF4-FFF2-40B4-BE49-F238E27FC236}">
                <a16:creationId xmlns:a16="http://schemas.microsoft.com/office/drawing/2014/main" id="{4B267B7F-FB19-456E-9CB6-C8597406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43025"/>
            <a:ext cx="4572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9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89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2" name="대손">
            <a:extLst xmlns:a="http://schemas.openxmlformats.org/drawingml/2006/main">
              <a:ext uri="{FF2B5EF4-FFF2-40B4-BE49-F238E27FC236}">
                <a16:creationId xmlns:a16="http://schemas.microsoft.com/office/drawing/2014/main" id="{279AAE48-C8C8-48B8-B14C-7C74864B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038475"/>
            <a:ext cx="2047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83E35"/>
                </a:solidFill>
                <a:latin typeface="Noto Serif KR"/>
                <a:ea typeface="Noto Serif KR"/>
                <a:cs typeface="Noto Serif KR"/>
              </a:defRPr>
            </a:defPPr>
          </a:lstStyle>
          <a:p xmlns:a="http://schemas.openxmlformats.org/drawingml/2006/main">
            <a:pPr algn="l">
              <a:defRPr sz="4800" b="0">
                <a:solidFill>
                  <a:srgbClr val="183E35"/>
                </a:solidFill>
                <a:latin typeface="Noto Serif KR"/>
                <a:ea typeface="Noto Serif KR"/>
                <a:cs typeface="Noto Serif KR"/>
              </a:defRPr>
            </a:pPr>
            <a:r>
              <a:rPr sz="4800" b="0">
                <a:solidFill>
                  <a:srgbClr val="183E35"/>
                </a:solidFill>
                <a:latin typeface="Noto Serif KR"/>
                <a:ea typeface="Noto Serif KR"/>
                <a:cs typeface="Noto Serif KR"/>
              </a:rPr>
              <a:t>대손</a:t>
            </a:r>
          </a:p>
        </p:txBody>
      </p:sp>
      <p:sp>
        <p:nvSpPr>
          <p:cNvPr id="3" name="전주이씨 임영대군파종중">
            <a:extLst xmlns:a="http://schemas.openxmlformats.org/drawingml/2006/main">
              <a:ext uri="{FF2B5EF4-FFF2-40B4-BE49-F238E27FC236}">
                <a16:creationId xmlns:a16="http://schemas.microsoft.com/office/drawing/2014/main" id="{6EABEF4E-F729-42B0-8D33-58097E79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76425"/>
            <a:ext cx="54292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전주이씨</a:t>
            </a:r>
          </a:p>
          <a:p xmlns:a="http://schemas.openxmlformats.org/drawingml/2006/main">
            <a:pPr algn="l">
              <a:defRPr sz="34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임영대군파종중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76EBB-3317-49E6-B543-0AEEEBCC51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f9a71f252459f"/>
          <a:stretch xmlns:a="http://schemas.openxmlformats.org/drawingml/2006/main"/>
        </p:blipFill>
        <p:spPr>
          <a:xfrm xmlns:a="http://schemas.openxmlformats.org/drawingml/2006/main">
            <a:off x="7800975" y="4000500"/>
            <a:ext cx="1562100" cy="1562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498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종중">
            <a:extLst xmlns:a="http://schemas.openxmlformats.org/drawingml/2006/main">
              <a:ext uri="{FF2B5EF4-FFF2-40B4-BE49-F238E27FC236}">
                <a16:creationId xmlns:a16="http://schemas.microsoft.com/office/drawing/2014/main" id="{B6D1CD11-D9FF-40D5-8612-D5F0C6DA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종중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F7A6B-2F73-4F4A-A94D-FE040C1A1A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6c66871e245e4"/>
          <a:stretch xmlns:a="http://schemas.openxmlformats.org/drawingml/2006/main"/>
        </p:blipFill>
        <p:spPr>
          <a:xfrm xmlns:a="http://schemas.openxmlformats.org/drawingml/2006/main">
            <a:off x="847725" y="2381250"/>
            <a:ext cx="1762125" cy="1762125"/>
          </a:xfrm>
          <a:prstGeom xmlns:a="http://schemas.openxmlformats.org/drawingml/2006/main" prst="rect">
            <a:avLst/>
          </a:prstGeom>
        </p:spPr>
      </p:pic>
      <p:sp>
        <p:nvSpPr>
          <p:cNvPr id="3" name="뿌리">
            <a:extLst xmlns:a="http://schemas.openxmlformats.org/drawingml/2006/main">
              <a:ext uri="{FF2B5EF4-FFF2-40B4-BE49-F238E27FC236}">
                <a16:creationId xmlns:a16="http://schemas.microsoft.com/office/drawing/2014/main" id="{32A590B4-F723-4758-B8AD-758A3303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676775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뿌리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624E9-76AC-4B8B-A29D-2E47AC1256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96153a7634b8e"/>
          <a:stretch xmlns:a="http://schemas.openxmlformats.org/drawingml/2006/main"/>
        </p:blipFill>
        <p:spPr>
          <a:xfrm xmlns:a="http://schemas.openxmlformats.org/drawingml/2006/main">
            <a:off x="3590925" y="2381250"/>
            <a:ext cx="1762125" cy="1762125"/>
          </a:xfrm>
          <a:prstGeom xmlns:a="http://schemas.openxmlformats.org/drawingml/2006/main" prst="rect">
            <a:avLst/>
          </a:prstGeom>
        </p:spPr>
      </p:pic>
      <p:sp>
        <p:nvSpPr>
          <p:cNvPr id="5" name="공동재산">
            <a:extLst xmlns:a="http://schemas.openxmlformats.org/drawingml/2006/main">
              <a:ext uri="{FF2B5EF4-FFF2-40B4-BE49-F238E27FC236}">
                <a16:creationId xmlns:a16="http://schemas.microsoft.com/office/drawing/2014/main" id="{23F69893-F94E-4D52-98E2-F2703677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676775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공동재산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BB856-567D-4301-A909-35C05A1246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b09a049da4134"/>
          <a:stretch xmlns:a="http://schemas.openxmlformats.org/drawingml/2006/main"/>
        </p:blipFill>
        <p:spPr>
          <a:xfrm xmlns:a="http://schemas.openxmlformats.org/drawingml/2006/main">
            <a:off x="6334125" y="2381250"/>
            <a:ext cx="1762125" cy="1762125"/>
          </a:xfrm>
          <a:prstGeom xmlns:a="http://schemas.openxmlformats.org/drawingml/2006/main" prst="rect">
            <a:avLst/>
          </a:prstGeom>
        </p:spPr>
      </p:pic>
      <p:sp>
        <p:nvSpPr>
          <p:cNvPr id="7" name="기록">
            <a:extLst xmlns:a="http://schemas.openxmlformats.org/drawingml/2006/main">
              <a:ext uri="{FF2B5EF4-FFF2-40B4-BE49-F238E27FC236}">
                <a16:creationId xmlns:a16="http://schemas.microsoft.com/office/drawing/2014/main" id="{4947F99D-2261-4D39-826B-C98A1E87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76775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기록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D02B1-EAC7-444B-A837-0FC64EB077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35e6696074a89"/>
          <a:stretch xmlns:a="http://schemas.openxmlformats.org/drawingml/2006/main"/>
        </p:blipFill>
        <p:spPr>
          <a:xfrm xmlns:a="http://schemas.openxmlformats.org/drawingml/2006/main">
            <a:off x="9077325" y="2381250"/>
            <a:ext cx="1762125" cy="1762125"/>
          </a:xfrm>
          <a:prstGeom xmlns:a="http://schemas.openxmlformats.org/drawingml/2006/main" prst="rect">
            <a:avLst/>
          </a:prstGeom>
        </p:spPr>
      </p:pic>
      <p:sp>
        <p:nvSpPr>
          <p:cNvPr id="9" name="종원">
            <a:extLst xmlns:a="http://schemas.openxmlformats.org/drawingml/2006/main">
              <a:ext uri="{FF2B5EF4-FFF2-40B4-BE49-F238E27FC236}">
                <a16:creationId xmlns:a16="http://schemas.microsoft.com/office/drawing/2014/main" id="{00F77155-E7C3-4D63-AC6F-61FBEE1C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676775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종원</a:t>
            </a:r>
          </a:p>
        </p:txBody>
      </p:sp>
    </p:spTree>
    <p:extLst>
      <p:ext uri="{BB962C8B-B14F-4D97-AF65-F5344CB8AC3E}">
        <p14:creationId xmlns:p14="http://schemas.microsoft.com/office/powerpoint/2010/main" val="21287508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종중 재산 분쟁">
            <a:extLst xmlns:a="http://schemas.openxmlformats.org/drawingml/2006/main">
              <a:ext uri="{FF2B5EF4-FFF2-40B4-BE49-F238E27FC236}">
                <a16:creationId xmlns:a16="http://schemas.microsoft.com/office/drawing/2014/main" id="{85FF0AE3-3E1E-49E4-9D0A-DA398ECD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종중 재산 분쟁</a:t>
            </a:r>
          </a:p>
        </p:txBody>
      </p:sp>
      <p:sp>
        <p:nvSpPr>
          <p:cNvPr id="2" name="가짜 대표 땅거래 소송">
            <a:extLst xmlns:a="http://schemas.openxmlformats.org/drawingml/2006/main">
              <a:ext uri="{FF2B5EF4-FFF2-40B4-BE49-F238E27FC236}">
                <a16:creationId xmlns:a16="http://schemas.microsoft.com/office/drawing/2014/main" id="{39F81152-460D-43CB-BD50-8EEFCEB5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95500"/>
            <a:ext cx="3143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가짜 대표</a:t>
            </a:r>
          </a:p>
          <a:p xmlns:a="http://schemas.openxmlformats.org/drawingml/2006/main">
            <a:pPr algn="l">
              <a:defRPr sz="37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땅거래</a:t>
            </a:r>
          </a:p>
          <a:p xmlns:a="http://schemas.openxmlformats.org/drawingml/2006/main">
            <a:pPr algn="l">
              <a:defRPr sz="37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소송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37B0A-1E95-4055-8CB6-BF7B219FB2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ba246e30d4051"/>
          <a:stretch xmlns:a="http://schemas.openxmlformats.org/drawingml/2006/main"/>
        </p:blipFill>
        <p:spPr>
          <a:xfrm xmlns:a="http://schemas.openxmlformats.org/drawingml/2006/main">
            <a:off x="4238625" y="1859242"/>
            <a:ext cx="7124700" cy="4006290"/>
          </a:xfrm>
          <a:prstGeom xmlns:a="http://schemas.openxmlformats.org/drawingml/2006/main" prst="rect">
            <a:avLst/>
          </a:prstGeom>
        </p:spPr>
      </p:pic>
      <p:sp>
        <p:nvSpPr>
          <p:cNvPr id="4" name="전주MBC 2026.09.22">
            <a:extLst xmlns:a="http://schemas.openxmlformats.org/drawingml/2006/main">
              <a:ext uri="{FF2B5EF4-FFF2-40B4-BE49-F238E27FC236}">
                <a16:creationId xmlns:a16="http://schemas.microsoft.com/office/drawing/2014/main" id="{E6AD1D52-978E-4A8B-A54C-0F09546A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1150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전주MBC 2026.09.22</a:t>
            </a:r>
          </a:p>
        </p:txBody>
      </p:sp>
      <p:sp>
        <p:nvSpPr>
          <p:cNvPr id="5" name="보도 원문">
            <a:extLst xmlns:a="http://schemas.openxmlformats.org/drawingml/2006/main">
              <a:ext uri="{FF2B5EF4-FFF2-40B4-BE49-F238E27FC236}">
                <a16:creationId xmlns:a16="http://schemas.microsoft.com/office/drawing/2014/main" id="{77CB8FB4-B001-46C3-AED7-577E7A2E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1150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2c85f16c257546c0"/>
              </a:rPr>
              <a:t>보도 원문</a:t>
            </a:r>
          </a:p>
        </p:txBody>
      </p:sp>
    </p:spTree>
    <p:extLst>
      <p:ext uri="{BB962C8B-B14F-4D97-AF65-F5344CB8AC3E}">
        <p14:creationId xmlns:p14="http://schemas.microsoft.com/office/powerpoint/2010/main" val="13315115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종손 지위와 토지 계약">
            <a:extLst xmlns:a="http://schemas.openxmlformats.org/drawingml/2006/main">
              <a:ext uri="{FF2B5EF4-FFF2-40B4-BE49-F238E27FC236}">
                <a16:creationId xmlns:a16="http://schemas.microsoft.com/office/drawing/2014/main" id="{9C80D0F1-E47E-48C5-A6B9-578A5B08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종손 지위와 토지 계약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C85C8-799A-4BDE-903F-6D1EEE5711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fa948333f470e"/>
          <a:stretch xmlns:a="http://schemas.openxmlformats.org/drawingml/2006/main"/>
        </p:blipFill>
        <p:spPr>
          <a:xfrm xmlns:a="http://schemas.openxmlformats.org/drawingml/2006/main">
            <a:off x="1028700" y="1628775"/>
            <a:ext cx="619125" cy="619125"/>
          </a:xfrm>
          <a:prstGeom xmlns:a="http://schemas.openxmlformats.org/drawingml/2006/main" prst="rect">
            <a:avLst/>
          </a:prstGeom>
        </p:spPr>
      </p:pic>
      <p:sp>
        <p:nvSpPr>
          <p:cNvPr id="3" name="종손 지위">
            <a:extLst xmlns:a="http://schemas.openxmlformats.org/drawingml/2006/main">
              <a:ext uri="{FF2B5EF4-FFF2-40B4-BE49-F238E27FC236}">
                <a16:creationId xmlns:a16="http://schemas.microsoft.com/office/drawing/2014/main" id="{7081FF6A-CAF0-49DA-987F-29BCB8F8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2324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종손 지위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92889-CB11-42CA-95AD-EE6F18B03F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e180aa756407f"/>
          <a:stretch xmlns:a="http://schemas.openxmlformats.org/drawingml/2006/main"/>
        </p:blipFill>
        <p:spPr>
          <a:xfrm xmlns:a="http://schemas.openxmlformats.org/drawingml/2006/main">
            <a:off x="3219450" y="1822781"/>
            <a:ext cx="8239125" cy="526389"/>
          </a:xfrm>
          <a:prstGeom xmlns:a="http://schemas.openxmlformats.org/drawingml/2006/main" prst="rect">
            <a:avLst/>
          </a:prstGeom>
        </p:spPr>
      </p:pic>
      <p:sp>
        <p:nvSpPr>
          <p:cNvPr id="5" name="법치뉴스 2026.04.28">
            <a:extLst xmlns:a="http://schemas.openxmlformats.org/drawingml/2006/main">
              <a:ext uri="{FF2B5EF4-FFF2-40B4-BE49-F238E27FC236}">
                <a16:creationId xmlns:a16="http://schemas.microsoft.com/office/drawing/2014/main" id="{58890120-7E34-470E-A0B2-3817641D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86050"/>
            <a:ext cx="8239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7568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fa1cf81b4ee244c8"/>
              </a:rPr>
              <a:t>법치뉴스 2026.04.28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AA29F-42BB-44B2-A3B7-5EC6E1EC3D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b6692061b4f2d"/>
          <a:stretch xmlns:a="http://schemas.openxmlformats.org/drawingml/2006/main"/>
        </p:blipFill>
        <p:spPr>
          <a:xfrm xmlns:a="http://schemas.openxmlformats.org/drawingml/2006/main">
            <a:off x="1028700" y="3200400"/>
            <a:ext cx="619125" cy="619125"/>
          </a:xfrm>
          <a:prstGeom xmlns:a="http://schemas.openxmlformats.org/drawingml/2006/main" prst="rect">
            <a:avLst/>
          </a:prstGeom>
        </p:spPr>
      </p:pic>
      <p:sp>
        <p:nvSpPr>
          <p:cNvPr id="7" name="임대 계약">
            <a:extLst xmlns:a="http://schemas.openxmlformats.org/drawingml/2006/main">
              <a:ext uri="{FF2B5EF4-FFF2-40B4-BE49-F238E27FC236}">
                <a16:creationId xmlns:a16="http://schemas.microsoft.com/office/drawing/2014/main" id="{DC3AF9EA-02AD-4011-B9C8-1F29019A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324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임대 계약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DAF37-AB31-4523-916D-27747FBAD7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5ca1a932944da"/>
          <a:stretch xmlns:a="http://schemas.openxmlformats.org/drawingml/2006/main"/>
        </p:blipFill>
        <p:spPr>
          <a:xfrm xmlns:a="http://schemas.openxmlformats.org/drawingml/2006/main">
            <a:off x="3219450" y="3421107"/>
            <a:ext cx="8239125" cy="472987"/>
          </a:xfrm>
          <a:prstGeom xmlns:a="http://schemas.openxmlformats.org/drawingml/2006/main" prst="rect">
            <a:avLst/>
          </a:prstGeom>
        </p:spPr>
      </p:pic>
      <p:sp>
        <p:nvSpPr>
          <p:cNvPr id="9" name="충청투데이 2026.07.10">
            <a:extLst xmlns:a="http://schemas.openxmlformats.org/drawingml/2006/main">
              <a:ext uri="{FF2B5EF4-FFF2-40B4-BE49-F238E27FC236}">
                <a16:creationId xmlns:a16="http://schemas.microsoft.com/office/drawing/2014/main" id="{44FB8C88-CDCF-42C5-A9FD-3AFCA8C8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57675"/>
            <a:ext cx="8239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7568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c6799eefb0ed4641"/>
              </a:rPr>
              <a:t>충청투데이 2026.07.10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42CE1-631F-4ACB-853C-E20BBAEB31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3beb991364e08"/>
          <a:stretch xmlns:a="http://schemas.openxmlformats.org/drawingml/2006/main"/>
        </p:blipFill>
        <p:spPr>
          <a:xfrm xmlns:a="http://schemas.openxmlformats.org/drawingml/2006/main">
            <a:off x="1028700" y="4772025"/>
            <a:ext cx="619125" cy="619125"/>
          </a:xfrm>
          <a:prstGeom xmlns:a="http://schemas.openxmlformats.org/drawingml/2006/main" prst="rect">
            <a:avLst/>
          </a:prstGeom>
        </p:spPr>
      </p:pic>
      <p:sp>
        <p:nvSpPr>
          <p:cNvPr id="11" name="대표권">
            <a:extLst xmlns:a="http://schemas.openxmlformats.org/drawingml/2006/main">
              <a:ext uri="{FF2B5EF4-FFF2-40B4-BE49-F238E27FC236}">
                <a16:creationId xmlns:a16="http://schemas.microsoft.com/office/drawing/2014/main" id="{24BD6F90-DCFA-4BB9-A9B7-788DA1AF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2324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대표권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9680C-91C3-4E8A-8A8D-F40DC40857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c9ba7136f4feb"/>
          <a:stretch xmlns:a="http://schemas.openxmlformats.org/drawingml/2006/main"/>
        </p:blipFill>
        <p:spPr>
          <a:xfrm xmlns:a="http://schemas.openxmlformats.org/drawingml/2006/main">
            <a:off x="3219450" y="4811584"/>
            <a:ext cx="8239125" cy="1101983"/>
          </a:xfrm>
          <a:prstGeom xmlns:a="http://schemas.openxmlformats.org/drawingml/2006/main" prst="rect">
            <a:avLst/>
          </a:prstGeom>
        </p:spPr>
      </p:pic>
      <p:sp>
        <p:nvSpPr>
          <p:cNvPr id="13" name="한경BUSINESS 2026.07.24">
            <a:extLst xmlns:a="http://schemas.openxmlformats.org/drawingml/2006/main">
              <a:ext uri="{FF2B5EF4-FFF2-40B4-BE49-F238E27FC236}">
                <a16:creationId xmlns:a16="http://schemas.microsoft.com/office/drawing/2014/main" id="{6BE17A65-1B63-4F0E-A2C3-9CE8D821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6096000"/>
            <a:ext cx="8239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7568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acc791004d6b4adc"/>
              </a:rPr>
              <a:t>한경BUSINESS 2026.07.24</a:t>
            </a:r>
          </a:p>
        </p:txBody>
      </p:sp>
    </p:spTree>
    <p:extLst>
      <p:ext uri="{BB962C8B-B14F-4D97-AF65-F5344CB8AC3E}">
        <p14:creationId xmlns:p14="http://schemas.microsoft.com/office/powerpoint/2010/main" val="19802727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재산과 기록을 이어받는 일">
            <a:extLst xmlns:a="http://schemas.openxmlformats.org/drawingml/2006/main">
              <a:ext uri="{FF2B5EF4-FFF2-40B4-BE49-F238E27FC236}">
                <a16:creationId xmlns:a16="http://schemas.microsoft.com/office/drawing/2014/main" id="{6DF31BC7-EB5C-437A-9768-A3BB27D1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재산과 기록을 이어받는 일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97CFC-B3E4-46A3-8A1D-09B8EAC277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35ae7010e486b"/>
          <a:stretch xmlns:a="http://schemas.openxmlformats.org/drawingml/2006/main"/>
        </p:blipFill>
        <p:spPr>
          <a:xfrm xmlns:a="http://schemas.openxmlformats.org/drawingml/2006/main">
            <a:off x="1323975" y="2171700"/>
            <a:ext cx="1828800" cy="1828800"/>
          </a:xfrm>
          <a:prstGeom xmlns:a="http://schemas.openxmlformats.org/drawingml/2006/main" prst="rect">
            <a:avLst/>
          </a:prstGeom>
        </p:spPr>
      </p:pic>
      <p:sp>
        <p:nvSpPr>
          <p:cNvPr id="3" name="과거의 유산">
            <a:extLst xmlns:a="http://schemas.openxmlformats.org/drawingml/2006/main">
              <a:ext uri="{FF2B5EF4-FFF2-40B4-BE49-F238E27FC236}">
                <a16:creationId xmlns:a16="http://schemas.microsoft.com/office/drawing/2014/main" id="{BD579A85-A46B-458A-85AC-0069C403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9625"/>
            <a:ext cx="309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과거의 유산</a:t>
            </a:r>
          </a:p>
        </p:txBody>
      </p:sp>
      <p:sp>
        <p:nvSpPr>
          <p:cNvPr id="4" name="공동재산">
            <a:extLst xmlns:a="http://schemas.openxmlformats.org/drawingml/2006/main">
              <a:ext uri="{FF2B5EF4-FFF2-40B4-BE49-F238E27FC236}">
                <a16:creationId xmlns:a16="http://schemas.microsoft.com/office/drawing/2014/main" id="{4B0561B7-2F6A-4AFE-B250-E5F0BAAC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공동재산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D2241-BEDC-4C66-BABB-31C65ADE7D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4c96f525345e1"/>
          <a:stretch xmlns:a="http://schemas.openxmlformats.org/drawingml/2006/main"/>
        </p:blipFill>
        <p:spPr>
          <a:xfrm xmlns:a="http://schemas.openxmlformats.org/drawingml/2006/main">
            <a:off x="5133975" y="2171700"/>
            <a:ext cx="1828800" cy="1828800"/>
          </a:xfrm>
          <a:prstGeom xmlns:a="http://schemas.openxmlformats.org/drawingml/2006/main" prst="rect">
            <a:avLst/>
          </a:prstGeom>
        </p:spPr>
      </p:pic>
      <p:sp>
        <p:nvSpPr>
          <p:cNvPr id="6" name="오늘의 분쟁">
            <a:extLst xmlns:a="http://schemas.openxmlformats.org/drawingml/2006/main">
              <a:ext uri="{FF2B5EF4-FFF2-40B4-BE49-F238E27FC236}">
                <a16:creationId xmlns:a16="http://schemas.microsoft.com/office/drawing/2014/main" id="{FC8D76B4-A6F5-4A23-900A-FC750B92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19625"/>
            <a:ext cx="309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오늘의 분쟁</a:t>
            </a:r>
          </a:p>
        </p:txBody>
      </p:sp>
      <p:sp>
        <p:nvSpPr>
          <p:cNvPr id="7" name="회의, 동의, 기록">
            <a:extLst xmlns:a="http://schemas.openxmlformats.org/drawingml/2006/main">
              <a:ext uri="{FF2B5EF4-FFF2-40B4-BE49-F238E27FC236}">
                <a16:creationId xmlns:a16="http://schemas.microsoft.com/office/drawing/2014/main" id="{6EE30DD1-4634-4752-B6F3-FB537476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7685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회의, 동의, 기록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467B2-C0E7-4E17-A928-D6C5CF178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ff2910df540a4"/>
          <a:stretch xmlns:a="http://schemas.openxmlformats.org/drawingml/2006/main"/>
        </p:blipFill>
        <p:spPr>
          <a:xfrm xmlns:a="http://schemas.openxmlformats.org/drawingml/2006/main">
            <a:off x="8943975" y="2171700"/>
            <a:ext cx="1828800" cy="1828800"/>
          </a:xfrm>
          <a:prstGeom xmlns:a="http://schemas.openxmlformats.org/drawingml/2006/main" prst="rect">
            <a:avLst/>
          </a:prstGeom>
        </p:spPr>
      </p:pic>
      <p:sp>
        <p:nvSpPr>
          <p:cNvPr id="9" name="다음 세대의 관리">
            <a:extLst xmlns:a="http://schemas.openxmlformats.org/drawingml/2006/main">
              <a:ext uri="{FF2B5EF4-FFF2-40B4-BE49-F238E27FC236}">
                <a16:creationId xmlns:a16="http://schemas.microsoft.com/office/drawing/2014/main" id="{73CF1715-A4ED-43BD-896C-716D8B58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19625"/>
            <a:ext cx="309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다음 세대의 관리</a:t>
            </a:r>
          </a:p>
        </p:txBody>
      </p:sp>
      <p:sp>
        <p:nvSpPr>
          <p:cNvPr id="10" name="인수인계">
            <a:extLst xmlns:a="http://schemas.openxmlformats.org/drawingml/2006/main">
              <a:ext uri="{FF2B5EF4-FFF2-40B4-BE49-F238E27FC236}">
                <a16:creationId xmlns:a16="http://schemas.microsoft.com/office/drawing/2014/main" id="{2F547AEA-3E59-43FD-949B-1B4CDC5E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7685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인수인계</a:t>
            </a:r>
          </a:p>
        </p:txBody>
      </p:sp>
    </p:spTree>
    <p:extLst>
      <p:ext uri="{BB962C8B-B14F-4D97-AF65-F5344CB8AC3E}">
        <p14:creationId xmlns:p14="http://schemas.microsoft.com/office/powerpoint/2010/main" val="2726907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3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한 번 실패했습니다">
            <a:extLst xmlns:a="http://schemas.openxmlformats.org/drawingml/2006/main">
              <a:ext uri="{FF2B5EF4-FFF2-40B4-BE49-F238E27FC236}">
                <a16:creationId xmlns:a16="http://schemas.microsoft.com/office/drawing/2014/main" id="{D5D91B8C-0E19-457F-84D0-31517A4D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38325"/>
            <a:ext cx="106680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60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defRPr>
            </a:pPr>
            <a:r>
              <a:rPr sz="60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rPr>
              <a:t>한 번</a:t>
            </a:r>
          </a:p>
          <a:p xmlns:a="http://schemas.openxmlformats.org/drawingml/2006/main">
            <a:pPr algn="l">
              <a:defRPr sz="60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defRPr>
            </a:pPr>
            <a:r>
              <a:rPr sz="60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rPr>
              <a:t>실패했습니다</a:t>
            </a:r>
          </a:p>
        </p:txBody>
      </p:sp>
    </p:spTree>
    <p:extLst>
      <p:ext uri="{BB962C8B-B14F-4D97-AF65-F5344CB8AC3E}">
        <p14:creationId xmlns:p14="http://schemas.microsoft.com/office/powerpoint/2010/main" val="12625132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54DAC-75BE-43D1-89B4-461C6E28DB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5c49c0353426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AI와 다시 시작">
            <a:extLst xmlns:a="http://schemas.openxmlformats.org/drawingml/2006/main">
              <a:ext uri="{FF2B5EF4-FFF2-40B4-BE49-F238E27FC236}">
                <a16:creationId xmlns:a16="http://schemas.microsoft.com/office/drawing/2014/main" id="{281A317C-DE46-4024-A555-3CD57F3F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4905375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5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AI와</a:t>
            </a:r>
          </a:p>
          <a:p xmlns:a="http://schemas.openxmlformats.org/drawingml/2006/main">
            <a:pPr algn="l">
              <a:defRPr sz="5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5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다시 시작</a:t>
            </a:r>
          </a:p>
        </p:txBody>
      </p:sp>
      <p:sp>
        <p:nvSpPr>
          <p:cNvPr id="3" name="전사 문서 초안 자료 비교">
            <a:extLst xmlns:a="http://schemas.openxmlformats.org/drawingml/2006/main">
              <a:ext uri="{FF2B5EF4-FFF2-40B4-BE49-F238E27FC236}">
                <a16:creationId xmlns:a16="http://schemas.microsoft.com/office/drawing/2014/main" id="{BB244502-814C-4DE1-A70E-C901455A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4286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전사</a:t>
            </a:r>
          </a:p>
          <a:p xmlns:a="http://schemas.openxmlformats.org/drawingml/2006/main">
            <a:pPr algn="l">
              <a:defRPr sz="23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문서 초안</a:t>
            </a:r>
          </a:p>
          <a:p xmlns:a="http://schemas.openxmlformats.org/drawingml/2006/main">
            <a:pPr algn="l">
              <a:defRPr sz="23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자료 비교</a:t>
            </a:r>
          </a:p>
        </p:txBody>
      </p:sp>
    </p:spTree>
    <p:extLst>
      <p:ext uri="{BB962C8B-B14F-4D97-AF65-F5344CB8AC3E}">
        <p14:creationId xmlns:p14="http://schemas.microsoft.com/office/powerpoint/2010/main" val="5289675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C5E0B-42F9-44B4-8C26-A88D7EBB0E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03e7b7958454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우리 가문은">
            <a:extLst xmlns:a="http://schemas.openxmlformats.org/drawingml/2006/main">
              <a:ext uri="{FF2B5EF4-FFF2-40B4-BE49-F238E27FC236}">
                <a16:creationId xmlns:a16="http://schemas.microsoft.com/office/drawing/2014/main" id="{6B4419E3-613E-48D3-B59E-73BC94DB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우리 가문은</a:t>
            </a:r>
          </a:p>
        </p:txBody>
      </p:sp>
      <p:sp>
        <p:nvSpPr>
          <p:cNvPr id="3" name="명문가">
            <a:extLst xmlns:a="http://schemas.openxmlformats.org/drawingml/2006/main">
              <a:ext uri="{FF2B5EF4-FFF2-40B4-BE49-F238E27FC236}">
                <a16:creationId xmlns:a16="http://schemas.microsoft.com/office/drawing/2014/main" id="{9630AEDD-EFCD-4D0A-A885-D434AAD7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0275"/>
            <a:ext cx="5238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00" b="1">
                <a:solidFill>
                  <a:srgbClr val="183E35"/>
                </a:solidFill>
                <a:latin typeface="Noto Serif KR"/>
                <a:ea typeface="Noto Serif KR"/>
                <a:cs typeface="Noto Serif KR"/>
              </a:defRPr>
            </a:defPPr>
          </a:lstStyle>
          <a:p xmlns:a="http://schemas.openxmlformats.org/drawingml/2006/main">
            <a:pPr algn="l">
              <a:defRPr sz="9300" b="1">
                <a:solidFill>
                  <a:srgbClr val="183E35"/>
                </a:solidFill>
                <a:latin typeface="Noto Serif KR"/>
                <a:ea typeface="Noto Serif KR"/>
                <a:cs typeface="Noto Serif KR"/>
              </a:defRPr>
            </a:pPr>
            <a:r>
              <a:rPr sz="9300" b="1">
                <a:solidFill>
                  <a:srgbClr val="183E35"/>
                </a:solidFill>
                <a:latin typeface="Noto Serif KR"/>
                <a:ea typeface="Noto Serif KR"/>
                <a:cs typeface="Noto Serif KR"/>
              </a:rPr>
              <a:t>명문가</a:t>
            </a:r>
          </a:p>
        </p:txBody>
      </p:sp>
      <p:sp>
        <p:nvSpPr>
          <p:cNvPr id="4" name="종중 운영과 자료 검토">
            <a:extLst xmlns:a="http://schemas.openxmlformats.org/drawingml/2006/main">
              <a:ext uri="{FF2B5EF4-FFF2-40B4-BE49-F238E27FC236}">
                <a16:creationId xmlns:a16="http://schemas.microsoft.com/office/drawing/2014/main" id="{B978687D-C39B-4085-966A-2B780CC0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519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종중 운영과 자료 검토</a:t>
            </a:r>
          </a:p>
        </p:txBody>
      </p:sp>
    </p:spTree>
    <p:extLst>
      <p:ext uri="{BB962C8B-B14F-4D97-AF65-F5344CB8AC3E}">
        <p14:creationId xmlns:p14="http://schemas.microsoft.com/office/powerpoint/2010/main" val="10791263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모듈러 모놀리스">
            <a:extLst xmlns:a="http://schemas.openxmlformats.org/drawingml/2006/main">
              <a:ext uri="{FF2B5EF4-FFF2-40B4-BE49-F238E27FC236}">
                <a16:creationId xmlns:a16="http://schemas.microsoft.com/office/drawing/2014/main" id="{7DFCFDB2-BEDF-425D-80D8-7B25B9FE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모듈러 모놀리스</a:t>
            </a:r>
          </a:p>
        </p:txBody>
      </p:sp>
      <p:sp>
        <p:nvSpPr>
          <p:cNvPr id="2" name="설계안    외부 업무는 mock으로 교체">
            <a:extLst xmlns:a="http://schemas.openxmlformats.org/drawingml/2006/main">
              <a:ext uri="{FF2B5EF4-FFF2-40B4-BE49-F238E27FC236}">
                <a16:creationId xmlns:a16="http://schemas.microsoft.com/office/drawing/2014/main" id="{942B04B5-3496-4642-B0B5-EB369FBC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설계안    외부 업무는 mock으로 교체</a:t>
            </a:r>
          </a:p>
        </p:txBody>
      </p:sp>
      <p:sp>
        <p:nvSpPr>
          <p:cNvPr id="3" name="CLJS + Vinext">
            <a:extLst xmlns:a="http://schemas.openxmlformats.org/drawingml/2006/main">
              <a:ext uri="{FF2B5EF4-FFF2-40B4-BE49-F238E27FC236}">
                <a16:creationId xmlns:a16="http://schemas.microsoft.com/office/drawing/2014/main" id="{A7004AE1-F437-4C49-AAA0-5866F2FA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CLJS + Vinext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CBF60-0719-4394-B730-95DF7B1625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e1a043472470e"/>
          <a:stretch xmlns:a="http://schemas.openxmlformats.org/drawingml/2006/main"/>
        </p:blipFill>
        <p:spPr>
          <a:xfrm xmlns:a="http://schemas.openxmlformats.org/drawingml/2006/main">
            <a:off x="990600" y="266700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5" name="웹">
            <a:extLst xmlns:a="http://schemas.openxmlformats.org/drawingml/2006/main">
              <a:ext uri="{FF2B5EF4-FFF2-40B4-BE49-F238E27FC236}">
                <a16:creationId xmlns:a16="http://schemas.microsoft.com/office/drawing/2014/main" id="{7E216251-DDB6-43EC-82AA-572F6962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웹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BB13B-DF4A-456C-A3E7-9F0A88CD35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fe5f817664a47"/>
          <a:stretch xmlns:a="http://schemas.openxmlformats.org/drawingml/2006/main"/>
        </p:blipFill>
        <p:spPr>
          <a:xfrm xmlns:a="http://schemas.openxmlformats.org/drawingml/2006/main">
            <a:off x="3133725" y="3190875"/>
            <a:ext cx="476250" cy="4762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8476B-00F0-482F-BC73-B1A8F02F55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89cdaeb4e463c"/>
          <a:stretch xmlns:a="http://schemas.openxmlformats.org/drawingml/2006/main"/>
        </p:blipFill>
        <p:spPr>
          <a:xfrm xmlns:a="http://schemas.openxmlformats.org/drawingml/2006/main">
            <a:off x="5086350" y="2181225"/>
            <a:ext cx="1695450" cy="1695450"/>
          </a:xfrm>
          <a:prstGeom xmlns:a="http://schemas.openxmlformats.org/drawingml/2006/main" prst="rect">
            <a:avLst/>
          </a:prstGeom>
        </p:spPr>
      </p:pic>
      <p:sp>
        <p:nvSpPr>
          <p:cNvPr id="8" name="모듈 공개 기능">
            <a:extLst xmlns:a="http://schemas.openxmlformats.org/drawingml/2006/main">
              <a:ext uri="{FF2B5EF4-FFF2-40B4-BE49-F238E27FC236}">
                <a16:creationId xmlns:a16="http://schemas.microsoft.com/office/drawing/2014/main" id="{32204972-BD3E-45DF-9D5D-105F1D94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143375"/>
            <a:ext cx="3857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모듈 공개 기능</a:t>
            </a:r>
          </a:p>
        </p:txBody>
      </p:sp>
      <p:sp>
        <p:nvSpPr>
          <p:cNvPr id="9" name="명부   회의   문서 재산   회계   검토">
            <a:extLst xmlns:a="http://schemas.openxmlformats.org/drawingml/2006/main">
              <a:ext uri="{FF2B5EF4-FFF2-40B4-BE49-F238E27FC236}">
                <a16:creationId xmlns:a16="http://schemas.microsoft.com/office/drawing/2014/main" id="{B9C287BC-8455-4B7B-8734-32A81C4E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810125"/>
            <a:ext cx="38576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명부   회의   문서</a:t>
            </a:r>
          </a:p>
          <a:p xmlns:a="http://schemas.openxmlformats.org/drawingml/2006/main">
            <a:pPr algn="ctr">
              <a:defRPr sz="19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재산   회계   검토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72CFD-957B-4DA8-86DF-E5EA52B6C6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bba42f7e74622"/>
          <a:stretch xmlns:a="http://schemas.openxmlformats.org/drawingml/2006/main"/>
        </p:blipFill>
        <p:spPr>
          <a:xfrm xmlns:a="http://schemas.openxmlformats.org/drawingml/2006/main">
            <a:off x="8029575" y="3190875"/>
            <a:ext cx="476250" cy="47625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9F1F2-00A0-4FDA-81BA-D4AFB8C1AB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bd3e6f90746d2"/>
          <a:stretch xmlns:a="http://schemas.openxmlformats.org/drawingml/2006/main"/>
        </p:blipFill>
        <p:spPr>
          <a:xfrm xmlns:a="http://schemas.openxmlformats.org/drawingml/2006/main">
            <a:off x="9525000" y="2028825"/>
            <a:ext cx="1019175" cy="1019175"/>
          </a:xfrm>
          <a:prstGeom xmlns:a="http://schemas.openxmlformats.org/drawingml/2006/main" prst="rect">
            <a:avLst/>
          </a:prstGeom>
        </p:spPr>
      </p:pic>
      <p:sp>
        <p:nvSpPr>
          <p:cNvPr id="12" name="D1 + R2">
            <a:extLst xmlns:a="http://schemas.openxmlformats.org/drawingml/2006/main">
              <a:ext uri="{FF2B5EF4-FFF2-40B4-BE49-F238E27FC236}">
                <a16:creationId xmlns:a16="http://schemas.microsoft.com/office/drawing/2014/main" id="{EC0B4A05-E1FA-45BC-AD84-54D9C7F0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81350"/>
            <a:ext cx="2095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D1 + R2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3A1FE-1F71-4A9A-9FE7-65FA2BDE25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cb8b2d600436a"/>
          <a:stretch xmlns:a="http://schemas.openxmlformats.org/drawingml/2006/main"/>
        </p:blipFill>
        <p:spPr>
          <a:xfrm xmlns:a="http://schemas.openxmlformats.org/drawingml/2006/main">
            <a:off x="9525000" y="4095750"/>
            <a:ext cx="1019175" cy="1019175"/>
          </a:xfrm>
          <a:prstGeom xmlns:a="http://schemas.openxmlformats.org/drawingml/2006/main" prst="rect">
            <a:avLst/>
          </a:prstGeom>
        </p:spPr>
      </p:pic>
      <p:sp>
        <p:nvSpPr>
          <p:cNvPr id="14" name="OpenAI">
            <a:extLst xmlns:a="http://schemas.openxmlformats.org/drawingml/2006/main">
              <a:ext uri="{FF2B5EF4-FFF2-40B4-BE49-F238E27FC236}">
                <a16:creationId xmlns:a16="http://schemas.microsoft.com/office/drawing/2014/main" id="{1B668CD9-6D04-4463-8537-0162C8FC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238750"/>
            <a:ext cx="2095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OpenAI</a:t>
            </a:r>
          </a:p>
        </p:txBody>
      </p:sp>
      <p:sp>
        <p:nvSpPr>
          <p:cNvPr id="15" name="PBT    cljs.test + test.check">
            <a:extLst xmlns:a="http://schemas.openxmlformats.org/drawingml/2006/main">
              <a:ext uri="{FF2B5EF4-FFF2-40B4-BE49-F238E27FC236}">
                <a16:creationId xmlns:a16="http://schemas.microsoft.com/office/drawing/2014/main" id="{72D1AEBE-A910-4505-8A78-0CF86E0D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371600"/>
            <a:ext cx="4143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PBT    cljs.test + test.check</a:t>
            </a:r>
          </a:p>
        </p:txBody>
      </p:sp>
    </p:spTree>
    <p:extLst>
      <p:ext uri="{BB962C8B-B14F-4D97-AF65-F5344CB8AC3E}">
        <p14:creationId xmlns:p14="http://schemas.microsoft.com/office/powerpoint/2010/main" val="19928561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설립부터 검토까지">
            <a:extLst xmlns:a="http://schemas.openxmlformats.org/drawingml/2006/main">
              <a:ext uri="{FF2B5EF4-FFF2-40B4-BE49-F238E27FC236}">
                <a16:creationId xmlns:a16="http://schemas.microsoft.com/office/drawing/2014/main" id="{60777142-F486-48D9-8C03-83A9AB52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설립부터 검토까지</a:t>
            </a:r>
          </a:p>
        </p:txBody>
      </p:sp>
      <p:sp>
        <p:nvSpPr>
          <p:cNvPr id="2" name="구현 목표">
            <a:extLst xmlns:a="http://schemas.openxmlformats.org/drawingml/2006/main">
              <a:ext uri="{FF2B5EF4-FFF2-40B4-BE49-F238E27FC236}">
                <a16:creationId xmlns:a16="http://schemas.microsoft.com/office/drawing/2014/main" id="{D017D472-4619-4BE5-B729-C39B90CF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구현 목표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08B41-26FD-48A1-87DB-F2BCBB7B53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352c19259402f"/>
          <a:stretch xmlns:a="http://schemas.openxmlformats.org/drawingml/2006/main"/>
        </p:blipFill>
        <p:spPr>
          <a:xfrm xmlns:a="http://schemas.openxmlformats.org/drawingml/2006/main">
            <a:off x="952500" y="2447925"/>
            <a:ext cx="1552575" cy="1552575"/>
          </a:xfrm>
          <a:prstGeom xmlns:a="http://schemas.openxmlformats.org/drawingml/2006/main" prst="rect">
            <a:avLst/>
          </a:prstGeom>
        </p:spPr>
      </p:pic>
      <p:sp>
        <p:nvSpPr>
          <p:cNvPr id="4" name="설립 준비">
            <a:extLst xmlns:a="http://schemas.openxmlformats.org/drawingml/2006/main">
              <a:ext uri="{FF2B5EF4-FFF2-40B4-BE49-F238E27FC236}">
                <a16:creationId xmlns:a16="http://schemas.microsoft.com/office/drawing/2014/main" id="{FD74EF2D-94EB-48F7-BE53-0ED7802A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81525"/>
            <a:ext cx="2276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설립 준비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A3770-FF48-41E7-B899-D7AEE41E39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39108096a4f96"/>
          <a:stretch xmlns:a="http://schemas.openxmlformats.org/drawingml/2006/main"/>
        </p:blipFill>
        <p:spPr>
          <a:xfrm xmlns:a="http://schemas.openxmlformats.org/drawingml/2006/main">
            <a:off x="2933700" y="3086100"/>
            <a:ext cx="352425" cy="3524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45083-066D-4FF1-AEB7-C0BE4B7E0A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d7b9267314e7e"/>
          <a:stretch xmlns:a="http://schemas.openxmlformats.org/drawingml/2006/main"/>
        </p:blipFill>
        <p:spPr>
          <a:xfrm xmlns:a="http://schemas.openxmlformats.org/drawingml/2006/main">
            <a:off x="3762375" y="2447925"/>
            <a:ext cx="1552575" cy="1552575"/>
          </a:xfrm>
          <a:prstGeom xmlns:a="http://schemas.openxmlformats.org/drawingml/2006/main" prst="rect">
            <a:avLst/>
          </a:prstGeom>
        </p:spPr>
      </p:pic>
      <p:sp>
        <p:nvSpPr>
          <p:cNvPr id="7" name="운영">
            <a:extLst xmlns:a="http://schemas.openxmlformats.org/drawingml/2006/main">
              <a:ext uri="{FF2B5EF4-FFF2-40B4-BE49-F238E27FC236}">
                <a16:creationId xmlns:a16="http://schemas.microsoft.com/office/drawing/2014/main" id="{3699FF10-C9C6-479A-8E57-5CCB19C5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581525"/>
            <a:ext cx="2276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운영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B1CB9-C446-41FD-AFE4-AE2971ED34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404e3b1bc41cd"/>
          <a:stretch xmlns:a="http://schemas.openxmlformats.org/drawingml/2006/main"/>
        </p:blipFill>
        <p:spPr>
          <a:xfrm xmlns:a="http://schemas.openxmlformats.org/drawingml/2006/main">
            <a:off x="5743575" y="3086100"/>
            <a:ext cx="352425" cy="352425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873A4-22A0-4029-9CB0-26E54B0EB4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e1dda13824cdf"/>
          <a:stretch xmlns:a="http://schemas.openxmlformats.org/drawingml/2006/main"/>
        </p:blipFill>
        <p:spPr>
          <a:xfrm xmlns:a="http://schemas.openxmlformats.org/drawingml/2006/main">
            <a:off x="6572250" y="2447925"/>
            <a:ext cx="1552575" cy="1552575"/>
          </a:xfrm>
          <a:prstGeom xmlns:a="http://schemas.openxmlformats.org/drawingml/2006/main" prst="rect">
            <a:avLst/>
          </a:prstGeom>
        </p:spPr>
      </p:pic>
      <p:sp>
        <p:nvSpPr>
          <p:cNvPr id="10" name="동의">
            <a:extLst xmlns:a="http://schemas.openxmlformats.org/drawingml/2006/main">
              <a:ext uri="{FF2B5EF4-FFF2-40B4-BE49-F238E27FC236}">
                <a16:creationId xmlns:a16="http://schemas.microsoft.com/office/drawing/2014/main" id="{FE5574E3-28C9-412E-A8FB-1038FDEE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81525"/>
            <a:ext cx="2276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동의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7BD1D-7BFE-4C02-8D98-2915763E6C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cc79ad7514879"/>
          <a:stretch xmlns:a="http://schemas.openxmlformats.org/drawingml/2006/main"/>
        </p:blipFill>
        <p:spPr>
          <a:xfrm xmlns:a="http://schemas.openxmlformats.org/drawingml/2006/main">
            <a:off x="8553450" y="3086100"/>
            <a:ext cx="352425" cy="352425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315CD-65E4-4273-8838-5BADF91998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1122a37614c8b"/>
          <a:stretch xmlns:a="http://schemas.openxmlformats.org/drawingml/2006/main"/>
        </p:blipFill>
        <p:spPr>
          <a:xfrm xmlns:a="http://schemas.openxmlformats.org/drawingml/2006/main">
            <a:off x="9382125" y="2447925"/>
            <a:ext cx="1552575" cy="1552575"/>
          </a:xfrm>
          <a:prstGeom xmlns:a="http://schemas.openxmlformats.org/drawingml/2006/main" prst="rect">
            <a:avLst/>
          </a:prstGeom>
        </p:spPr>
      </p:pic>
      <p:sp>
        <p:nvSpPr>
          <p:cNvPr id="13" name="법률 확인">
            <a:extLst xmlns:a="http://schemas.openxmlformats.org/drawingml/2006/main">
              <a:ext uri="{FF2B5EF4-FFF2-40B4-BE49-F238E27FC236}">
                <a16:creationId xmlns:a16="http://schemas.microsoft.com/office/drawing/2014/main" id="{6DC0FD7C-18A2-40F6-BA26-26CAD853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581525"/>
            <a:ext cx="2276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법률 확인</a:t>
            </a:r>
          </a:p>
        </p:txBody>
      </p:sp>
    </p:spTree>
    <p:extLst>
      <p:ext uri="{BB962C8B-B14F-4D97-AF65-F5344CB8AC3E}">
        <p14:creationId xmlns:p14="http://schemas.microsoft.com/office/powerpoint/2010/main" val="8603164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설립 준비">
            <a:extLst xmlns:a="http://schemas.openxmlformats.org/drawingml/2006/main">
              <a:ext uri="{FF2B5EF4-FFF2-40B4-BE49-F238E27FC236}">
                <a16:creationId xmlns:a16="http://schemas.microsoft.com/office/drawing/2014/main" id="{4C65B4F9-F8DA-482E-9423-A95C6582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설립 준비</a:t>
            </a:r>
          </a:p>
        </p:txBody>
      </p:sp>
      <p:sp>
        <p:nvSpPr>
          <p:cNvPr id="2" name="구현 목표    법무사 후보는 가상 데이터">
            <a:extLst xmlns:a="http://schemas.openxmlformats.org/drawingml/2006/main">
              <a:ext uri="{FF2B5EF4-FFF2-40B4-BE49-F238E27FC236}">
                <a16:creationId xmlns:a16="http://schemas.microsoft.com/office/drawing/2014/main" id="{6E691804-909D-4672-88AE-776D7AD1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구현 목표    법무사 후보는 가상 데이터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85B55-823E-4858-AF09-786E95A203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4a5b80e424caa"/>
          <a:stretch xmlns:a="http://schemas.openxmlformats.org/drawingml/2006/main"/>
        </p:blipFill>
        <p:spPr>
          <a:xfrm xmlns:a="http://schemas.openxmlformats.org/drawingml/2006/main">
            <a:off x="2000250" y="2143125"/>
            <a:ext cx="2095500" cy="20955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F549B-FC89-4271-9473-A11E924A8C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4aaeb1a234ff2"/>
          <a:stretch xmlns:a="http://schemas.openxmlformats.org/drawingml/2006/main"/>
        </p:blipFill>
        <p:spPr>
          <a:xfrm xmlns:a="http://schemas.openxmlformats.org/drawingml/2006/main">
            <a:off x="5572125" y="3133725"/>
            <a:ext cx="504825" cy="5048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4993C-8AE1-439E-A53E-5E7681C202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7f7a78ff0429f"/>
          <a:stretch xmlns:a="http://schemas.openxmlformats.org/drawingml/2006/main"/>
        </p:blipFill>
        <p:spPr>
          <a:xfrm xmlns:a="http://schemas.openxmlformats.org/drawingml/2006/main">
            <a:off x="8096250" y="2143125"/>
            <a:ext cx="2095500" cy="2095500"/>
          </a:xfrm>
          <a:prstGeom xmlns:a="http://schemas.openxmlformats.org/drawingml/2006/main" prst="rect">
            <a:avLst/>
          </a:prstGeom>
        </p:spPr>
      </p:pic>
      <p:sp>
        <p:nvSpPr>
          <p:cNvPr id="6" name="준비 서류">
            <a:extLst xmlns:a="http://schemas.openxmlformats.org/drawingml/2006/main">
              <a:ext uri="{FF2B5EF4-FFF2-40B4-BE49-F238E27FC236}">
                <a16:creationId xmlns:a16="http://schemas.microsoft.com/office/drawing/2014/main" id="{47300FAE-A535-4030-AD86-48A64A89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64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준비 서류</a:t>
            </a:r>
          </a:p>
        </p:txBody>
      </p:sp>
      <p:sp>
        <p:nvSpPr>
          <p:cNvPr id="7" name="추가 확인 항목">
            <a:extLst xmlns:a="http://schemas.openxmlformats.org/drawingml/2006/main">
              <a:ext uri="{FF2B5EF4-FFF2-40B4-BE49-F238E27FC236}">
                <a16:creationId xmlns:a16="http://schemas.microsoft.com/office/drawing/2014/main" id="{A1F00D3E-6331-4288-8F84-99AC8148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4648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추가 확인 항목</a:t>
            </a:r>
          </a:p>
        </p:txBody>
      </p:sp>
      <p:sp>
        <p:nvSpPr>
          <p:cNvPr id="8" name="법무사 후보">
            <a:extLst xmlns:a="http://schemas.openxmlformats.org/drawingml/2006/main">
              <a:ext uri="{FF2B5EF4-FFF2-40B4-BE49-F238E27FC236}">
                <a16:creationId xmlns:a16="http://schemas.microsoft.com/office/drawing/2014/main" id="{6C80545B-DF38-4697-BCDF-E71AA68C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62500"/>
            <a:ext cx="464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법무사 후보</a:t>
            </a:r>
          </a:p>
        </p:txBody>
      </p:sp>
      <p:sp>
        <p:nvSpPr>
          <p:cNvPr id="9" name="조건별 추천">
            <a:extLst xmlns:a="http://schemas.openxmlformats.org/drawingml/2006/main">
              <a:ext uri="{FF2B5EF4-FFF2-40B4-BE49-F238E27FC236}">
                <a16:creationId xmlns:a16="http://schemas.microsoft.com/office/drawing/2014/main" id="{0A68BA2E-6AE1-4B18-B759-C9724196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381625"/>
            <a:ext cx="4648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조건별 추천</a:t>
            </a:r>
          </a:p>
        </p:txBody>
      </p:sp>
    </p:spTree>
    <p:extLst>
      <p:ext uri="{BB962C8B-B14F-4D97-AF65-F5344CB8AC3E}">
        <p14:creationId xmlns:p14="http://schemas.microsoft.com/office/powerpoint/2010/main" val="21327655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회의 녹음과 기존 회의록">
            <a:extLst xmlns:a="http://schemas.openxmlformats.org/drawingml/2006/main">
              <a:ext uri="{FF2B5EF4-FFF2-40B4-BE49-F238E27FC236}">
                <a16:creationId xmlns:a16="http://schemas.microsoft.com/office/drawing/2014/main" id="{71F03146-8C8B-403E-8EB6-D35F3F05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회의 녹음과 기존 회의록</a:t>
            </a:r>
          </a:p>
        </p:txBody>
      </p:sp>
      <p:sp>
        <p:nvSpPr>
          <p:cNvPr id="2" name="구현 목표">
            <a:extLst xmlns:a="http://schemas.openxmlformats.org/drawingml/2006/main">
              <a:ext uri="{FF2B5EF4-FFF2-40B4-BE49-F238E27FC236}">
                <a16:creationId xmlns:a16="http://schemas.microsoft.com/office/drawing/2014/main" id="{D5E80B72-D532-4A60-9BB8-A0773374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구현 목표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9FF99-75F9-4DE3-9EAC-AD0E3A8487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a8b2e90044d58"/>
          <a:stretch xmlns:a="http://schemas.openxmlformats.org/drawingml/2006/main"/>
        </p:blipFill>
        <p:spPr>
          <a:xfrm xmlns:a="http://schemas.openxmlformats.org/drawingml/2006/main">
            <a:off x="2047875" y="209550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4" name="녹음 전사">
            <a:extLst xmlns:a="http://schemas.openxmlformats.org/drawingml/2006/main">
              <a:ext uri="{FF2B5EF4-FFF2-40B4-BE49-F238E27FC236}">
                <a16:creationId xmlns:a16="http://schemas.microsoft.com/office/drawing/2014/main" id="{F32CDF38-5ADD-4D0C-9254-7CCF0A5E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4648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녹음 전사</a:t>
            </a:r>
          </a:p>
        </p:txBody>
      </p:sp>
      <p:sp>
        <p:nvSpPr>
          <p:cNvPr id="5" name="인명, 금액 확인">
            <a:extLst xmlns:a="http://schemas.openxmlformats.org/drawingml/2006/main">
              <a:ext uri="{FF2B5EF4-FFF2-40B4-BE49-F238E27FC236}">
                <a16:creationId xmlns:a16="http://schemas.microsoft.com/office/drawing/2014/main" id="{5A9ADC2A-6087-445F-8009-6C587257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48275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인명, 금액 확인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96B3B-50A3-4D19-B694-DA6C3BC630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585e76c304674"/>
          <a:stretch xmlns:a="http://schemas.openxmlformats.org/drawingml/2006/main"/>
        </p:blipFill>
        <p:spPr>
          <a:xfrm xmlns:a="http://schemas.openxmlformats.org/drawingml/2006/main">
            <a:off x="8143875" y="209550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회의록 검색">
            <a:extLst xmlns:a="http://schemas.openxmlformats.org/drawingml/2006/main">
              <a:ext uri="{FF2B5EF4-FFF2-40B4-BE49-F238E27FC236}">
                <a16:creationId xmlns:a16="http://schemas.microsoft.com/office/drawing/2014/main" id="{16F903F7-C2D1-4346-9CDE-5EA3E880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9625"/>
            <a:ext cx="4648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회의록 검색</a:t>
            </a:r>
          </a:p>
        </p:txBody>
      </p:sp>
      <p:sp>
        <p:nvSpPr>
          <p:cNvPr id="8" name="원문과 결정 근거">
            <a:extLst xmlns:a="http://schemas.openxmlformats.org/drawingml/2006/main">
              <a:ext uri="{FF2B5EF4-FFF2-40B4-BE49-F238E27FC236}">
                <a16:creationId xmlns:a16="http://schemas.microsoft.com/office/drawing/2014/main" id="{96D2A4AF-38F3-462A-91DD-CFD01375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48275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원문과 결정 근거</a:t>
            </a:r>
          </a:p>
        </p:txBody>
      </p:sp>
    </p:spTree>
    <p:extLst>
      <p:ext uri="{BB962C8B-B14F-4D97-AF65-F5344CB8AC3E}">
        <p14:creationId xmlns:p14="http://schemas.microsoft.com/office/powerpoint/2010/main" val="3863295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문서 초안과 동의 요청">
            <a:extLst xmlns:a="http://schemas.openxmlformats.org/drawingml/2006/main">
              <a:ext uri="{FF2B5EF4-FFF2-40B4-BE49-F238E27FC236}">
                <a16:creationId xmlns:a16="http://schemas.microsoft.com/office/drawing/2014/main" id="{1C6EE8AE-4590-4918-8715-2F5CC90A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문서 초안과 동의 요청</a:t>
            </a:r>
          </a:p>
        </p:txBody>
      </p:sp>
      <p:sp>
        <p:nvSpPr>
          <p:cNvPr id="2" name="구현 목표    외부 푸시는 mock">
            <a:extLst xmlns:a="http://schemas.openxmlformats.org/drawingml/2006/main">
              <a:ext uri="{FF2B5EF4-FFF2-40B4-BE49-F238E27FC236}">
                <a16:creationId xmlns:a16="http://schemas.microsoft.com/office/drawing/2014/main" id="{25CE5D7A-DB1A-425F-8057-15BAE398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구현 목표    외부 푸시는 mock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157A7-E90C-4024-97BA-DCFFAD78FA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f0f8bef06469e"/>
          <a:stretch xmlns:a="http://schemas.openxmlformats.org/drawingml/2006/main"/>
        </p:blipFill>
        <p:spPr>
          <a:xfrm xmlns:a="http://schemas.openxmlformats.org/drawingml/2006/main">
            <a:off x="2047875" y="209550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4" name="문서 초안">
            <a:extLst xmlns:a="http://schemas.openxmlformats.org/drawingml/2006/main">
              <a:ext uri="{FF2B5EF4-FFF2-40B4-BE49-F238E27FC236}">
                <a16:creationId xmlns:a16="http://schemas.microsoft.com/office/drawing/2014/main" id="{B89FCEB9-6E6A-433D-83F6-905EF694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4648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문서 초안</a:t>
            </a:r>
          </a:p>
        </p:txBody>
      </p:sp>
      <p:sp>
        <p:nvSpPr>
          <p:cNvPr id="5" name="검토 후 사용">
            <a:extLst xmlns:a="http://schemas.openxmlformats.org/drawingml/2006/main">
              <a:ext uri="{FF2B5EF4-FFF2-40B4-BE49-F238E27FC236}">
                <a16:creationId xmlns:a16="http://schemas.microsoft.com/office/drawing/2014/main" id="{36C18AD5-69A4-4DA8-8927-7F6C7EE4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48275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검토 후 사용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4BD27-543E-47A4-BFD3-77CAD6F887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1c402b4ac4aa8"/>
          <a:stretch xmlns:a="http://schemas.openxmlformats.org/drawingml/2006/main"/>
        </p:blipFill>
        <p:spPr>
          <a:xfrm xmlns:a="http://schemas.openxmlformats.org/drawingml/2006/main">
            <a:off x="8143875" y="209550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동의 요청">
            <a:extLst xmlns:a="http://schemas.openxmlformats.org/drawingml/2006/main">
              <a:ext uri="{FF2B5EF4-FFF2-40B4-BE49-F238E27FC236}">
                <a16:creationId xmlns:a16="http://schemas.microsoft.com/office/drawing/2014/main" id="{F3A7CBFC-00D8-4414-96D3-8D545B93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9625"/>
            <a:ext cx="4648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동의 요청</a:t>
            </a:r>
          </a:p>
        </p:txBody>
      </p:sp>
      <p:sp>
        <p:nvSpPr>
          <p:cNvPr id="8" name="문서 버전별 응답">
            <a:extLst xmlns:a="http://schemas.openxmlformats.org/drawingml/2006/main">
              <a:ext uri="{FF2B5EF4-FFF2-40B4-BE49-F238E27FC236}">
                <a16:creationId xmlns:a16="http://schemas.microsoft.com/office/drawing/2014/main" id="{5052DF7B-E48B-44E6-9310-97531253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48275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문서 버전별 응답</a:t>
            </a:r>
          </a:p>
        </p:txBody>
      </p:sp>
    </p:spTree>
    <p:extLst>
      <p:ext uri="{BB962C8B-B14F-4D97-AF65-F5344CB8AC3E}">
        <p14:creationId xmlns:p14="http://schemas.microsoft.com/office/powerpoint/2010/main" val="17596431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법률 확인과 토지 변화">
            <a:extLst xmlns:a="http://schemas.openxmlformats.org/drawingml/2006/main">
              <a:ext uri="{FF2B5EF4-FFF2-40B4-BE49-F238E27FC236}">
                <a16:creationId xmlns:a16="http://schemas.microsoft.com/office/drawing/2014/main" id="{C7D6F827-0110-43FC-B6F5-D698949A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법률 확인과 토지 변화</a:t>
            </a:r>
          </a:p>
        </p:txBody>
      </p:sp>
      <p:sp>
        <p:nvSpPr>
          <p:cNvPr id="2" name="구현 목표    토지 변화 시연은 모의 자료">
            <a:extLst xmlns:a="http://schemas.openxmlformats.org/drawingml/2006/main">
              <a:ext uri="{FF2B5EF4-FFF2-40B4-BE49-F238E27FC236}">
                <a16:creationId xmlns:a16="http://schemas.microsoft.com/office/drawing/2014/main" id="{969CBA0D-73F9-495D-87A8-D2778083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구현 목표    토지 변화 시연은 모의 자료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F2D0B-45AC-43C3-8D9F-0F62324480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a7d7ace454933"/>
          <a:stretch xmlns:a="http://schemas.openxmlformats.org/drawingml/2006/main"/>
        </p:blipFill>
        <p:spPr>
          <a:xfrm xmlns:a="http://schemas.openxmlformats.org/drawingml/2006/main">
            <a:off x="2047875" y="209550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4" name="법령과 규약">
            <a:extLst xmlns:a="http://schemas.openxmlformats.org/drawingml/2006/main">
              <a:ext uri="{FF2B5EF4-FFF2-40B4-BE49-F238E27FC236}">
                <a16:creationId xmlns:a16="http://schemas.microsoft.com/office/drawing/2014/main" id="{EA6A6D4C-CBC2-4754-942E-E95C8E9B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4648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법령과 규약</a:t>
            </a:r>
          </a:p>
        </p:txBody>
      </p:sp>
      <p:sp>
        <p:nvSpPr>
          <p:cNvPr id="5" name="근거 확인">
            <a:extLst xmlns:a="http://schemas.openxmlformats.org/drawingml/2006/main">
              <a:ext uri="{FF2B5EF4-FFF2-40B4-BE49-F238E27FC236}">
                <a16:creationId xmlns:a16="http://schemas.microsoft.com/office/drawing/2014/main" id="{0B35DADF-ED2D-43CF-B2FE-45BAC60D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48275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근거 확인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E5AE2-6E71-46C2-8984-8C040F4091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51b0e7936482c"/>
          <a:stretch xmlns:a="http://schemas.openxmlformats.org/drawingml/2006/main"/>
        </p:blipFill>
        <p:spPr>
          <a:xfrm xmlns:a="http://schemas.openxmlformats.org/drawingml/2006/main">
            <a:off x="8143875" y="209550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토지 자료 변화">
            <a:extLst xmlns:a="http://schemas.openxmlformats.org/drawingml/2006/main">
              <a:ext uri="{FF2B5EF4-FFF2-40B4-BE49-F238E27FC236}">
                <a16:creationId xmlns:a16="http://schemas.microsoft.com/office/drawing/2014/main" id="{D3F7B38E-0616-4720-A521-1473F7EE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9625"/>
            <a:ext cx="4648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토지 자료 변화</a:t>
            </a:r>
          </a:p>
        </p:txBody>
      </p:sp>
      <p:sp>
        <p:nvSpPr>
          <p:cNvPr id="8" name="이전 자료와 비교">
            <a:extLst xmlns:a="http://schemas.openxmlformats.org/drawingml/2006/main">
              <a:ext uri="{FF2B5EF4-FFF2-40B4-BE49-F238E27FC236}">
                <a16:creationId xmlns:a16="http://schemas.microsoft.com/office/drawing/2014/main" id="{95D709BB-18F4-4160-9708-8F5EBCF3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48275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이전 자료와 비교</a:t>
            </a:r>
          </a:p>
        </p:txBody>
      </p:sp>
    </p:spTree>
    <p:extLst>
      <p:ext uri="{BB962C8B-B14F-4D97-AF65-F5344CB8AC3E}">
        <p14:creationId xmlns:p14="http://schemas.microsoft.com/office/powerpoint/2010/main" val="4728795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문제 점검과 변호사 후보">
            <a:extLst xmlns:a="http://schemas.openxmlformats.org/drawingml/2006/main">
              <a:ext uri="{FF2B5EF4-FFF2-40B4-BE49-F238E27FC236}">
                <a16:creationId xmlns:a16="http://schemas.microsoft.com/office/drawing/2014/main" id="{F7C8B251-868C-4B9F-8640-59559432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문제 점검과 변호사 후보</a:t>
            </a:r>
          </a:p>
        </p:txBody>
      </p:sp>
      <p:sp>
        <p:nvSpPr>
          <p:cNvPr id="2" name="구현 목표    변호사 후보는 가상 데이터">
            <a:extLst xmlns:a="http://schemas.openxmlformats.org/drawingml/2006/main">
              <a:ext uri="{FF2B5EF4-FFF2-40B4-BE49-F238E27FC236}">
                <a16:creationId xmlns:a16="http://schemas.microsoft.com/office/drawing/2014/main" id="{A5F1EC6F-A200-40BB-BE9A-7DF115AC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구현 목표    변호사 후보는 가상 데이터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E04D4-8085-4334-955E-5AA079F14A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1fca9fbbc4b04"/>
          <a:stretch xmlns:a="http://schemas.openxmlformats.org/drawingml/2006/main"/>
        </p:blipFill>
        <p:spPr>
          <a:xfrm xmlns:a="http://schemas.openxmlformats.org/drawingml/2006/main">
            <a:off x="2047875" y="209550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4" name="누락, 불일치">
            <a:extLst xmlns:a="http://schemas.openxmlformats.org/drawingml/2006/main">
              <a:ext uri="{FF2B5EF4-FFF2-40B4-BE49-F238E27FC236}">
                <a16:creationId xmlns:a16="http://schemas.microsoft.com/office/drawing/2014/main" id="{07575ED3-92F4-4D40-9CE6-888A4A76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4648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누락, 불일치</a:t>
            </a:r>
          </a:p>
        </p:txBody>
      </p:sp>
      <p:sp>
        <p:nvSpPr>
          <p:cNvPr id="5" name="근거와 다음 작업">
            <a:extLst xmlns:a="http://schemas.openxmlformats.org/drawingml/2006/main">
              <a:ext uri="{FF2B5EF4-FFF2-40B4-BE49-F238E27FC236}">
                <a16:creationId xmlns:a16="http://schemas.microsoft.com/office/drawing/2014/main" id="{741E25A9-E82D-4090-9DA6-10AE2F62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48275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근거와 다음 작업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0F789-2A06-479E-AF18-DFCF083182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0e724ca6b4183"/>
          <a:stretch xmlns:a="http://schemas.openxmlformats.org/drawingml/2006/main"/>
        </p:blipFill>
        <p:spPr>
          <a:xfrm xmlns:a="http://schemas.openxmlformats.org/drawingml/2006/main">
            <a:off x="8143875" y="209550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변호사 후보">
            <a:extLst xmlns:a="http://schemas.openxmlformats.org/drawingml/2006/main">
              <a:ext uri="{FF2B5EF4-FFF2-40B4-BE49-F238E27FC236}">
                <a16:creationId xmlns:a16="http://schemas.microsoft.com/office/drawing/2014/main" id="{4BAD140A-48DC-40EB-9525-74827910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9625"/>
            <a:ext cx="4648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변호사 후보</a:t>
            </a:r>
          </a:p>
        </p:txBody>
      </p:sp>
      <p:sp>
        <p:nvSpPr>
          <p:cNvPr id="8" name="상담자료 준비">
            <a:extLst xmlns:a="http://schemas.openxmlformats.org/drawingml/2006/main">
              <a:ext uri="{FF2B5EF4-FFF2-40B4-BE49-F238E27FC236}">
                <a16:creationId xmlns:a16="http://schemas.microsoft.com/office/drawing/2014/main" id="{CFED37D0-962D-4840-A776-D463FC67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48275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상담자료 준비</a:t>
            </a:r>
          </a:p>
        </p:txBody>
      </p:sp>
    </p:spTree>
    <p:extLst>
      <p:ext uri="{BB962C8B-B14F-4D97-AF65-F5344CB8AC3E}">
        <p14:creationId xmlns:p14="http://schemas.microsoft.com/office/powerpoint/2010/main" val="20466236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시장과 첫 고객">
            <a:extLst xmlns:a="http://schemas.openxmlformats.org/drawingml/2006/main">
              <a:ext uri="{FF2B5EF4-FFF2-40B4-BE49-F238E27FC236}">
                <a16:creationId xmlns:a16="http://schemas.microsoft.com/office/drawing/2014/main" id="{5FD4CE9E-3EA0-42D0-A41B-7BB4EAE2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시장과 첫 고객</a:t>
            </a:r>
          </a:p>
        </p:txBody>
      </p:sp>
      <p:sp>
        <p:nvSpPr>
          <p:cNvPr id="2" name="시장 가설    규모 산정 전">
            <a:extLst xmlns:a="http://schemas.openxmlformats.org/drawingml/2006/main">
              <a:ext uri="{FF2B5EF4-FFF2-40B4-BE49-F238E27FC236}">
                <a16:creationId xmlns:a16="http://schemas.microsoft.com/office/drawing/2014/main" id="{F2E2F14F-E14B-4529-B593-0EE8134F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시장 가설    규모 산정 전</a:t>
            </a:r>
          </a:p>
        </p:txBody>
      </p:sp>
      <p:sp>
        <p:nvSpPr>
          <p:cNvPr id="3" name="TAM">
            <a:extLst xmlns:a="http://schemas.openxmlformats.org/drawingml/2006/main">
              <a:ext uri="{FF2B5EF4-FFF2-40B4-BE49-F238E27FC236}">
                <a16:creationId xmlns:a16="http://schemas.microsoft.com/office/drawing/2014/main" id="{8C70138C-4183-40EA-B24B-4F3EBBAA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714500"/>
            <a:ext cx="2286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3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TAM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09DBE-2B40-4A0A-8AB9-7289C3275D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b7e3c2f974547"/>
          <a:stretch xmlns:a="http://schemas.openxmlformats.org/drawingml/2006/main"/>
        </p:blipFill>
        <p:spPr>
          <a:xfrm xmlns:a="http://schemas.openxmlformats.org/drawingml/2006/main">
            <a:off x="1438275" y="2781300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5" name="전체 종중">
            <a:extLst xmlns:a="http://schemas.openxmlformats.org/drawingml/2006/main">
              <a:ext uri="{FF2B5EF4-FFF2-40B4-BE49-F238E27FC236}">
                <a16:creationId xmlns:a16="http://schemas.microsoft.com/office/drawing/2014/main" id="{70B1B318-F056-40CE-881D-4182D54A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52975"/>
            <a:ext cx="32194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전체 종중</a:t>
            </a:r>
          </a:p>
        </p:txBody>
      </p:sp>
      <p:sp>
        <p:nvSpPr>
          <p:cNvPr id="6" name="SAM">
            <a:extLst xmlns:a="http://schemas.openxmlformats.org/drawingml/2006/main">
              <a:ext uri="{FF2B5EF4-FFF2-40B4-BE49-F238E27FC236}">
                <a16:creationId xmlns:a16="http://schemas.microsoft.com/office/drawing/2014/main" id="{AA480461-CB67-425D-90E1-13585E95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714500"/>
            <a:ext cx="2286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3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SAM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1E02D-8EDA-4ECB-B900-BC28A92953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9e7214205446b"/>
          <a:stretch xmlns:a="http://schemas.openxmlformats.org/drawingml/2006/main"/>
        </p:blipFill>
        <p:spPr>
          <a:xfrm xmlns:a="http://schemas.openxmlformats.org/drawingml/2006/main">
            <a:off x="5248275" y="2781300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8" name="관리 수요가 있는 종중">
            <a:extLst xmlns:a="http://schemas.openxmlformats.org/drawingml/2006/main">
              <a:ext uri="{FF2B5EF4-FFF2-40B4-BE49-F238E27FC236}">
                <a16:creationId xmlns:a16="http://schemas.microsoft.com/office/drawing/2014/main" id="{4E547DEA-9A57-48D6-AD5A-70FFD402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52975"/>
            <a:ext cx="32194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관리 수요가</a:t>
            </a:r>
          </a:p>
          <a:p xmlns:a="http://schemas.openxmlformats.org/drawingml/2006/main">
            <a: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있는 종중</a:t>
            </a:r>
          </a:p>
        </p:txBody>
      </p:sp>
      <p:sp>
        <p:nvSpPr>
          <p:cNvPr id="9" name="SOM">
            <a:extLst xmlns:a="http://schemas.openxmlformats.org/drawingml/2006/main">
              <a:ext uri="{FF2B5EF4-FFF2-40B4-BE49-F238E27FC236}">
                <a16:creationId xmlns:a16="http://schemas.microsoft.com/office/drawing/2014/main" id="{5E565522-5ED3-4CCA-92DB-CF2C46EF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714500"/>
            <a:ext cx="2286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300" b="1">
                <a:solidFill>
                  <a:srgbClr val="A8543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A85437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A85437"/>
                </a:solidFill>
                <a:latin typeface="Noto Sans KR"/>
                <a:ea typeface="Noto Sans KR"/>
                <a:cs typeface="Noto Sans KR"/>
              </a:rPr>
              <a:t>SOM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ABB96-9B68-4FAC-8308-CBBF48194F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d836009e84b33"/>
          <a:stretch xmlns:a="http://schemas.openxmlformats.org/drawingml/2006/main"/>
        </p:blipFill>
        <p:spPr>
          <a:xfrm xmlns:a="http://schemas.openxmlformats.org/drawingml/2006/main">
            <a:off x="9058275" y="2781300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11" name="첫 사례 종중">
            <a:extLst xmlns:a="http://schemas.openxmlformats.org/drawingml/2006/main">
              <a:ext uri="{FF2B5EF4-FFF2-40B4-BE49-F238E27FC236}">
                <a16:creationId xmlns:a16="http://schemas.microsoft.com/office/drawing/2014/main" id="{90CEEF9E-70E5-423C-84C2-D4B57426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52975"/>
            <a:ext cx="32194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첫 사례 종중</a:t>
            </a:r>
          </a:p>
        </p:txBody>
      </p:sp>
    </p:spTree>
    <p:extLst>
      <p:ext uri="{BB962C8B-B14F-4D97-AF65-F5344CB8AC3E}">
        <p14:creationId xmlns:p14="http://schemas.microsoft.com/office/powerpoint/2010/main" val="4925869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odex로 기획 정리">
            <a:extLst xmlns:a="http://schemas.openxmlformats.org/drawingml/2006/main">
              <a:ext uri="{FF2B5EF4-FFF2-40B4-BE49-F238E27FC236}">
                <a16:creationId xmlns:a16="http://schemas.microsoft.com/office/drawing/2014/main" id="{A4AE97C9-C2F9-416A-A3B9-7010A2E9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Codex로 기획 정리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FC42D-66C5-4027-87A7-263CF0BF1E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d6219dbca74ffe"/>
          <a:stretch xmlns:a="http://schemas.openxmlformats.org/drawingml/2006/main"/>
        </p:blipFill>
        <p:spPr>
          <a:xfrm xmlns:a="http://schemas.openxmlformats.org/drawingml/2006/main">
            <a:off x="952500" y="2476500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3" name="통화, 제출서">
            <a:extLst xmlns:a="http://schemas.openxmlformats.org/drawingml/2006/main">
              <a:ext uri="{FF2B5EF4-FFF2-40B4-BE49-F238E27FC236}">
                <a16:creationId xmlns:a16="http://schemas.microsoft.com/office/drawing/2014/main" id="{8DC252D0-8BD7-43F5-9E1B-4CE94580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505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통화, 제출서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F8834-7BFA-4FD0-9C1A-908C043E08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49ca20c33447c"/>
          <a:stretch xmlns:a="http://schemas.openxmlformats.org/drawingml/2006/main"/>
        </p:blipFill>
        <p:spPr>
          <a:xfrm xmlns:a="http://schemas.openxmlformats.org/drawingml/2006/main">
            <a:off x="3419475" y="3209925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09A64-93F9-4B30-A110-8E160D0A86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19118b0eb4a56"/>
          <a:stretch xmlns:a="http://schemas.openxmlformats.org/drawingml/2006/main"/>
        </p:blipFill>
        <p:spPr>
          <a:xfrm xmlns:a="http://schemas.openxmlformats.org/drawingml/2006/main">
            <a:off x="4657725" y="2476500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6" name="Codex">
            <a:extLst xmlns:a="http://schemas.openxmlformats.org/drawingml/2006/main">
              <a:ext uri="{FF2B5EF4-FFF2-40B4-BE49-F238E27FC236}">
                <a16:creationId xmlns:a16="http://schemas.microsoft.com/office/drawing/2014/main" id="{E3321230-CF60-4B9E-A9DF-22FB7FB1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695825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Codex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56FB6-4D2C-4A74-BEEE-951EAD6E46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051e220ee4efb"/>
          <a:stretch xmlns:a="http://schemas.openxmlformats.org/drawingml/2006/main"/>
        </p:blipFill>
        <p:spPr>
          <a:xfrm xmlns:a="http://schemas.openxmlformats.org/drawingml/2006/main">
            <a:off x="7362825" y="3209925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581E5-31A2-45D7-9822-B71B036058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77071dee94f4f"/>
          <a:stretch xmlns:a="http://schemas.openxmlformats.org/drawingml/2006/main"/>
        </p:blipFill>
        <p:spPr>
          <a:xfrm xmlns:a="http://schemas.openxmlformats.org/drawingml/2006/main">
            <a:off x="8591550" y="2009775"/>
            <a:ext cx="657225" cy="657225"/>
          </a:xfrm>
          <a:prstGeom xmlns:a="http://schemas.openxmlformats.org/drawingml/2006/main" prst="rect">
            <a:avLst/>
          </a:prstGeom>
        </p:spPr>
      </p:pic>
      <p:sp>
        <p:nvSpPr>
          <p:cNvPr id="9" name="PRD">
            <a:extLst xmlns:a="http://schemas.openxmlformats.org/drawingml/2006/main">
              <a:ext uri="{FF2B5EF4-FFF2-40B4-BE49-F238E27FC236}">
                <a16:creationId xmlns:a16="http://schemas.microsoft.com/office/drawing/2014/main" id="{13BA2CAE-B83C-4784-911B-08B4CF56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14550"/>
            <a:ext cx="2133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PRD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16237-AE69-4F11-A260-002CE21355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0ba215b9547f0"/>
          <a:stretch xmlns:a="http://schemas.openxmlformats.org/drawingml/2006/main"/>
        </p:blipFill>
        <p:spPr>
          <a:xfrm xmlns:a="http://schemas.openxmlformats.org/drawingml/2006/main">
            <a:off x="8591550" y="3324225"/>
            <a:ext cx="657225" cy="657225"/>
          </a:xfrm>
          <a:prstGeom xmlns:a="http://schemas.openxmlformats.org/drawingml/2006/main" prst="rect">
            <a:avLst/>
          </a:prstGeom>
        </p:spPr>
      </p:pic>
      <p:sp>
        <p:nvSpPr>
          <p:cNvPr id="11" name="UI 흐름 구상">
            <a:extLst xmlns:a="http://schemas.openxmlformats.org/drawingml/2006/main">
              <a:ext uri="{FF2B5EF4-FFF2-40B4-BE49-F238E27FC236}">
                <a16:creationId xmlns:a16="http://schemas.microsoft.com/office/drawing/2014/main" id="{07FB0653-7EA9-4CB6-96D9-35789419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2133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UI 흐름 구상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B712B-38F0-4F6A-88FF-6AB64707E0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9932ee3784575"/>
          <a:stretch xmlns:a="http://schemas.openxmlformats.org/drawingml/2006/main"/>
        </p:blipFill>
        <p:spPr>
          <a:xfrm xmlns:a="http://schemas.openxmlformats.org/drawingml/2006/main">
            <a:off x="8591550" y="4638675"/>
            <a:ext cx="657225" cy="657225"/>
          </a:xfrm>
          <a:prstGeom xmlns:a="http://schemas.openxmlformats.org/drawingml/2006/main" prst="rect">
            <a:avLst/>
          </a:prstGeom>
        </p:spPr>
      </p:pic>
      <p:sp>
        <p:nvSpPr>
          <p:cNvPr id="13" name="가상 종원">
            <a:extLst xmlns:a="http://schemas.openxmlformats.org/drawingml/2006/main">
              <a:ext uri="{FF2B5EF4-FFF2-40B4-BE49-F238E27FC236}">
                <a16:creationId xmlns:a16="http://schemas.microsoft.com/office/drawing/2014/main" id="{0735DFA4-404B-4B71-9530-15EF49AF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2133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가상 종원</a:t>
            </a:r>
          </a:p>
        </p:txBody>
      </p:sp>
    </p:spTree>
    <p:extLst>
      <p:ext uri="{BB962C8B-B14F-4D97-AF65-F5344CB8AC3E}">
        <p14:creationId xmlns:p14="http://schemas.microsoft.com/office/powerpoint/2010/main" val="77103425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공개 자료와 개발 준비">
            <a:extLst xmlns:a="http://schemas.openxmlformats.org/drawingml/2006/main">
              <a:ext uri="{FF2B5EF4-FFF2-40B4-BE49-F238E27FC236}">
                <a16:creationId xmlns:a16="http://schemas.microsoft.com/office/drawing/2014/main" id="{B0D07FBE-08E6-42F3-A0CA-FE15221F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공개 자료와 개발 준비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F2206-1F98-4898-B6D3-95062E99CF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371ef3cd774708"/>
          <a:stretch xmlns:a="http://schemas.openxmlformats.org/drawingml/2006/main"/>
        </p:blipFill>
        <p:spPr>
          <a:xfrm xmlns:a="http://schemas.openxmlformats.org/drawingml/2006/main">
            <a:off x="2009775" y="2009775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3" name="공주 태봉동 산41-1">
            <a:extLst xmlns:a="http://schemas.openxmlformats.org/drawingml/2006/main">
              <a:ext uri="{FF2B5EF4-FFF2-40B4-BE49-F238E27FC236}">
                <a16:creationId xmlns:a16="http://schemas.microsoft.com/office/drawing/2014/main" id="{6720834E-95A7-4889-BDD6-25C000B2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5419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공주 태봉동 산41-1</a:t>
            </a:r>
          </a:p>
        </p:txBody>
      </p:sp>
      <p:sp>
        <p:nvSpPr>
          <p:cNvPr id="4" name="14,154㎡">
            <a:extLst xmlns:a="http://schemas.openxmlformats.org/drawingml/2006/main">
              <a:ext uri="{FF2B5EF4-FFF2-40B4-BE49-F238E27FC236}">
                <a16:creationId xmlns:a16="http://schemas.microsoft.com/office/drawing/2014/main" id="{CFA53BE2-0332-46A2-9770-1588C729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54197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40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40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14,154㎡</a:t>
            </a:r>
          </a:p>
        </p:txBody>
      </p:sp>
      <p:sp>
        <p:nvSpPr>
          <p:cNvPr id="5" name="K-GeoP 공개 조회 2026.10.09">
            <a:extLst xmlns:a="http://schemas.openxmlformats.org/drawingml/2006/main">
              <a:ext uri="{FF2B5EF4-FFF2-40B4-BE49-F238E27FC236}">
                <a16:creationId xmlns:a16="http://schemas.microsoft.com/office/drawing/2014/main" id="{AAD6BC9D-B091-476E-BA2C-F6DE0954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K-GeoP 공개 조회 2026.10.09</a:t>
            </a:r>
          </a:p>
        </p:txBody>
      </p:sp>
      <p:sp>
        <p:nvSpPr>
          <p:cNvPr id="6" name="크레딧 적용 요청">
            <a:extLst xmlns:a="http://schemas.openxmlformats.org/drawingml/2006/main">
              <a:ext uri="{FF2B5EF4-FFF2-40B4-BE49-F238E27FC236}">
                <a16:creationId xmlns:a16="http://schemas.microsoft.com/office/drawing/2014/main" id="{22B6A1D2-6717-4DCA-94A1-A3FEEBDC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571625"/>
            <a:ext cx="442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크레딧 적용 요청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B7146-2657-4DDF-A236-FFD6DBC58B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14caaa3b74c62"/>
          <a:stretch xmlns:a="http://schemas.openxmlformats.org/drawingml/2006/main"/>
        </p:blipFill>
        <p:spPr>
          <a:xfrm xmlns:a="http://schemas.openxmlformats.org/drawingml/2006/main">
            <a:off x="7226225" y="2219325"/>
            <a:ext cx="4178449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요청 화면">
            <a:extLst xmlns:a="http://schemas.openxmlformats.org/drawingml/2006/main">
              <a:ext uri="{FF2B5EF4-FFF2-40B4-BE49-F238E27FC236}">
                <a16:creationId xmlns:a16="http://schemas.microsoft.com/office/drawing/2014/main" id="{C1D1531B-21D4-4540-91C0-636D4C48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1150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요청 화면</a:t>
            </a:r>
          </a:p>
        </p:txBody>
      </p:sp>
    </p:spTree>
    <p:extLst>
      <p:ext uri="{BB962C8B-B14F-4D97-AF65-F5344CB8AC3E}">
        <p14:creationId xmlns:p14="http://schemas.microsoft.com/office/powerpoint/2010/main" val="3415245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83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ne More Thing">
            <a:extLst xmlns:a="http://schemas.openxmlformats.org/drawingml/2006/main">
              <a:ext uri="{FF2B5EF4-FFF2-40B4-BE49-F238E27FC236}">
                <a16:creationId xmlns:a16="http://schemas.microsoft.com/office/drawing/2014/main" id="{664AB325-CC3C-444B-B0B5-BC78B364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06680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65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65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defRPr>
            </a:pPr>
            <a:r>
              <a:rPr sz="765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rPr>
              <a:t>One More</a:t>
            </a:r>
          </a:p>
          <a:p xmlns:a="http://schemas.openxmlformats.org/drawingml/2006/main">
            <a:pPr algn="l">
              <a:defRPr sz="765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defRPr>
            </a:pPr>
            <a:r>
              <a:rPr sz="765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rPr>
              <a:t>Thing</a:t>
            </a:r>
          </a:p>
        </p:txBody>
      </p:sp>
    </p:spTree>
    <p:extLst>
      <p:ext uri="{BB962C8B-B14F-4D97-AF65-F5344CB8AC3E}">
        <p14:creationId xmlns:p14="http://schemas.microsoft.com/office/powerpoint/2010/main" val="17759231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kills + MCP Events">
            <a:extLst xmlns:a="http://schemas.openxmlformats.org/drawingml/2006/main">
              <a:ext uri="{FF2B5EF4-FFF2-40B4-BE49-F238E27FC236}">
                <a16:creationId xmlns:a16="http://schemas.microsoft.com/office/drawing/2014/main" id="{A430B8C0-0DC5-4C8B-B9E9-EC0FB8F9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skills + MCP Events</a:t>
            </a:r>
          </a:p>
        </p:txBody>
      </p:sp>
      <p:sp>
        <p:nvSpPr>
          <p:cNvPr id="2" name="연동 목표">
            <a:extLst xmlns:a="http://schemas.openxmlformats.org/drawingml/2006/main">
              <a:ext uri="{FF2B5EF4-FFF2-40B4-BE49-F238E27FC236}">
                <a16:creationId xmlns:a16="http://schemas.microsoft.com/office/drawing/2014/main" id="{93AEBC0E-E5D0-46BD-BA7F-FCCEBD91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연동 목표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F2C3D-20ED-4095-B444-A0E5094191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e212d2beb47f6"/>
          <a:stretch xmlns:a="http://schemas.openxmlformats.org/drawingml/2006/main"/>
        </p:blipFill>
        <p:spPr>
          <a:xfrm xmlns:a="http://schemas.openxmlformats.org/drawingml/2006/main">
            <a:off x="1162050" y="2409825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4" name="자료 변화">
            <a:extLst xmlns:a="http://schemas.openxmlformats.org/drawingml/2006/main">
              <a:ext uri="{FF2B5EF4-FFF2-40B4-BE49-F238E27FC236}">
                <a16:creationId xmlns:a16="http://schemas.microsoft.com/office/drawing/2014/main" id="{348F03B6-92BC-4D2D-BC04-1C6F866D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14850"/>
            <a:ext cx="3067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자료 변화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B896D-A026-4E5D-B7D6-6F24ADA9A1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cb412f4134cde"/>
          <a:stretch xmlns:a="http://schemas.openxmlformats.org/drawingml/2006/main"/>
        </p:blipFill>
        <p:spPr>
          <a:xfrm xmlns:a="http://schemas.openxmlformats.org/drawingml/2006/main">
            <a:off x="3571875" y="2952750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0F129-A3F1-418E-96FD-B867D938F0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93541b17c4e19"/>
          <a:stretch xmlns:a="http://schemas.openxmlformats.org/drawingml/2006/main"/>
        </p:blipFill>
        <p:spPr>
          <a:xfrm xmlns:a="http://schemas.openxmlformats.org/drawingml/2006/main">
            <a:off x="5210175" y="2409825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7" name="이벤트 전달">
            <a:extLst xmlns:a="http://schemas.openxmlformats.org/drawingml/2006/main">
              <a:ext uri="{FF2B5EF4-FFF2-40B4-BE49-F238E27FC236}">
                <a16:creationId xmlns:a16="http://schemas.microsoft.com/office/drawing/2014/main" id="{BE4F48EA-EAF3-42CF-BE46-0A9F9B76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14850"/>
            <a:ext cx="3067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이벤트 전달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150D3-5CC5-4EC8-A1AC-6EF2FFFCFD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a8ddd27a54ed3"/>
          <a:stretch xmlns:a="http://schemas.openxmlformats.org/drawingml/2006/main"/>
        </p:blipFill>
        <p:spPr>
          <a:xfrm xmlns:a="http://schemas.openxmlformats.org/drawingml/2006/main">
            <a:off x="7620000" y="2952750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AF5FE-90D3-481E-8D96-2F132C1E75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9d5af9c5446f8"/>
          <a:stretch xmlns:a="http://schemas.openxmlformats.org/drawingml/2006/main"/>
        </p:blipFill>
        <p:spPr>
          <a:xfrm xmlns:a="http://schemas.openxmlformats.org/drawingml/2006/main">
            <a:off x="9258300" y="2409825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10" name="ChatGPT 확인">
            <a:extLst xmlns:a="http://schemas.openxmlformats.org/drawingml/2006/main">
              <a:ext uri="{FF2B5EF4-FFF2-40B4-BE49-F238E27FC236}">
                <a16:creationId xmlns:a16="http://schemas.microsoft.com/office/drawing/2014/main" id="{5B071DC1-266B-4331-BEAC-8AA50696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514850"/>
            <a:ext cx="3067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ChatGPT 확인</a:t>
            </a:r>
          </a:p>
        </p:txBody>
      </p:sp>
      <p:sp>
        <p:nvSpPr>
          <p:cNvPr id="11" name="skills    자료 조회와 문제 확인 절차">
            <a:extLst xmlns:a="http://schemas.openxmlformats.org/drawingml/2006/main">
              <a:ext uri="{FF2B5EF4-FFF2-40B4-BE49-F238E27FC236}">
                <a16:creationId xmlns:a16="http://schemas.microsoft.com/office/drawing/2014/main" id="{94CDFEB8-EB19-485D-8F44-317D7F35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skills    자료 조회와 문제 확인 절차</a:t>
            </a:r>
          </a:p>
        </p:txBody>
      </p:sp>
    </p:spTree>
    <p:extLst>
      <p:ext uri="{BB962C8B-B14F-4D97-AF65-F5344CB8AC3E}">
        <p14:creationId xmlns:p14="http://schemas.microsoft.com/office/powerpoint/2010/main" val="23828810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02B15-800C-4112-B7EF-E35E36FFC2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33a273b5940a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감사합니다">
            <a:extLst xmlns:a="http://schemas.openxmlformats.org/drawingml/2006/main">
              <a:ext uri="{FF2B5EF4-FFF2-40B4-BE49-F238E27FC236}">
                <a16:creationId xmlns:a16="http://schemas.microsoft.com/office/drawing/2014/main" id="{E5831DD8-DB5C-498F-B07D-796A2A57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14575"/>
            <a:ext cx="5857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625" b="1">
                <a:solidFill>
                  <a:srgbClr val="183E35"/>
                </a:solidFill>
                <a:latin typeface="Noto Serif KR"/>
                <a:ea typeface="Noto Serif KR"/>
                <a:cs typeface="Noto Serif KR"/>
              </a:defRPr>
            </a:defPPr>
          </a:lstStyle>
          <a:p xmlns:a="http://schemas.openxmlformats.org/drawingml/2006/main">
            <a:pPr algn="l">
              <a:defRPr sz="5625" b="1">
                <a:solidFill>
                  <a:srgbClr val="183E35"/>
                </a:solidFill>
                <a:latin typeface="Noto Serif KR"/>
                <a:ea typeface="Noto Serif KR"/>
                <a:cs typeface="Noto Serif KR"/>
              </a:defRPr>
            </a:pPr>
            <a:r>
              <a:rPr sz="5625" b="1">
                <a:solidFill>
                  <a:srgbClr val="183E35"/>
                </a:solidFill>
                <a:latin typeface="Noto Serif KR"/>
                <a:ea typeface="Noto Serif KR"/>
                <a:cs typeface="Noto Serif KR"/>
              </a:rPr>
              <a:t>감사합니다</a:t>
            </a:r>
          </a:p>
        </p:txBody>
      </p:sp>
      <p:sp>
        <p:nvSpPr>
          <p:cNvPr id="3" name="Q&amp;A">
            <a:extLst xmlns:a="http://schemas.openxmlformats.org/drawingml/2006/main">
              <a:ext uri="{FF2B5EF4-FFF2-40B4-BE49-F238E27FC236}">
                <a16:creationId xmlns:a16="http://schemas.microsoft.com/office/drawing/2014/main" id="{96F682CE-43E9-4420-996D-13126E77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431306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2026-10-09T02:38:13.6600000Z</dcterms:created>
  <dcterms:modified xsi:type="dcterms:W3CDTF">2026-10-09T02:38:13.6600000Z</dcterms:modified>
</coreProperties>
</file>