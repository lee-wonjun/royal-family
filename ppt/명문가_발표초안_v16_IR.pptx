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slides/charts/chart1.xml" ContentType="application/vnd.openxmlformats-officedocument.drawingml.chart+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Default Extension="m4a" ContentType="audio/mp4"/>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f208765746804f0b" /><Relationship Type="http://schemas.openxmlformats.org/officeDocument/2006/relationships/extended-properties" Target="/docProps/app.xml" Id="R33b2bd5135664077" /><Relationship Type="http://schemas.openxmlformats.org/officeDocument/2006/relationships/officeDocument" Target="/ppt/presentation.xml" Id="R9783faa3607c404d" /></Relationships>
</file>

<file path=ppt/presentation.xml><?xml version="1.0" encoding="utf-8"?>
<p:presentation xmlns:p="http://schemas.openxmlformats.org/presentationml/2006/main">
  <p:sldMasterIdLst>
    <p:sldMasterId xmlns:r="http://schemas.openxmlformats.org/officeDocument/2006/relationships" id="2147483648" r:id="Rb21eba858db34bd6"/>
  </p:sldMasterIdLst>
  <p:notesMasterIdLst>
    <p:notesMasterId xmlns:r="http://schemas.openxmlformats.org/officeDocument/2006/relationships" r:id="R282d9d7ad6814079"/>
  </p:notesMasterIdLst>
  <p:sldIdLst>
    <p:sldId xmlns:r="http://schemas.openxmlformats.org/officeDocument/2006/relationships" id="256" r:id="Radec09daf880471e"/>
    <p:sldId xmlns:r="http://schemas.openxmlformats.org/officeDocument/2006/relationships" id="257" r:id="Rb779d5e41b1a4f44"/>
    <p:sldId xmlns:r="http://schemas.openxmlformats.org/officeDocument/2006/relationships" id="258" r:id="R0a5535b23e7f4367"/>
    <p:sldId xmlns:r="http://schemas.openxmlformats.org/officeDocument/2006/relationships" id="259" r:id="R9028351cabf248e7"/>
    <p:sldId xmlns:r="http://schemas.openxmlformats.org/officeDocument/2006/relationships" id="260" r:id="R8db2f1bf3b854aee"/>
    <p:sldId xmlns:r="http://schemas.openxmlformats.org/officeDocument/2006/relationships" id="261" r:id="Rf109ad365e614f8f"/>
    <p:sldId xmlns:r="http://schemas.openxmlformats.org/officeDocument/2006/relationships" id="262" r:id="Raab589e01ed742df"/>
    <p:sldId xmlns:r="http://schemas.openxmlformats.org/officeDocument/2006/relationships" id="263" r:id="R2c3ef609c3c640ce"/>
    <p:sldId xmlns:r="http://schemas.openxmlformats.org/officeDocument/2006/relationships" id="264" r:id="R859b3b8567964710"/>
    <p:sldId xmlns:r="http://schemas.openxmlformats.org/officeDocument/2006/relationships" id="265" r:id="Rc56fcc41650b4903"/>
    <p:sldId xmlns:r="http://schemas.openxmlformats.org/officeDocument/2006/relationships" id="266" r:id="R62bf381df35b4e74"/>
    <p:sldId xmlns:r="http://schemas.openxmlformats.org/officeDocument/2006/relationships" id="267" r:id="R60a9299e22e249c4"/>
    <p:sldId xmlns:r="http://schemas.openxmlformats.org/officeDocument/2006/relationships" id="268" r:id="R5ecac49092214ebe"/>
    <p:sldId xmlns:r="http://schemas.openxmlformats.org/officeDocument/2006/relationships" id="269" r:id="R597e26435d9548e0"/>
    <p:sldId xmlns:r="http://schemas.openxmlformats.org/officeDocument/2006/relationships" id="270" r:id="Rd999874d18a545c4"/>
    <p:sldId xmlns:r="http://schemas.openxmlformats.org/officeDocument/2006/relationships" id="271" r:id="R015ad83ed436487d"/>
    <p:sldId xmlns:r="http://schemas.openxmlformats.org/officeDocument/2006/relationships" id="272" r:id="Rb89630520172457c"/>
    <p:sldId xmlns:r="http://schemas.openxmlformats.org/officeDocument/2006/relationships" id="273" r:id="R2f373d55daab46a0"/>
    <p:sldId xmlns:r="http://schemas.openxmlformats.org/officeDocument/2006/relationships" id="274" r:id="R4fd507f1ada146ce"/>
    <p:sldId xmlns:r="http://schemas.openxmlformats.org/officeDocument/2006/relationships" id="275" r:id="R83af5c9c990848d7"/>
    <p:sldId xmlns:r="http://schemas.openxmlformats.org/officeDocument/2006/relationships" id="276" r:id="R8b0f3c4cd548459b"/>
    <p:sldId xmlns:r="http://schemas.openxmlformats.org/officeDocument/2006/relationships" id="277" r:id="R6b623561fd154af9"/>
    <p:sldId xmlns:r="http://schemas.openxmlformats.org/officeDocument/2006/relationships" id="278" r:id="R75a520b2c775468d"/>
    <p:sldId xmlns:r="http://schemas.openxmlformats.org/officeDocument/2006/relationships" id="279" r:id="R7fff6890e37e43d1"/>
    <p:sldId xmlns:r="http://schemas.openxmlformats.org/officeDocument/2006/relationships" id="280" r:id="R56b45fe7534e4662"/>
    <p:sldId xmlns:r="http://schemas.openxmlformats.org/officeDocument/2006/relationships" id="281" r:id="R21b2cb87b5704d3a"/>
    <p:sldId xmlns:r="http://schemas.openxmlformats.org/officeDocument/2006/relationships" id="282" r:id="R39bcd04607914bb9"/>
    <p:sldId xmlns:r="http://schemas.openxmlformats.org/officeDocument/2006/relationships" id="283" r:id="R2874629aa1eb47e2"/>
    <p:sldId xmlns:r="http://schemas.openxmlformats.org/officeDocument/2006/relationships" id="284" r:id="Rf7b2fb9ea64d410b"/>
    <p:sldId xmlns:r="http://schemas.openxmlformats.org/officeDocument/2006/relationships" id="285" r:id="R4f4252a6fd094f6d"/>
    <p:sldId xmlns:r="http://schemas.openxmlformats.org/officeDocument/2006/relationships" id="286" r:id="Rb3ff178acd0142be"/>
    <p:sldId xmlns:r="http://schemas.openxmlformats.org/officeDocument/2006/relationships" id="287" r:id="Rb40a9dddda994f34"/>
  </p:sldIdLst>
  <p:sldSz cx="9144000" cy="5143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791d2ec4b164375" /><Relationship Type="http://schemas.openxmlformats.org/officeDocument/2006/relationships/slideMaster" Target="/ppt/slideMasters/slideMaster1.xml" Id="Rb21eba858db34bd6" /><Relationship Type="http://schemas.openxmlformats.org/officeDocument/2006/relationships/notesMaster" Target="/ppt/notesMasters/notesMaster1.xml" Id="R282d9d7ad6814079" /><Relationship Type="http://schemas.openxmlformats.org/officeDocument/2006/relationships/presProps" Target="/ppt/presProps.xml" Id="Ra61df51798994502" /><Relationship Type="http://schemas.openxmlformats.org/officeDocument/2006/relationships/tableStyles" Target="/ppt/tableStyles.xml" Id="R36984ce25d2f4901" /><Relationship Type="http://schemas.openxmlformats.org/officeDocument/2006/relationships/slide" Target="/ppt/slides/slide1.xml" Id="Radec09daf880471e" /><Relationship Type="http://schemas.openxmlformats.org/officeDocument/2006/relationships/slide" Target="/ppt/slides/slide2.xml" Id="Rb779d5e41b1a4f44" /><Relationship Type="http://schemas.openxmlformats.org/officeDocument/2006/relationships/slide" Target="/ppt/slides/slide3.xml" Id="R0a5535b23e7f4367" /><Relationship Type="http://schemas.openxmlformats.org/officeDocument/2006/relationships/slide" Target="/ppt/slides/slide4.xml" Id="R9028351cabf248e7" /><Relationship Type="http://schemas.openxmlformats.org/officeDocument/2006/relationships/slide" Target="/ppt/slides/slide5.xml" Id="R8db2f1bf3b854aee" /><Relationship Type="http://schemas.openxmlformats.org/officeDocument/2006/relationships/slide" Target="/ppt/slides/slide6.xml" Id="Rf109ad365e614f8f" /><Relationship Type="http://schemas.openxmlformats.org/officeDocument/2006/relationships/slide" Target="/ppt/slides/slide7.xml" Id="Raab589e01ed742df" /><Relationship Type="http://schemas.openxmlformats.org/officeDocument/2006/relationships/slide" Target="/ppt/slides/slide8.xml" Id="R2c3ef609c3c640ce" /><Relationship Type="http://schemas.openxmlformats.org/officeDocument/2006/relationships/slide" Target="/ppt/slides/slide9.xml" Id="R859b3b8567964710" /><Relationship Type="http://schemas.openxmlformats.org/officeDocument/2006/relationships/slide" Target="/ppt/slides/slide10.xml" Id="Rc56fcc41650b4903" /><Relationship Type="http://schemas.openxmlformats.org/officeDocument/2006/relationships/slide" Target="/ppt/slides/slide11.xml" Id="R62bf381df35b4e74" /><Relationship Type="http://schemas.openxmlformats.org/officeDocument/2006/relationships/slide" Target="/ppt/slides/slide12.xml" Id="R60a9299e22e249c4" /><Relationship Type="http://schemas.openxmlformats.org/officeDocument/2006/relationships/slide" Target="/ppt/slides/slide13.xml" Id="R5ecac49092214ebe" /><Relationship Type="http://schemas.openxmlformats.org/officeDocument/2006/relationships/slide" Target="/ppt/slides/slide14.xml" Id="R597e26435d9548e0" /><Relationship Type="http://schemas.openxmlformats.org/officeDocument/2006/relationships/slide" Target="/ppt/slides/slide15.xml" Id="Rd999874d18a545c4" /><Relationship Type="http://schemas.openxmlformats.org/officeDocument/2006/relationships/slide" Target="/ppt/slides/slide16.xml" Id="R015ad83ed436487d" /><Relationship Type="http://schemas.openxmlformats.org/officeDocument/2006/relationships/slide" Target="/ppt/slides/slide17.xml" Id="Rb89630520172457c" /><Relationship Type="http://schemas.openxmlformats.org/officeDocument/2006/relationships/slide" Target="/ppt/slides/slide18.xml" Id="R2f373d55daab46a0" /><Relationship Type="http://schemas.openxmlformats.org/officeDocument/2006/relationships/slide" Target="/ppt/slides/slide19.xml" Id="R4fd507f1ada146ce" /><Relationship Type="http://schemas.openxmlformats.org/officeDocument/2006/relationships/slide" Target="/ppt/slides/slide20.xml" Id="R83af5c9c990848d7" /><Relationship Type="http://schemas.openxmlformats.org/officeDocument/2006/relationships/slide" Target="/ppt/slides/slide21.xml" Id="R8b0f3c4cd548459b" /><Relationship Type="http://schemas.openxmlformats.org/officeDocument/2006/relationships/slide" Target="/ppt/slides/slide22.xml" Id="R6b623561fd154af9" /><Relationship Type="http://schemas.openxmlformats.org/officeDocument/2006/relationships/slide" Target="/ppt/slides/slide23.xml" Id="R75a520b2c775468d" /><Relationship Type="http://schemas.openxmlformats.org/officeDocument/2006/relationships/slide" Target="/ppt/slides/slide24.xml" Id="R7fff6890e37e43d1" /><Relationship Type="http://schemas.openxmlformats.org/officeDocument/2006/relationships/slide" Target="/ppt/slides/slide25.xml" Id="R56b45fe7534e4662" /><Relationship Type="http://schemas.openxmlformats.org/officeDocument/2006/relationships/slide" Target="/ppt/slides/slide26.xml" Id="R21b2cb87b5704d3a" /><Relationship Type="http://schemas.openxmlformats.org/officeDocument/2006/relationships/slide" Target="/ppt/slides/slide27.xml" Id="R39bcd04607914bb9" /><Relationship Type="http://schemas.openxmlformats.org/officeDocument/2006/relationships/slide" Target="/ppt/slides/slide28.xml" Id="R2874629aa1eb47e2" /><Relationship Type="http://schemas.openxmlformats.org/officeDocument/2006/relationships/slide" Target="/ppt/slides/slide29.xml" Id="Rf7b2fb9ea64d410b" /><Relationship Type="http://schemas.openxmlformats.org/officeDocument/2006/relationships/slide" Target="/ppt/slides/slide30.xml" Id="R4f4252a6fd094f6d" /><Relationship Type="http://schemas.openxmlformats.org/officeDocument/2006/relationships/slide" Target="/ppt/slides/slide31.xml" Id="Rb3ff178acd0142be" /><Relationship Type="http://schemas.openxmlformats.org/officeDocument/2006/relationships/slide" Target="/ppt/slides/slide32.xml" Id="Rb40a9dddda994f3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a95c6f6a5c1457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
          <a:effectLst>
            <a:outerShdw blurRad="266700" dist="85725" dir="5400000">
              <a:srgbClr val="173F49">
                <a:alpha val="25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bcb544f42d4494c" /><Relationship Type="http://schemas.openxmlformats.org/officeDocument/2006/relationships/notesMaster" Target="/ppt/notesMasters/notesMaster1.xml" Id="R98dca26a890c48d7" /></Relationships>
</file>

<file path=ppt/notesSlides/_rels/notesSlide2.xml.rels>&#65279;<?xml version="1.0" encoding="utf-8"?><Relationships xmlns="http://schemas.openxmlformats.org/package/2006/relationships"><Relationship Type="http://schemas.openxmlformats.org/officeDocument/2006/relationships/slide" Target="/ppt/slides/slide2.xml" Id="R3349cc50b2b04ba6" /><Relationship Type="http://schemas.openxmlformats.org/officeDocument/2006/relationships/notesMaster" Target="/ppt/notesMasters/notesMaster1.xml" Id="Rca0394a6a2ec44f2" /></Relationships>
</file>

<file path=ppt/notesSlides/_rels/notesSlide3.xml.rels>&#65279;<?xml version="1.0" encoding="utf-8"?><Relationships xmlns="http://schemas.openxmlformats.org/package/2006/relationships"><Relationship Type="http://schemas.openxmlformats.org/officeDocument/2006/relationships/slide" Target="/ppt/slides/slide3.xml" Id="R26cf6d82e7d04f7c" /><Relationship Type="http://schemas.openxmlformats.org/officeDocument/2006/relationships/notesMaster" Target="/ppt/notesMasters/notesMaster1.xml" Id="Rca48e66f0e6a421a" /></Relationships>
</file>

<file path=ppt/notesSlides/_rels/notesSlide4.xml.rels>&#65279;<?xml version="1.0" encoding="utf-8"?><Relationships xmlns="http://schemas.openxmlformats.org/package/2006/relationships"><Relationship Type="http://schemas.openxmlformats.org/officeDocument/2006/relationships/slide" Target="/ppt/slides/slide4.xml" Id="R68740ac60f6448a9" /><Relationship Type="http://schemas.openxmlformats.org/officeDocument/2006/relationships/notesMaster" Target="/ppt/notesMasters/notesMaster1.xml" Id="R7cf800048bb446bd" /></Relationships>
</file>

<file path=ppt/notesSlides/_rels/notesSlide5.xml.rels>&#65279;<?xml version="1.0" encoding="utf-8"?><Relationships xmlns="http://schemas.openxmlformats.org/package/2006/relationships"><Relationship Type="http://schemas.openxmlformats.org/officeDocument/2006/relationships/slide" Target="/ppt/slides/slide5.xml" Id="Rde7baaa41c1a402e" /><Relationship Type="http://schemas.openxmlformats.org/officeDocument/2006/relationships/notesMaster" Target="/ppt/notesMasters/notesMaster1.xml" Id="R7e7ef8255470412d" /></Relationships>
</file>

<file path=ppt/notesSlides/_rels/notesSlide6.xml.rels>&#65279;<?xml version="1.0" encoding="utf-8"?><Relationships xmlns="http://schemas.openxmlformats.org/package/2006/relationships"><Relationship Type="http://schemas.openxmlformats.org/officeDocument/2006/relationships/slide" Target="/ppt/slides/slide6.xml" Id="R6298ebd7a97145a9" /><Relationship Type="http://schemas.openxmlformats.org/officeDocument/2006/relationships/notesMaster" Target="/ppt/notesMasters/notesMaster1.xml" Id="R47f7b8a6fb814185" /></Relationships>
</file>

<file path=ppt/notesSlides/_rels/notesSlide7.xml.rels>&#65279;<?xml version="1.0" encoding="utf-8"?><Relationships xmlns="http://schemas.openxmlformats.org/package/2006/relationships"><Relationship Type="http://schemas.openxmlformats.org/officeDocument/2006/relationships/slide" Target="/ppt/slides/slide7.xml" Id="R0c6f32166bdf493a" /><Relationship Type="http://schemas.openxmlformats.org/officeDocument/2006/relationships/notesMaster" Target="/ppt/notesMasters/notesMaster1.xml" Id="R663a64eb0a354beb" /></Relationships>
</file>

<file path=ppt/notesSlides/_rels/notesSlide8.xml.rels>&#65279;<?xml version="1.0" encoding="utf-8"?><Relationships xmlns="http://schemas.openxmlformats.org/package/2006/relationships"><Relationship Type="http://schemas.openxmlformats.org/officeDocument/2006/relationships/slide" Target="/ppt/slides/slide8.xml" Id="R3fa909c0af374c2f" /><Relationship Type="http://schemas.openxmlformats.org/officeDocument/2006/relationships/notesMaster" Target="/ppt/notesMasters/notesMaster1.xml" Id="R2fa4c1dcaece4861" /></Relationships>
</file>

<file path=ppt/notesSlides/_rels/notesSlide9.xml.rels>&#65279;<?xml version="1.0" encoding="utf-8"?><Relationships xmlns="http://schemas.openxmlformats.org/package/2006/relationships"><Relationship Type="http://schemas.openxmlformats.org/officeDocument/2006/relationships/slide" Target="/ppt/slides/slide9.xml" Id="R6eb3cfdefd9e4763" /><Relationship Type="http://schemas.openxmlformats.org/officeDocument/2006/relationships/notesMaster" Target="/ppt/notesMasters/notesMaster1.xml" Id="R0ba8149d2ab440e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064c9cab76b4f3c" /><Relationship Type="http://schemas.openxmlformats.org/officeDocument/2006/relationships/notesMaster" Target="/ppt/notesMasters/notesMaster1.xml" Id="R7b96e64ee2dc492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00710fcd39d4822" /><Relationship Type="http://schemas.openxmlformats.org/officeDocument/2006/relationships/notesMaster" Target="/ppt/notesMasters/notesMaster1.xml" Id="R1902e610e55046c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fb3619b42424884" /><Relationship Type="http://schemas.openxmlformats.org/officeDocument/2006/relationships/notesMaster" Target="/ppt/notesMasters/notesMaster1.xml" Id="R7ea42072ed7d4e2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603ba3e853746b0" /><Relationship Type="http://schemas.openxmlformats.org/officeDocument/2006/relationships/notesMaster" Target="/ppt/notesMasters/notesMaster1.xml" Id="Ra96701b53d134f0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8d68e61a2cf4bdf" /><Relationship Type="http://schemas.openxmlformats.org/officeDocument/2006/relationships/notesMaster" Target="/ppt/notesMasters/notesMaster1.xml" Id="R7f8c17f3bcc54e7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68a4b56a5674835" /><Relationship Type="http://schemas.openxmlformats.org/officeDocument/2006/relationships/notesMaster" Target="/ppt/notesMasters/notesMaster1.xml" Id="R60ce3411b1de4ba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eeab42c583e40c5" /><Relationship Type="http://schemas.openxmlformats.org/officeDocument/2006/relationships/notesMaster" Target="/ppt/notesMasters/notesMaster1.xml" Id="R49c3fe48548e497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226a44a96bd46c7" /><Relationship Type="http://schemas.openxmlformats.org/officeDocument/2006/relationships/notesMaster" Target="/ppt/notesMasters/notesMaster1.xml" Id="Rd0924ddece0d4ba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14c6f6a34df4e6c" /><Relationship Type="http://schemas.openxmlformats.org/officeDocument/2006/relationships/notesMaster" Target="/ppt/notesMasters/notesMaster1.xml" Id="Rd8281ebefd9c49f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e78a340af5f42eb" /><Relationship Type="http://schemas.openxmlformats.org/officeDocument/2006/relationships/notesMaster" Target="/ppt/notesMasters/notesMaster1.xml" Id="R77c758704b894cb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31b0805f4764ff9" /><Relationship Type="http://schemas.openxmlformats.org/officeDocument/2006/relationships/notesMaster" Target="/ppt/notesMasters/notesMaster1.xml" Id="Rf0d596932d01406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db5be69a8234d56" /><Relationship Type="http://schemas.openxmlformats.org/officeDocument/2006/relationships/notesMaster" Target="/ppt/notesMasters/notesMaster1.xml" Id="Rfe8855e0ba2e404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28a2ae6b830432a" /><Relationship Type="http://schemas.openxmlformats.org/officeDocument/2006/relationships/notesMaster" Target="/ppt/notesMasters/notesMaster1.xml" Id="R533b9ff273924bff"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13083aa638c74f5b" /><Relationship Type="http://schemas.openxmlformats.org/officeDocument/2006/relationships/notesMaster" Target="/ppt/notesMasters/notesMaster1.xml" Id="R0edead91e7e3457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137da056382b46ce" /><Relationship Type="http://schemas.openxmlformats.org/officeDocument/2006/relationships/notesMaster" Target="/ppt/notesMasters/notesMaster1.xml" Id="R85faa49a98064256"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23fd67a3c35e445e" /><Relationship Type="http://schemas.openxmlformats.org/officeDocument/2006/relationships/notesMaster" Target="/ppt/notesMasters/notesMaster1.xml" Id="R73c1e03b5de544ea"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49b95903777e4a3d" /><Relationship Type="http://schemas.openxmlformats.org/officeDocument/2006/relationships/notesMaster" Target="/ppt/notesMasters/notesMaster1.xml" Id="Re1e2ca5d02a24a36"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d411594b94834bf2" /><Relationship Type="http://schemas.openxmlformats.org/officeDocument/2006/relationships/notesMaster" Target="/ppt/notesMasters/notesMaster1.xml" Id="R06f2197f0f264939"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f2980651dd504e35" /><Relationship Type="http://schemas.openxmlformats.org/officeDocument/2006/relationships/notesMaster" Target="/ppt/notesMasters/notesMaster1.xml" Id="R346a4a1d24ce4a38"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4460d1b487924cd7" /><Relationship Type="http://schemas.openxmlformats.org/officeDocument/2006/relationships/notesMaster" Target="/ppt/notesMasters/notesMaster1.xml" Id="Rd411db3b9efe4efd"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b46b84a24d30454a" /><Relationship Type="http://schemas.openxmlformats.org/officeDocument/2006/relationships/notesMaster" Target="/ppt/notesMasters/notesMaster1.xml" Id="Rba6ae94b17094770"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6d4753a0e9b341b9" /><Relationship Type="http://schemas.openxmlformats.org/officeDocument/2006/relationships/notesMaster" Target="/ppt/notesMasters/notesMaster1.xml" Id="R4554b581c4db4c7d"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b7ec24a607344cec" /><Relationship Type="http://schemas.openxmlformats.org/officeDocument/2006/relationships/notesMaster" Target="/ppt/notesMasters/notesMaster1.xml" Id="R2bcb6988a74244a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중앙 전화 버튼으로 사용자 제공 음성을 재생한다. 원본 M4A가 PPT 내부에 포함된다. 제공된 5.88초 음성을 사용한다.</a:t>
            </a:r>
          </a:p>
          <a:p xmlns:a="http://schemas.openxmlformats.org/drawingml/2006/main">
            <a:r>
              <a:t>출처: D:/Project/royal-family/ppt/assets/ir-v14/family-call.m4a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청중에게 자신의 종중을 떠올릴 시간을 준다.</a:t>
            </a:r>
          </a:p>
          <a:p xmlns:a="http://schemas.openxmlformats.org/drawingml/2006/main">
            <a:r>
              <a:t>출처: D:/Project/royal-family/rawdata/PPTPlan/script.md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 제공 가족 대화와 지번 지도 원본을 비율 그대로 사용한다. 대화 속 주장이나 지도 표시는 소유권과 매각 범위의 검증 결과가 아니다.</a:t>
            </a:r>
          </a:p>
          <a:p xmlns:a="http://schemas.openxmlformats.org/drawingml/2006/main">
            <a:r>
              <a:t>출처: D:/Project/royal-family/ppt/assets/family-land-chat-source.json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가문의 뿌리, 공동재산, 기록, 종원을 연결한 설명용 개념도다. 특정 지목이나 산림에 한정하지 않는다.</a:t>
            </a:r>
          </a:p>
          <a:p xmlns:a="http://schemas.openxmlformats.org/drawingml/2006/main">
            <a:r>
              <a:t>출처: D:/Project/royal-family/rawdata/PPTPlan/script.md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보도는 가짜 종중 대표와 토지 거래, 약 4년에 걸친 법정 다툼을 다룬다. 뉴스 화면은 실제 보도 캡처다. 기간은 보도 문맥의 수치이며 모든 종중 분쟁의 평균이 아니다.</a:t>
            </a:r>
          </a:p>
          <a:p xmlns:a="http://schemas.openxmlformats.org/drawingml/2006/main">
            <a:r>
              <a:t>전주MBC 2026.09.22 보도. 발표자 가족의 사건과는 별개의 보도 사례.</a:t>
            </a:r>
          </a:p>
          <a:p xmlns:a="http://schemas.openxmlformats.org/drawingml/2006/main">
            <a:r>
              <a:t>출처: https://www.jmbc.co.kr/news/view/68182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세 매체의 실제 제목 캡처다. 각 보도는 별개 사건이고 당사자 주장과 법원 판단을 구분한다.</a:t>
            </a:r>
          </a:p>
          <a:p xmlns:a="http://schemas.openxmlformats.org/drawingml/2006/main">
            <a:r>
              <a:t>출처: https://www.bubb.co.kr/news/articleView.html?idxno=4550</a:t>
            </a:r>
          </a:p>
          <a:p xmlns:a="http://schemas.openxmlformats.org/drawingml/2006/main">
            <a:r>
              <a:t>출처: https://www.cctoday.co.kr/news/articleView.html?idxno=2233033</a:t>
            </a:r>
          </a:p>
          <a:p xmlns:a="http://schemas.openxmlformats.org/drawingml/2006/main">
            <a:r>
              <a:t>출처: https://magazine.hankyung.com/business/article/202607168245b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"displayed_entries": 1416,</a:t>
            </a:r>
          </a:p>
          <a:p xmlns:a="http://schemas.openxmlformats.org/drawingml/2006/main">
            <a:r>
              <a:t>  "date": "2026-10-09",</a:t>
            </a:r>
          </a:p>
          <a:p xmlns:a="http://schemas.openxmlformats.org/drawingml/2006/main">
            <a:r>
              <a:t>  "query": "종중",</a:t>
            </a:r>
          </a:p>
          <a:p xmlns:a="http://schemas.openxmlformats.org/drawingml/2006/main">
            <a:r>
              <a:t>  "scope": "국가법령정보센터 판례 검색, 전체 검색, 기간 제한 없음",</a:t>
            </a:r>
          </a:p>
          <a:p xmlns:a="http://schemas.openxmlformats.org/drawingml/2006/main">
            <a:r>
              <a:t>  "source": "https://www.law.go.kr/precSc.do?menuId=7&amp;query=%EC%A2%85%EC%A4%91",</a:t>
            </a:r>
          </a:p>
          <a:p xmlns:a="http://schemas.openxmlformats.org/drawingml/2006/main">
            <a:r>
              <a:t>  "evidence": "evidence/precedent-search-20261009.jpg",</a:t>
            </a:r>
          </a:p>
          <a:p xmlns:a="http://schemas.openxmlformats.org/drawingml/2006/main">
            <a:r>
              <a:t>  "boundary": "전국 연간 분쟁 건수나 고유 사건 수가 아닌 공개 판례 검색 결과 수. 심급·요약 등 중복 항목과 조세 사건이 포함될 수 있음."</a:t>
            </a:r>
          </a:p>
          <a:p xmlns:a="http://schemas.openxmlformats.org/drawingml/2006/main">
            <a:r>
              <a:t>}</a:t>
            </a:r>
          </a:p>
          <a:p xmlns:a="http://schemas.openxmlformats.org/drawingml/2006/main">
            <a:r>
              <a:t>출처: https://www.law.go.kr/precSc.do?menuId=7&amp;query=%EC%A2%85%EC%A4%91</a:t>
            </a:r>
          </a:p>
          <a:p xmlns:a="http://schemas.openxmlformats.org/drawingml/2006/main">
            <a:r>
              <a:t>출처: D:/Project/royal-family/ppt/data/market-estimate-v6.json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과거의 유산, 오늘의 일상, 미래의 문제라는 발표자의 흐름을 설명한다.</a:t>
            </a:r>
          </a:p>
          <a:p xmlns:a="http://schemas.openxmlformats.org/drawingml/2006/main">
            <a:r>
              <a:t>출처: D:/Project/royal-family/rawdata/PPTPlan/script.md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 본인의 종중 관련 창업 실패 경험을 말하는 장면. 매출, 기간, 성과 수치는 추가하지 않는다.</a:t>
            </a:r>
          </a:p>
          <a:p xmlns:a="http://schemas.openxmlformats.org/drawingml/2006/main">
            <a:r>
              <a:t>출처: D:/Project/royal-family/rawdata/PPTPlan/script.md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다음 기능은 목표와 시연 구현을 구분해서 소개한다. 배경은 개념 일러스트이며 제품 실행 결과가 아니다.</a:t>
            </a:r>
          </a:p>
          <a:p xmlns:a="http://schemas.openxmlformats.org/drawingml/2006/main">
            <a:r>
              <a:t>출처: D:/Project/royal-family/rawdata/PPTPlan/script.md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소나무와 사당 배경은 특정 실제 장소가 아닌 생성 일러스트다.</a:t>
            </a:r>
          </a:p>
          <a:p xmlns:a="http://schemas.openxmlformats.org/drawingml/2006/main">
            <a:r>
              <a:t>출처: D:/Project/royal-family/rawdata/PPTPlan/script.md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구현된 앱 홈 화면. 가상 종원과 예시 업무를 사용하는 시연이다. 목업과 화면은 각각 교체 가능한 이미지다.</a:t>
            </a:r>
          </a:p>
          <a:p xmlns:a="http://schemas.openxmlformats.org/drawingml/2006/main">
            <a:r>
              <a:t>실제 구현 화면 · 예시 데이터</a:t>
            </a:r>
          </a:p>
          <a:p xmlns:a="http://schemas.openxmlformats.org/drawingml/2006/main">
            <a:r>
              <a:t>출처: D:/Project/royal-family/ppt/data/implementation-evidence-v7.json</a:t>
            </a:r>
          </a:p>
          <a:p xmlns:a="http://schemas.openxmlformats.org/drawingml/2006/main">
            <a:r>
              <a:t>출처: D:/Project/royal-family/ppt/assets/ir-v11/ui-home.jpg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보유 서류와 부족한 자료를 확인하고, 조건에 맞는 가상 법무사 후보를 비교하는 흐름이다. 외부 전문가 접수는 아직 연결하지 않았다.</a:t>
            </a:r>
          </a:p>
          <a:p xmlns:a="http://schemas.openxmlformats.org/drawingml/2006/main">
            <a:r>
              <a:t>준비 서류 화면 구현 · 전문가 후보는 가상 데이터</a:t>
            </a:r>
          </a:p>
          <a:p xmlns:a="http://schemas.openxmlformats.org/drawingml/2006/main">
            <a:r>
              <a:t>출처: D:/Project/royal-family/docs/prd/hackathon-prd.md</a:t>
            </a:r>
          </a:p>
          <a:p xmlns:a="http://schemas.openxmlformats.org/drawingml/2006/main">
            <a:r>
              <a:t>출처: D:/Project/royal-family/ppt/data/implementation-evidence-v7.json</a:t>
            </a:r>
          </a:p>
          <a:p xmlns:a="http://schemas.openxmlformats.org/drawingml/2006/main">
            <a:r>
              <a:t>출처: D:/Project/royal-family/ppt/assets/ir-v11/ui-preparation.jpg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실제 앱의 휴대폰 회의록 화면이다. 고정된 시연 전사문을 표시하며 Whisper 어댑터는 구현됐으며 이 화면은 해당 연결 이전에 확보한 고정 시연 전사문이다. 녹음, 불명확한 항목 확인, 회의록 작성이라는 목표를 보여준다.</a:t>
            </a:r>
          </a:p>
          <a:p xmlns:a="http://schemas.openxmlformats.org/drawingml/2006/main">
            <a:r>
              <a:t>시연 전사문 캡처. Whisper 어댑터 구현과 실제 호출 검증은 별도.</a:t>
            </a:r>
          </a:p>
          <a:p xmlns:a="http://schemas.openxmlformats.org/drawingml/2006/main">
            <a:r>
              <a:t>출처: D:/Project/royal-family/ppt/data/implementation-evidence-v7.json</a:t>
            </a:r>
          </a:p>
          <a:p xmlns:a="http://schemas.openxmlformats.org/drawingml/2006/main">
            <a:r>
              <a:t>출처: D:/Project/royal-family/ppt/assets/ir-v11/ui-records-phone.jpg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기존 문서의 키워드 검색, 초안·개정·버전 이력·검토 기록을 보여준다. 현재 화면의 초안은 시연 데이터다. 별도로 Responses·File Search 서버 어댑터가 구현됐다. 실제 API 검증 결과와 구분한다.</a:t>
            </a:r>
          </a:p>
          <a:p xmlns:a="http://schemas.openxmlformats.org/drawingml/2006/main">
            <a:r>
              <a:t>문서·버전·검토 화면. Responses·File Search 서버 어댑터 코드와 실제 호출 검증은 별도.</a:t>
            </a:r>
          </a:p>
          <a:p xmlns:a="http://schemas.openxmlformats.org/drawingml/2006/main">
            <a:r>
              <a:t>출처: D:/Project/royal-family/ppt/data/implementation-evidence-v7.json</a:t>
            </a:r>
          </a:p>
          <a:p xmlns:a="http://schemas.openxmlformats.org/drawingml/2006/main">
            <a:r>
              <a:t>출처: D:/Project/royal-family/ppt/assets/ir-v11/ui-draft.jpg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휴대폰의 실제 동의 현황 화면이다. 응답은 대상자와 특정 문서 버전에 연결한다. 현재는 관리자 시연 입력이며 실제 종원 본인 인증과 외부 발송은 연결 전이다.</a:t>
            </a:r>
          </a:p>
          <a:p xmlns:a="http://schemas.openxmlformats.org/drawingml/2006/main">
            <a:r>
              <a:t>대상자·문서 버전별 시연 응답 · 본인 인증·외부 발송은 연결 전</a:t>
            </a:r>
          </a:p>
          <a:p xmlns:a="http://schemas.openxmlformats.org/drawingml/2006/main">
            <a:r>
              <a:t>출처: D:/Project/royal-family/ppt/data/implementation-evidence-v7.json</a:t>
            </a:r>
          </a:p>
          <a:p xmlns:a="http://schemas.openxmlformats.org/drawingml/2006/main">
            <a:r>
              <a:t>출처: D:/Project/royal-family/ppt/assets/ir-v11/ui-consent-phone.jpg</a:t>
            </a:r>
          </a:p>
          <a:p xmlns:a="http://schemas.openxmlformats.org/drawingml/2006/main">
            <a:r>
              <a:t>동의 수집의 운영 목표를 표현한 발표자 문구다. 모든 안건에 법적으로 전원 동의가 필요한 것으로 일반화하지 않는다. 실제 의결 요건은 적용 규약과 안건별 기준에 따라 확인한다.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실제 공개 필지 경계를 지도에 표시한 서비스 화면이다. 등기부 재조회·소유자 변경·알림은 가상 목업이며 실제 등기 발급이나 소유권 확인을 뜻하지 않는다. 지도 출처와 저작권 표시는 캡처 안에 보존했다.</a:t>
            </a:r>
          </a:p>
          <a:p xmlns:a="http://schemas.openxmlformats.org/drawingml/2006/main">
            <a:r>
              <a:t>출처: D:/Project/royal-family/ppt/assets/ir-v11/ui-land.jpg</a:t>
            </a:r>
          </a:p>
          <a:p xmlns:a="http://schemas.openxmlformats.org/drawingml/2006/main">
            <a:r>
              <a:t>출처: D:/Project/royal-family/docs/architecture/parcel-map.md</a:t>
            </a:r>
          </a:p>
          <a:p xmlns:a="http://schemas.openxmlformats.org/drawingml/2006/main">
            <a:r>
              <a:t>출처: D:/Project/royal-family/ppt/data/parcel-source-v7.json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토지·계약·회계·변경 기록을 한 업무 영역에서 관리한다. 화면은 실제 앱의 예시 회계이며 실제 금융 거래가 아니다. 토지 후속 자료 비교는 별도 규칙으로 구현됐고 등기 소유권 실조회와 외부 알림은 미연결이다.</a:t>
            </a:r>
          </a:p>
          <a:p xmlns:a="http://schemas.openxmlformats.org/drawingml/2006/main">
            <a:r>
              <a:t>시연 금액 · 재산 비교는 등록 자료 기준 · 실제 금융 거래 없음</a:t>
            </a:r>
          </a:p>
          <a:p xmlns:a="http://schemas.openxmlformats.org/drawingml/2006/main">
            <a:r>
              <a:t>출처: D:/Project/royal-family/ppt/data/implementation-evidence-v7.json</a:t>
            </a:r>
          </a:p>
          <a:p xmlns:a="http://schemas.openxmlformats.org/drawingml/2006/main">
            <a:r>
              <a:t>출처: D:/Project/royal-family/ppt/assets/ir-v11/ui-accounting.jpg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등록된 법령·판례 링크, 규약, 자료 누락 및 조건별 가상 전문가 후보와 상담 준비를 다룬다. 법률 판단을 자동 확정하거나 실제 전문가 매칭이 완료된다는 주장이 아니다.</a:t>
            </a:r>
          </a:p>
          <a:p xmlns:a="http://schemas.openxmlformats.org/drawingml/2006/main">
            <a:r>
              <a:t>공식 근거 링크와 상담 준비 화면 · 후보는 가상 데이터</a:t>
            </a:r>
          </a:p>
          <a:p xmlns:a="http://schemas.openxmlformats.org/drawingml/2006/main">
            <a:r>
              <a:t>출처: D:/Project/royal-family/ppt/data/implementation-evidence-v7.json</a:t>
            </a:r>
          </a:p>
          <a:p xmlns:a="http://schemas.openxmlformats.org/drawingml/2006/main">
            <a:r>
              <a:t>출처: D:/Project/royal-family/ppt/assets/ir-v11/ui-legal.jpg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{"value":237071,"basis_date":"2024-06","source":"https://ebook.kabl.kr/registrationforum/202409/11/","source_detail":"2024년 제1회 등기법포럼 발표자료, 인쇄면 9쪽, 김영대. 국토부 부동산종합공부시스템 조회 결과 인용.","boundary":"부동산등기용 등록 종중. 모든 자연발생 종중이나 유료 구매자를 센 통계가 아님."}</a:t>
            </a:r>
          </a:p>
          <a:p xmlns:a="http://schemas.openxmlformats.org/drawingml/2006/main">
            <a:r>
              <a:t>2024.6 기준, 등기법포럼 자료의 국토교통부 조회값. 등록 종중 수이며 유료 고객 수는 아님.</a:t>
            </a:r>
          </a:p>
          <a:p xmlns:a="http://schemas.openxmlformats.org/drawingml/2006/main">
            <a:r>
              <a:t>출처: https://ebook.kabl.kr/registrationforum/202409/11/</a:t>
            </a:r>
          </a:p>
          <a:p xmlns:a="http://schemas.openxmlformats.org/drawingml/2006/main">
            <a:r>
              <a:t>출처: D:/Project/royal-family/ppt/data/market-estimate-v6.json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"as_of": "2026-10-09",</a:t>
            </a:r>
          </a:p>
          <a:p xmlns:a="http://schemas.openxmlformats.org/drawingml/2006/main">
            <a:r>
              <a:t>  "currency": "KRW",</a:t>
            </a:r>
          </a:p>
          <a:p xmlns:a="http://schemas.openxmlformats.org/drawingml/2006/main">
            <a:r>
              <a:t>  "purpose": "발표용 구독매출 환산. 실제 매출, 검증된 수요, 확정 요금 아님.",</a:t>
            </a:r>
          </a:p>
          <a:p xmlns:a="http://schemas.openxmlformats.org/drawingml/2006/main">
            <a:r>
              <a:t>  "registered_clans": {</a:t>
            </a:r>
          </a:p>
          <a:p xmlns:a="http://schemas.openxmlformats.org/drawingml/2006/main">
            <a:r>
              <a:t>    "value": 237071,</a:t>
            </a:r>
          </a:p>
          <a:p xmlns:a="http://schemas.openxmlformats.org/drawingml/2006/main">
            <a:r>
              <a:t>    "basis_date": "2024-06",</a:t>
            </a:r>
          </a:p>
          <a:p xmlns:a="http://schemas.openxmlformats.org/drawingml/2006/main">
            <a:r>
              <a:t>    "source": "https://ebook.kabl.kr/registrationforum/202409/11/",</a:t>
            </a:r>
          </a:p>
          <a:p xmlns:a="http://schemas.openxmlformats.org/drawingml/2006/main">
            <a:r>
              <a:t>    "source_detail": "2024년 제1회 등기법포럼 발표자료, 인쇄면 9쪽, 김영대. 국토부 부동산종합공부시스템 조회 결과 인용.",</a:t>
            </a:r>
          </a:p>
          <a:p xmlns:a="http://schemas.openxmlformats.org/drawingml/2006/main">
            <a:r>
              <a:t>    "boundary": "부동산등기용 등록 종중. 모든 자연발생 종중이나 유료 구매자를 센 통계가 아님."</a:t>
            </a:r>
          </a:p>
          <a:p xmlns:a="http://schemas.openxmlformats.org/drawingml/2006/main">
            <a:r>
              <a:t>  },</a:t>
            </a:r>
          </a:p>
          <a:p xmlns:a="http://schemas.openxmlformats.org/drawingml/2006/main">
            <a:r>
              <a:t>  "subscription_assumption": {</a:t>
            </a:r>
          </a:p>
          <a:p xmlns:a="http://schemas.openxmlformats.org/drawingml/2006/main">
            <a:r>
              <a:t>    "annual_fee_per_clan": 500000,</a:t>
            </a:r>
          </a:p>
          <a:p xmlns:a="http://schemas.openxmlformats.org/drawingml/2006/main">
            <a:r>
              <a:t>    "vat_included": false,</a:t>
            </a:r>
          </a:p>
          <a:p xmlns:a="http://schemas.openxmlformats.org/drawingml/2006/main">
            <a:r>
              <a:t>    "benchmark": "https://fundservice.zuzu.network/fund-pricing/",</a:t>
            </a:r>
          </a:p>
          <a:p xmlns:a="http://schemas.openxmlformats.org/drawingml/2006/main">
            <a:r>
              <a:t>    "benchmark_detail": "ZUZU Fund Service의 20억 원 미만 투자조합 운영·관리 공개 요금: 연 500000원, VAT 별도, 2026-10-09 브라우저 확인.",</a:t>
            </a:r>
          </a:p>
          <a:p xmlns:a="http://schemas.openxmlformats.org/drawingml/2006/main">
            <a:r>
              <a:t>    "boundary": "다른 고객군의 인접 서비스 요금을 계산 기준으로 참고. 종중의 지불 의사나 명문가의 확정 판매 가격은 검증 전. 전문가 수임료와 일회성 설립비 제외."</a:t>
            </a:r>
          </a:p>
          <a:p xmlns:a="http://schemas.openxmlformats.org/drawingml/2006/main">
            <a:r>
              <a:t>  },</a:t>
            </a:r>
          </a:p>
          <a:p xmlns:a="http://schemas.openxmlformats.org/drawingml/2006/main">
            <a:r>
              <a:t>  "professional_management_exclusion": {</a:t>
            </a:r>
          </a:p>
          <a:p xmlns:a="http://schemas.openxmlformats.org/drawingml/2006/main">
            <a:r>
              <a:t>    "definition": "전담 인력과 관리 체계를 갖춘 종중. 사용자 확인 기준. 수익사업이나 토지 종류만으로 제외하지 않음.",</a:t>
            </a:r>
          </a:p>
          <a:p xmlns:a="http://schemas.openxmlformats.org/drawingml/2006/main">
            <a:r>
              <a:t>    "fraction_assumption": 0.2,</a:t>
            </a:r>
          </a:p>
          <a:p xmlns:a="http://schemas.openxmlformats.org/drawingml/2006/main">
            <a:r>
              <a:t>    "basis": "직접 집계된 전국 통계가 확인되지 않아 사용한 초안 시나리오. 실제 사업형 종중 비중으로 제시하지 않음.",</a:t>
            </a:r>
          </a:p>
          <a:p xmlns:a="http://schemas.openxmlformats.org/drawingml/2006/main">
            <a:r>
              <a:t>    "excluded_clans": 47414,</a:t>
            </a:r>
          </a:p>
          <a:p xmlns:a="http://schemas.openxmlformats.org/drawingml/2006/main">
            <a:r>
              <a:t>    "eligible_fraction_assumption": 0.8</a:t>
            </a:r>
          </a:p>
          <a:p xmlns:a="http://schemas.openxmlformats.org/drawingml/2006/main">
            <a:r>
              <a:t>  },</a:t>
            </a:r>
          </a:p>
          <a:p xmlns:a="http://schemas.openxmlformats.org/drawingml/2006/main">
            <a:r>
              <a:t>  "TAM": {</a:t>
            </a:r>
          </a:p>
          <a:p xmlns:a="http://schemas.openxmlformats.org/drawingml/2006/main">
            <a:r>
              <a:t>    "clans": 237071,</a:t>
            </a:r>
          </a:p>
          <a:p xmlns:a="http://schemas.openxmlformats.org/drawingml/2006/main">
            <a:r>
              <a:t>    "annual_subscription_revenue_won": 118535500000,</a:t>
            </a:r>
          </a:p>
          <a:p xmlns:a="http://schemas.openxmlformats.org/drawingml/2006/main">
            <a:r>
              <a:t>    "display_eok": 1185.36,</a:t>
            </a:r>
          </a:p>
          <a:p xmlns:a="http://schemas.openxmlformats.org/drawingml/2006/main">
            <a:r>
              <a:t>    "definition": "국내 부동산등기용 등록 종중. 확인 가능한 잠재 고객 모수."</a:t>
            </a:r>
          </a:p>
          <a:p xmlns:a="http://schemas.openxmlformats.org/drawingml/2006/main">
            <a:r>
              <a:t>  },</a:t>
            </a:r>
          </a:p>
          <a:p xmlns:a="http://schemas.openxmlformats.org/drawingml/2006/main">
            <a:r>
              <a:t>  "SAM": {</a:t>
            </a:r>
          </a:p>
          <a:p xmlns:a="http://schemas.openxmlformats.org/drawingml/2006/main">
            <a:r>
              <a:t>    "clans": 189657,</a:t>
            </a:r>
          </a:p>
          <a:p xmlns:a="http://schemas.openxmlformats.org/drawingml/2006/main">
            <a:r>
              <a:t>    "annual_subscription_revenue_won": 94828500000,</a:t>
            </a:r>
          </a:p>
          <a:p xmlns:a="http://schemas.openxmlformats.org/drawingml/2006/main">
            <a:r>
              <a:t>    "display_eok": 948.29,</a:t>
            </a:r>
          </a:p>
          <a:p xmlns:a="http://schemas.openxmlformats.org/drawingml/2006/main">
            <a:r>
              <a:t>    "definition": "전국 등록 종중 중 전담 관리 체계를 갖춘 종중을 20% 제외하는 초안 가정."</a:t>
            </a:r>
          </a:p>
          <a:p xmlns:a="http://schemas.openxmlformats.org/drawingml/2006/main">
            <a:r>
              <a:t>  },</a:t>
            </a:r>
          </a:p>
          <a:p xmlns:a="http://schemas.openxmlformats.org/drawingml/2006/main">
            <a:r>
              <a:t>  "SOM": {</a:t>
            </a:r>
          </a:p>
          <a:p xmlns:a="http://schemas.openxmlformats.org/drawingml/2006/main">
            <a:r>
              <a:t>    "clans": 1897,</a:t>
            </a:r>
          </a:p>
          <a:p xmlns:a="http://schemas.openxmlformats.org/drawingml/2006/main">
            <a:r>
              <a:t>    "annual_run_rate_won": 948500000,</a:t>
            </a:r>
          </a:p>
          <a:p xmlns:a="http://schemas.openxmlformats.org/drawingml/2006/main">
            <a:r>
              <a:t>    "display_eok": 9.49,</a:t>
            </a:r>
          </a:p>
          <a:p xmlns:a="http://schemas.openxmlformats.org/drawingml/2006/main">
            <a:r>
              <a:t>    "penetration_assumption": 0.01,</a:t>
            </a:r>
          </a:p>
          <a:p xmlns:a="http://schemas.openxmlformats.org/drawingml/2006/main">
            <a:r>
              <a:t>    "horizon_years": 3</a:t>
            </a:r>
          </a:p>
          <a:p xmlns:a="http://schemas.openxmlformats.org/drawingml/2006/main">
            <a:r>
              <a:t>  },</a:t>
            </a:r>
          </a:p>
          <a:p xmlns:a="http://schemas.openxmlformats.org/drawingml/2006/main">
            <a:r>
              <a:t>  "SOM_scenarios": [</a:t>
            </a:r>
          </a:p>
          <a:p xmlns:a="http://schemas.openxmlformats.org/drawingml/2006/main">
            <a:r>
              <a:t>    {</a:t>
            </a:r>
          </a:p>
          <a:p xmlns:a="http://schemas.openxmlformats.org/drawingml/2006/main">
            <a:r>
              <a:t>      "penetration_assumption": 0.005,</a:t>
            </a:r>
          </a:p>
          <a:p xmlns:a="http://schemas.openxmlformats.org/drawingml/2006/main">
            <a:r>
              <a:t>      "clans": 948,</a:t>
            </a:r>
          </a:p>
          <a:p xmlns:a="http://schemas.openxmlformats.org/drawingml/2006/main">
            <a:r>
              <a:t>      "annual_run_rate_won": 474000000,</a:t>
            </a:r>
          </a:p>
          <a:p xmlns:a="http://schemas.openxmlformats.org/drawingml/2006/main">
            <a:r>
              <a:t>      "display_eok": 4.74</a:t>
            </a:r>
          </a:p>
          <a:p xmlns:a="http://schemas.openxmlformats.org/drawingml/2006/main">
            <a:r>
              <a:t>    },</a:t>
            </a:r>
          </a:p>
          <a:p xmlns:a="http://schemas.openxmlformats.org/drawingml/2006/main">
            <a:r>
              <a:t>    {</a:t>
            </a:r>
          </a:p>
          <a:p xmlns:a="http://schemas.openxmlformats.org/drawingml/2006/main">
            <a:r>
              <a:t>      "penetration_assumption": 0.01,</a:t>
            </a:r>
          </a:p>
          <a:p xmlns:a="http://schemas.openxmlformats.org/drawingml/2006/main">
            <a:r>
              <a:t>      "clans": 1897,</a:t>
            </a:r>
          </a:p>
          <a:p xmlns:a="http://schemas.openxmlformats.org/drawingml/2006/main">
            <a:r>
              <a:t>      "annual_run_rate_won": 948500000,</a:t>
            </a:r>
          </a:p>
          <a:p xmlns:a="http://schemas.openxmlformats.org/drawingml/2006/main">
            <a:r>
              <a:t>      "display_eok": 9.49</a:t>
            </a:r>
          </a:p>
          <a:p xmlns:a="http://schemas.openxmlformats.org/drawingml/2006/main">
            <a:r>
              <a:t>    },</a:t>
            </a:r>
          </a:p>
          <a:p xmlns:a="http://schemas.openxmlformats.org/drawingml/2006/main">
            <a:r>
              <a:t>    {</a:t>
            </a:r>
          </a:p>
          <a:p xmlns:a="http://schemas.openxmlformats.org/drawingml/2006/main">
            <a:r>
              <a:t>      "penetration_assumption": 0.02,</a:t>
            </a:r>
          </a:p>
          <a:p xmlns:a="http://schemas.openxmlformats.org/drawingml/2006/main">
            <a:r>
              <a:t>      "clans": 3793,</a:t>
            </a:r>
          </a:p>
          <a:p xmlns:a="http://schemas.openxmlformats.org/drawingml/2006/main">
            <a:r>
              <a:t>      "annual_run_rate_won": 1896500000,</a:t>
            </a:r>
          </a:p>
          <a:p xmlns:a="http://schemas.openxmlformats.org/drawingml/2006/main">
            <a:r>
              <a:t>      "display_eok": 18.97</a:t>
            </a:r>
          </a:p>
          <a:p xmlns:a="http://schemas.openxmlformats.org/drawingml/2006/main">
            <a:r>
              <a:t>    }</a:t>
            </a:r>
          </a:p>
          <a:p xmlns:a="http://schemas.openxmlformats.org/drawingml/2006/main">
            <a:r>
              <a:t>  ],</a:t>
            </a:r>
          </a:p>
          <a:p xmlns:a="http://schemas.openxmlformats.org/drawingml/2006/main">
            <a:r>
              <a:t>  "SAM_scenarios": [</a:t>
            </a:r>
          </a:p>
          <a:p xmlns:a="http://schemas.openxmlformats.org/drawingml/2006/main">
            <a:r>
              <a:t>    {</a:t>
            </a:r>
          </a:p>
          <a:p xmlns:a="http://schemas.openxmlformats.org/drawingml/2006/main">
            <a:r>
              <a:t>      "professional_exclusion_assumption": 0.1,</a:t>
            </a:r>
          </a:p>
          <a:p xmlns:a="http://schemas.openxmlformats.org/drawingml/2006/main">
            <a:r>
              <a:t>      "clans": 213364,</a:t>
            </a:r>
          </a:p>
          <a:p xmlns:a="http://schemas.openxmlformats.org/drawingml/2006/main">
            <a:r>
              <a:t>      "annual_subscription_revenue_won": 106682000000,</a:t>
            </a:r>
          </a:p>
          <a:p xmlns:a="http://schemas.openxmlformats.org/drawingml/2006/main">
            <a:r>
              <a:t>      "display_eok": 1066.82</a:t>
            </a:r>
          </a:p>
          <a:p xmlns:a="http://schemas.openxmlformats.org/drawingml/2006/main">
            <a:r>
              <a:t>    },</a:t>
            </a:r>
          </a:p>
          <a:p xmlns:a="http://schemas.openxmlformats.org/drawingml/2006/main">
            <a:r>
              <a:t>    {</a:t>
            </a:r>
          </a:p>
          <a:p xmlns:a="http://schemas.openxmlformats.org/drawingml/2006/main">
            <a:r>
              <a:t>      "professional_exclusion_assumption": 0.2,</a:t>
            </a:r>
          </a:p>
          <a:p xmlns:a="http://schemas.openxmlformats.org/drawingml/2006/main">
            <a:r>
              <a:t>      "clans": 189657,</a:t>
            </a:r>
          </a:p>
          <a:p xmlns:a="http://schemas.openxmlformats.org/drawingml/2006/main">
            <a:r>
              <a:t>      "annual_subscription_revenue_won": 94828500000,</a:t>
            </a:r>
          </a:p>
          <a:p xmlns:a="http://schemas.openxmlformats.org/drawingml/2006/main">
            <a:r>
              <a:t>      "display_eok": 948.29</a:t>
            </a:r>
          </a:p>
          <a:p xmlns:a="http://schemas.openxmlformats.org/drawingml/2006/main">
            <a:r>
              <a:t>    },</a:t>
            </a:r>
          </a:p>
          <a:p xmlns:a="http://schemas.openxmlformats.org/drawingml/2006/main">
            <a:r>
              <a:t>    {</a:t>
            </a:r>
          </a:p>
          <a:p xmlns:a="http://schemas.openxmlformats.org/drawingml/2006/main">
            <a:r>
              <a:t>      "professional_exclusion_assumption": 0.3,</a:t>
            </a:r>
          </a:p>
          <a:p xmlns:a="http://schemas.openxmlformats.org/drawingml/2006/main">
            <a:r>
              <a:t>      "clans": 165950,</a:t>
            </a:r>
          </a:p>
          <a:p xmlns:a="http://schemas.openxmlformats.org/drawingml/2006/main">
            <a:r>
              <a:t>      "annual_subscription_revenue_won": 82975000000,</a:t>
            </a:r>
          </a:p>
          <a:p xmlns:a="http://schemas.openxmlformats.org/drawingml/2006/main">
            <a:r>
              <a:t>      "display_eok": 829.75</a:t>
            </a:r>
          </a:p>
          <a:p xmlns:a="http://schemas.openxmlformats.org/drawingml/2006/main">
            <a:r>
              <a:t>    }</a:t>
            </a:r>
          </a:p>
          <a:p xmlns:a="http://schemas.openxmlformats.org/drawingml/2006/main">
            <a:r>
              <a:t>  ],</a:t>
            </a:r>
          </a:p>
          <a:p xmlns:a="http://schemas.openxmlformats.org/drawingml/2006/main">
            <a:r>
              <a:t>  "rounding": "SAM 고객 수와 SOM 고객 수는 각각 계산 후 정수 반올림. 억원 표시는 원 금액에서 0.01억원 단위 반올림.",</a:t>
            </a:r>
          </a:p>
          <a:p xmlns:a="http://schemas.openxmlformats.org/drawingml/2006/main">
            <a:r>
              <a:t>  "market_boundary": "TAM과 SAM은 각 모수 전체가 가정 구독료를 낼 때의 연간 매출 환산. SOM은 3년 도달 시점의 연환산 매출 시나리오. 토지 자산가치, 현재 매출이나 3년 누적 매출 아님.",</a:t>
            </a:r>
          </a:p>
          <a:p xmlns:a="http://schemas.openxmlformats.org/drawingml/2006/main">
            <a:r>
              <a:t>  "diagram_boundary": "중첩 원은 집합의 포함 관계. 원 면적은 시장 규모나 비율에 비례하지 않음.",</a:t>
            </a:r>
          </a:p>
          <a:p xmlns:a="http://schemas.openxmlformats.org/drawingml/2006/main">
            <a:r>
              <a:t>  "precedent_search": {</a:t>
            </a:r>
          </a:p>
          <a:p xmlns:a="http://schemas.openxmlformats.org/drawingml/2006/main">
            <a:r>
              <a:t>    "displayed_entries": 1416,</a:t>
            </a:r>
          </a:p>
          <a:p xmlns:a="http://schemas.openxmlformats.org/drawingml/2006/main">
            <a:r>
              <a:t>    "date": "2026-10-09",</a:t>
            </a:r>
          </a:p>
          <a:p xmlns:a="http://schemas.openxmlformats.org/drawingml/2006/main">
            <a:r>
              <a:t>    "query": "종중",</a:t>
            </a:r>
          </a:p>
          <a:p xmlns:a="http://schemas.openxmlformats.org/drawingml/2006/main">
            <a:r>
              <a:t>    "scope": "국가법령정보센터 판례 검색, 전체 검색, 기간 제한 없음",</a:t>
            </a:r>
          </a:p>
          <a:p xmlns:a="http://schemas.openxmlformats.org/drawingml/2006/main">
            <a:r>
              <a:t>    "source": "https://www.law.go.kr/precSc.do?menuId=7&amp;query=%EC%A2%85%EC%A4%91",</a:t>
            </a:r>
          </a:p>
          <a:p xmlns:a="http://schemas.openxmlformats.org/drawingml/2006/main">
            <a:r>
              <a:t>    "evidence": "evidence/precedent-search-20261009.jpg",</a:t>
            </a:r>
          </a:p>
          <a:p xmlns:a="http://schemas.openxmlformats.org/drawingml/2006/main">
            <a:r>
              <a:t>    "boundary": "전국 연간 분쟁 건수나 고유 사건 수가 아닌 공개 판례 검색 결과 수. 심급·요약 등 중복 항목과 조세 사건이 포함될 수 있음."</a:t>
            </a:r>
          </a:p>
          <a:p xmlns:a="http://schemas.openxmlformats.org/drawingml/2006/main">
            <a:r>
              <a:t>  }</a:t>
            </a:r>
          </a:p>
          <a:p xmlns:a="http://schemas.openxmlformats.org/drawingml/2006/main">
            <a:r>
              <a:t>}</a:t>
            </a:r>
          </a:p>
          <a:p xmlns:a="http://schemas.openxmlformats.org/drawingml/2006/main">
            <a:r>
              <a:t>연 50만원, 전담 관리 종중 20% 제외, 3년 내 1% 확보 가정. 원은 포함 관계이며 면적 비례 아님.</a:t>
            </a:r>
          </a:p>
          <a:p xmlns:a="http://schemas.openxmlformats.org/drawingml/2006/main">
            <a:r>
              <a:t>출처: https://ebook.kabl.kr/registrationforum/202409/11/</a:t>
            </a:r>
          </a:p>
          <a:p xmlns:a="http://schemas.openxmlformats.org/drawingml/2006/main">
            <a:r>
              <a:t>출처: https://fundservice.zuzu.network/fund-pricing/</a:t>
            </a:r>
          </a:p>
          <a:p xmlns:a="http://schemas.openxmlformats.org/drawingml/2006/main">
            <a:r>
              <a:t>출처: D:/Project/royal-family/ppt/data/market-estimate-v6.json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netration_assumption":0.005,"clans":948,"annual_run_rate_won":474000000,"display_eok":4.74},{"penetration_assumption":0.01,"clans":1897,"annual_run_rate_won":948500000,"display_eok":9.49},{"penetration_assumption":0.02,"clans":3793,"annual_run_rate_won":1896500000,"display_eok":18.97}]</a:t>
            </a:r>
          </a:p>
          <a:p xmlns:a="http://schemas.openxmlformats.org/drawingml/2006/main">
            <a:r>
              <a:t>TAM과 SAM은 각 모수 전체가 가정 구독료를 낼 때의 연간 매출 환산. SOM은 3년 도달 시점의 연환산 매출 시나리오. 토지 자산가치, 현재 매출이나 3년 누적 매출 아님.</a:t>
            </a:r>
          </a:p>
          <a:p xmlns:a="http://schemas.openxmlformats.org/drawingml/2006/main">
            <a:r>
              <a:t>SAM 189,657개, 연 50만원 가정. 3년 도달 시점의 연환산 매출이며 누적 매출·실적이 아님.</a:t>
            </a:r>
          </a:p>
          <a:p xmlns:a="http://schemas.openxmlformats.org/drawingml/2006/main">
            <a:r>
              <a:t>출처: D:/Project/royal-family/ppt/data/market-estimate-v6.json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통화 음성 전사와 문맥 보완, PRD·종원 페르소나·업무 흐름, 화면·업무 코드·배포, 법령·판례·공개 필지 수집, 단위·PBT·독립 UI 검수를 한 페이지에 모았다. 가상 페르소나는 실제 사용자 조사 표본이 아니며 공식 자료 수집과 서비스 색인은 별도다.</a:t>
            </a:r>
          </a:p>
          <a:p xmlns:a="http://schemas.openxmlformats.org/drawingml/2006/main">
            <a:r>
              <a:t>출처: D:/Project/royal-family/ppt/data/implementation-evidence-v7.json</a:t>
            </a:r>
          </a:p>
          <a:p xmlns:a="http://schemas.openxmlformats.org/drawingml/2006/main">
            <a:r>
              <a:t>출처: D:/Project/royal-family/docs/prd/hackathon-prd.md</a:t>
            </a:r>
          </a:p>
          <a:p xmlns:a="http://schemas.openxmlformats.org/drawingml/2006/main">
            <a:r>
              <a:t>출처: D:/Project/royal-family/rawdata/Law/catalog.json</a:t>
            </a:r>
          </a:p>
          <a:p xmlns:a="http://schemas.openxmlformats.org/drawingml/2006/main">
            <a:r>
              <a:t>출처: D:/Project/royal-family/ppt/data/parcel-source-v7.json</a:t>
            </a:r>
          </a:p>
          <a:p xmlns:a="http://schemas.openxmlformats.org/drawingml/2006/main">
            <a:r>
              <a:t>출처: D:/Project/royal-family/qa/ui-acceptance-2026-10-09.md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코드의 웹 화면, HTTP 조립 계층, 공개 업무 함수, 의미별 업무 모듈과 저장소·AI 어댑터를 구분한 하이레벨 구조다. 도메인 모듈은 조직·재산·회계·회의·문서·법률·AI 작업에 더해 변경 이벤트와 원격 자원 정리 책임을 나눴다. 하나의 Sites 배포 단위이며 별도 마이크로서비스를 뜻하지 않는다. D1은 상태·버전·outbox, R2는 원본, OpenAI는 전사·생성·검색을 맡는다. Agents 연결은 뒤의 For Agents에서 별도로 다룬다.</a:t>
            </a:r>
          </a:p>
          <a:p xmlns:a="http://schemas.openxmlformats.org/drawingml/2006/main">
            <a:r>
              <a:t>출처: D:/Project/royal-family/docs/architecture/system-design.md</a:t>
            </a:r>
          </a:p>
          <a:p xmlns:a="http://schemas.openxmlformats.org/drawingml/2006/main">
            <a:r>
              <a:t>출처: D:/Project/royal-family/service/modules/royal/domain.cljs</a:t>
            </a:r>
          </a:p>
          <a:p xmlns:a="http://schemas.openxmlformats.org/drawingml/2006/main">
            <a:r>
              <a:t>출처: D:/Project/royal-family/service/app/api/store.ts</a:t>
            </a:r>
          </a:p>
          <a:p xmlns:a="http://schemas.openxmlformats.org/drawingml/2006/main">
            <a:r>
              <a:t>출처: D:/Project/royal-family/service/app/api/ai/jobs.ts</a:t>
            </a:r>
          </a:p>
          <a:p xmlns:a="http://schemas.openxmlformats.org/drawingml/2006/main">
            <a:r>
              <a:t>출처: D:/Project/royal-family/service/modules/royal/resources.cljs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코드의 모델 ID는 whisper-1, gpt-6-luna, gpt-6.1-sol이다. Luna Decisions는 gpt-6-luna를 /decisions에서 호출해 생성 모델과 다음 검토 단계를 각각 선택한다. 전사는 한국어 verbose_json과 segment timestamps를 사용한다. 생성은 Responses와 strict JSON Schema를 사용하지만 발표 화면에는 API 형식 세부 명칭을 나열하지 않았다. File Search는 선택한 문서 버전을 임시 vector store에 넣고 인용 범위를 검사한 뒤 정리한다. 이 장은 사용한 모델·기술의 역할이며 live API 검증 완료를 뜻하지 않는다.</a:t>
            </a:r>
          </a:p>
          <a:p xmlns:a="http://schemas.openxmlformats.org/drawingml/2006/main">
            <a:r>
              <a:t>출처: D:/Project/royal-family/docs/architecture/ai-runtime.md</a:t>
            </a:r>
          </a:p>
          <a:p xmlns:a="http://schemas.openxmlformats.org/drawingml/2006/main">
            <a:r>
              <a:t>출처: D:/Project/royal-family/service/connectors/openai/workflows.mjs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개발자가 적용한 작업 방법을 정리한다. PRD에 요구사항과 완료 조건을 정의하고, 종원·전문가 페르소나로 정상·예외 시나리오를 검토했다. 모듈러 모놀리스에서 DDD의 업무 경계와 공개 함수를 적용하고, 순수 규칙을 cljs.test·test.check의 PBT로 검사한다. 문서 버전 보존, 중복 동의 방지, 회계 합계 일치는 관련 불변식이다. 실패 seed와 최소 반례로 재현한다. 모든 외부 연동 검증이나 안전성의 완전한 보증을 뜻하지 않는다.</a:t>
            </a:r>
          </a:p>
          <a:p xmlns:a="http://schemas.openxmlformats.org/drawingml/2006/main">
            <a:r>
              <a:t>출처: D:/Project/royal-family/docs/prd/hackathon-prd.md</a:t>
            </a:r>
          </a:p>
          <a:p xmlns:a="http://schemas.openxmlformats.org/drawingml/2006/main">
            <a:r>
              <a:t>출처: D:/Project/royal-family/docs/architecture/system-design.md</a:t>
            </a:r>
          </a:p>
          <a:p xmlns:a="http://schemas.openxmlformats.org/drawingml/2006/main">
            <a:r>
              <a:t>출처: D:/Project/royal-family/AGENTS.md</a:t>
            </a:r>
          </a:p>
          <a:p xmlns:a="http://schemas.openxmlformats.org/drawingml/2006/main">
            <a:r>
              <a:t>출처: D:/Project/royal-family/docs/architecture/testing.md</a:t>
            </a:r>
          </a:p>
          <a:p xmlns:a="http://schemas.openxmlformats.org/drawingml/2006/main">
            <a:r>
              <a:t>출처: D:/Project/royal-family/qa/scenarios/hackathon-use-cases.md</a:t>
            </a:r>
          </a:p>
          <a:p xmlns:a="http://schemas.openxmlformats.org/drawingml/2006/main">
            <a:r>
              <a:t>출처: D:/Project/royal-family/qa/persona/familly</a:t>
            </a:r>
          </a:p>
          <a:p xmlns:a="http://schemas.openxmlformats.org/drawingml/2006/main">
            <a:r>
              <a:t>출처: D:/Project/royal-family/service/modules/royal/domain.cljs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선정 페르소나별 평가다. 실제 고객 만족도 조사나 유료 고객 실적으로 해석하지 않는다. 평균은 제공된 6개 점수의 단순 평균이다.</a:t>
            </a:r>
          </a:p>
          <a:p xmlns:a="http://schemas.openxmlformats.org/drawingml/2006/main">
            <a:r>
              <a:t>이정호 · 59세, 총무 · ★ 5.0</a:t>
            </a:r>
          </a:p>
          <a:p xmlns:a="http://schemas.openxmlformats.org/drawingml/2006/main">
            <a:r>
              <a:t>“명부랑 전화 안내, 회의록이 한곳에서 이어지니 가게 문 닫고 같은 내용을 다시 옮겨 적을 일이 줄겠어요.”</a:t>
            </a:r>
          </a:p>
          <a:p xmlns:a="http://schemas.openxmlformats.org/drawingml/2006/main">
            <a:r>
              <a:t/>
            </a:r>
          </a:p>
          <a:p xmlns:a="http://schemas.openxmlformats.org/drawingml/2006/main">
            <a:r>
              <a:t>이영수 · 74세, 회장 · ★ 4.5</a:t>
            </a:r>
          </a:p>
          <a:p xmlns:a="http://schemas.openxmlformats.org/drawingml/2006/main">
            <a:r>
              <a:t>“어떤 근거로 결정했는지 다음 회장에게도 보여줄 수 있어 든든한데, 처음 익힐 때는 도움이 좀 필요하겠어요.”</a:t>
            </a:r>
          </a:p>
          <a:p xmlns:a="http://schemas.openxmlformats.org/drawingml/2006/main">
            <a:r>
              <a:t/>
            </a:r>
          </a:p>
          <a:p xmlns:a="http://schemas.openxmlformats.org/drawingml/2006/main">
            <a:r>
              <a:t>이서연 · 42세, 일과 돌봄을 병행하는 종원 · ★ 4.5</a:t>
            </a:r>
          </a:p>
          <a:p xmlns:a="http://schemas.openxmlformats.org/drawingml/2006/main">
            <a:r>
              <a:t>“휴대폰으로 자료를 보고 참석 여부와 의견을 따로 남길 수 있으니, 회의에 못 가도 제 뜻은 전할 수 있겠어요.”</a:t>
            </a:r>
          </a:p>
          <a:p xmlns:a="http://schemas.openxmlformats.org/drawingml/2006/main">
            <a:r>
              <a:t/>
            </a:r>
          </a:p>
          <a:p xmlns:a="http://schemas.openxmlformats.org/drawingml/2006/main">
            <a:r>
              <a:t>이순자 · 81세, 전화·종이 중심 종원 · ★ 4.0</a:t>
            </a:r>
          </a:p>
          <a:p xmlns:a="http://schemas.openxmlformats.org/drawingml/2006/main">
            <a:r>
              <a:t>“가입 안 해도 총무가 제 말을 기록해주는 건 좋은데, 중요한 안건은 계속 전화로 설명해줬으면 해요.”</a:t>
            </a:r>
          </a:p>
          <a:p xmlns:a="http://schemas.openxmlformats.org/drawingml/2006/main">
            <a:r>
              <a:t/>
            </a:r>
          </a:p>
          <a:p xmlns:a="http://schemas.openxmlformats.org/drawingml/2006/main">
            <a:r>
              <a:t>이상훈 · 55세, 기록에 이의를 제기한 종원 · ★ 4.5</a:t>
            </a:r>
          </a:p>
          <a:p xmlns:a="http://schemas.openxmlformats.org/drawingml/2006/main">
            <a:r>
              <a:t>“회의록 원본과 정정 이유를 직접 확인할 수 있으니, 말이 엇갈려도 어떤 기록부터 봐야 할지는 알겠네요.”</a:t>
            </a:r>
          </a:p>
          <a:p xmlns:a="http://schemas.openxmlformats.org/drawingml/2006/main">
            <a:r>
              <a:t/>
            </a:r>
          </a:p>
          <a:p xmlns:a="http://schemas.openxmlformats.org/drawingml/2006/main">
            <a:r>
              <a:t>정수민 · 토지 등기 업무 법무사 · ★ 4.5</a:t>
            </a:r>
          </a:p>
          <a:p xmlns:a="http://schemas.openxmlformats.org/drawingml/2006/main">
            <a:r>
              <a:t>“신청 목적과 빠진 서류가 정리돼 있으면 상담을 시작하기 수월하고, 원본과 위임 관계 확인에 더 집중할 수 있겠어요.”</a:t>
            </a:r>
          </a:p>
          <a:p xmlns:a="http://schemas.openxmlformats.org/drawingml/2006/main">
            <a:r>
              <a:t>출처: D:/Project/royal-family/ppt/data/persona-reviews-v12.json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사용자가 제공한 AI 리뷰의 개선 제안과 후속 개선 작업 지시 캡처다. 기존 리뷰 페이지를 배경으로 유지한다.</a:t>
            </a:r>
          </a:p>
          <a:p xmlns:a="http://schemas.openxmlformats.org/drawingml/2006/main">
            <a:r>
              <a:t>출처: D:/Project/royal-family/ppt/assets/ir-v16/sources.json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업무 기록을 바탕으로 확인할 일을 안내하는 Events 흐름을 소개한다.</a:t>
            </a:r>
          </a:p>
          <a:p xmlns:a="http://schemas.openxmlformats.org/drawingml/2006/main">
            <a:r>
              <a:t>출처: D:/Project/royal-family/rawdata/PPTPlan/script.md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Skills는 종중 업무를 다루는 절차, MCP는 공개 업무 기능의 조회와 실행, MCP Events는 자료 변경 후 확인을 안내하는 연결을 담당한다. 모두 이번 구현 범위다. 도구 서버, 이벤트 모듈 코드와 실제 ChatGPT 수신·응답 검증은 구분한다. 서비스 Skill과 Events의 전달 상태는 배포 기록과 별도로 확인해야 한다.</a:t>
            </a:r>
          </a:p>
          <a:p xmlns:a="http://schemas.openxmlformats.org/drawingml/2006/main">
            <a:r>
              <a:t>출처: D:/Project/royal-family/docs/architecture/mcp-and-skills.md</a:t>
            </a:r>
          </a:p>
          <a:p xmlns:a="http://schemas.openxmlformats.org/drawingml/2006/main">
            <a:r>
              <a:t>출처: D:/Project/royal-family/service/connectors/mcp/tools/catalog.ts</a:t>
            </a:r>
          </a:p>
          <a:p xmlns:a="http://schemas.openxmlformats.org/drawingml/2006/main">
            <a:r>
              <a:t>출처: D:/Project/royal-family/service/connectors/mcp/events/catalog.ts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사용자가 제공한 ChatGPT 로그인 계정 선택 화면이다. 제공된 화면은 변경 없이 사용했다. 계정 선택 화면 자체를 도구 실행·Events 수신이 완료된 증거로 확대 해석하지 않는다.</a:t>
            </a:r>
          </a:p>
          <a:p xmlns:a="http://schemas.openxmlformats.org/drawingml/2006/main">
            <a:r>
              <a:t>출처: D:/Project/royal-family/ppt/assets/ir-v14/chatgpt-login.png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명문가 브랜드 화면으로 발표를 마친다. 소나무와 사당 배경은 특정 실제 장소가 아닌 개념 일러스트다.</a:t>
            </a:r>
          </a:p>
          <a:p xmlns:a="http://schemas.openxmlformats.org/drawingml/2006/main">
            <a:r>
              <a:t>출처: D:/Project/royal-family/rawdata/PPTPlan/script.md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f9e43964c6e45e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20f300424f942b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638b255116142d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76310990471412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fc28e2e84744fa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ae882ee070545e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C362FB8-AD94-4B93-AC66-776EAFF4ECEB}"/>
              </a:ext>
            </a:extLst>
          </p:cNvPr>
          <p:cNvSpPr>
            <a:spLocks xmlns:a="http://schemas.openxmlformats.org/drawingml/2006/main" noGrp="1"/>
          </p:cNvSpPr>
          <p:nvPr>
            <p:ph type="title" idx="0"/>
          </p:nvPr>
        </p:nvSpPr>
        <p:spPr>
          <a:xfrm xmlns:a="http://schemas.openxmlformats.org/drawingml/2006/main">
            <a:off x="914400" y="1943100"/>
            <a:ext cx="7315200" cy="7429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6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1CEA4E0-FF03-40D3-BCF7-BB3C3728EFD0}"/>
              </a:ext>
            </a:extLst>
          </p:cNvPr>
          <p:cNvSpPr>
            <a:spLocks xmlns:a="http://schemas.openxmlformats.org/drawingml/2006/main" noGrp="1"/>
          </p:cNvSpPr>
          <p:nvPr>
            <p:ph type="subTitle" idx="1"/>
          </p:nvPr>
        </p:nvSpPr>
        <p:spPr>
          <a:xfrm xmlns:a="http://schemas.openxmlformats.org/drawingml/2006/main">
            <a:off x="1371600" y="2828925"/>
            <a:ext cx="6400800" cy="571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575"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A40C8E1-8CEB-4389-A9C8-2CC31A571F37}"/>
              </a:ext>
            </a:extLst>
          </p:cNvPr>
          <p:cNvSpPr>
            <a:spLocks xmlns:a="http://schemas.openxmlformats.org/drawingml/2006/main" noGrp="1"/>
          </p:cNvSpPr>
          <p:nvPr>
            <p:ph type="title" idx="0"/>
          </p:nvPr>
        </p:nvSpPr>
        <p:spPr>
          <a:xfrm xmlns:a="http://schemas.openxmlformats.org/drawingml/2006/main">
            <a:off x="914400" y="2143125"/>
            <a:ext cx="7315200" cy="857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F144FB2-B53E-46E6-A679-7CDA0EB580A3}"/>
              </a:ext>
            </a:extLst>
          </p:cNvPr>
          <p:cNvSpPr>
            <a:spLocks xmlns:a="http://schemas.openxmlformats.org/drawingml/2006/main" noGrp="1"/>
          </p:cNvSpPr>
          <p:nvPr>
            <p:ph type="title" idx="0"/>
          </p:nvPr>
        </p:nvSpPr>
        <p:spPr>
          <a:xfrm xmlns:a="http://schemas.openxmlformats.org/drawingml/2006/main">
            <a:off x="514350" y="400050"/>
            <a:ext cx="8115300" cy="6286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47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466AE16-22C1-49F3-91D5-0371DF1826E2}"/>
              </a:ext>
            </a:extLst>
          </p:cNvPr>
          <p:cNvSpPr>
            <a:spLocks xmlns:a="http://schemas.openxmlformats.org/drawingml/2006/main" noGrp="1"/>
          </p:cNvSpPr>
          <p:nvPr>
            <p:ph type="body" idx="1"/>
          </p:nvPr>
        </p:nvSpPr>
        <p:spPr>
          <a:xfrm xmlns:a="http://schemas.openxmlformats.org/drawingml/2006/main">
            <a:off x="514350" y="1428750"/>
            <a:ext cx="8115300" cy="320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688" b="0">
                <a:solidFill>
                  <a:schemeClr val="tx1"/>
                </a:solidFill>
                <a:latin typeface="+mn-lt"/>
                <a:ea typeface="+mn-lt"/>
                <a:cs typeface="+mn-lt"/>
              </a:defRPr>
            </a:defPPr>
            <a:lvl1pPr marL="171450" indent="-171450">
              <a:lnSpc>
                <a:spcPct val="110000"/>
              </a:lnSpc>
              <a:spcBef>
                <a:spcPts val="0"/>
              </a:spcBef>
              <a:spcAft>
                <a:spcPts val="900"/>
              </a:spcAft>
              <a:buChar char="•"/>
            </a:lvl1pPr>
            <a:lvl2pPr marL="400050" indent="-171450">
              <a:lnSpc>
                <a:spcPct val="110000"/>
              </a:lnSpc>
              <a:spcBef>
                <a:spcPts val="0"/>
              </a:spcBef>
              <a:spcAft>
                <a:spcPts val="900"/>
              </a:spcAft>
              <a:buChar char="•"/>
            </a:lvl2pPr>
            <a:lvl3pPr marL="628650" indent="-171450">
              <a:lnSpc>
                <a:spcPct val="110000"/>
              </a:lnSpc>
              <a:spcBef>
                <a:spcPts val="0"/>
              </a:spcBef>
              <a:spcAft>
                <a:spcPts val="900"/>
              </a:spcAft>
              <a:buChar char="•"/>
            </a:lvl3pPr>
            <a:lvl4pPr marL="857250" indent="-171450">
              <a:lnSpc>
                <a:spcPct val="110000"/>
              </a:lnSpc>
              <a:spcBef>
                <a:spcPts val="0"/>
              </a:spcBef>
              <a:spcAft>
                <a:spcPts val="900"/>
              </a:spcAft>
              <a:buChar char="•"/>
            </a:lvl4pPr>
            <a:lvl5pPr marL="1085850" indent="-171450">
              <a:lnSpc>
                <a:spcPct val="110000"/>
              </a:lnSpc>
              <a:spcBef>
                <a:spcPts val="0"/>
              </a:spcBef>
              <a:spcAft>
                <a:spcPts val="900"/>
              </a:spcAft>
              <a:buChar char="•"/>
            </a:lvl5pPr>
            <a:lvl6pPr marL="1314450" indent="-171450">
              <a:lnSpc>
                <a:spcPct val="110000"/>
              </a:lnSpc>
              <a:spcBef>
                <a:spcPts val="0"/>
              </a:spcBef>
              <a:spcAft>
                <a:spcPts val="900"/>
              </a:spcAft>
              <a:buChar char="•"/>
            </a:lvl6pPr>
            <a:lvl7pPr marL="1543050" indent="-171450">
              <a:lnSpc>
                <a:spcPct val="110000"/>
              </a:lnSpc>
              <a:spcBef>
                <a:spcPts val="0"/>
              </a:spcBef>
              <a:spcAft>
                <a:spcPts val="900"/>
              </a:spcAft>
              <a:buChar char="•"/>
            </a:lvl7pPr>
            <a:lvl8pPr marL="1771650" indent="-171450">
              <a:lnSpc>
                <a:spcPct val="110000"/>
              </a:lnSpc>
              <a:spcBef>
                <a:spcPts val="0"/>
              </a:spcBef>
              <a:spcAft>
                <a:spcPts val="900"/>
              </a:spcAft>
              <a:buChar char="•"/>
            </a:lvl8pPr>
            <a:lvl9pPr marL="2000250" indent="-171450">
              <a:lnSpc>
                <a:spcPct val="110000"/>
              </a:lnSpc>
              <a:spcBef>
                <a:spcPts val="0"/>
              </a:spcBef>
              <a:spcAft>
                <a:spcPts val="9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EDB9B2A-6CD8-44D8-86EF-78C913F4E3A1}"/>
              </a:ext>
            </a:extLst>
          </p:cNvPr>
          <p:cNvSpPr>
            <a:spLocks xmlns:a="http://schemas.openxmlformats.org/drawingml/2006/main" noGrp="1"/>
          </p:cNvSpPr>
          <p:nvPr>
            <p:ph type="title" idx="0"/>
          </p:nvPr>
        </p:nvSpPr>
        <p:spPr>
          <a:xfrm xmlns:a="http://schemas.openxmlformats.org/drawingml/2006/main">
            <a:off x="514350" y="400050"/>
            <a:ext cx="8115300" cy="6286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47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CF5E8F6-1F40-45CE-B28F-B79BB1A8316E}"/>
              </a:ext>
            </a:extLst>
          </p:cNvPr>
          <p:cNvSpPr>
            <a:spLocks xmlns:a="http://schemas.openxmlformats.org/drawingml/2006/main" noGrp="1"/>
          </p:cNvSpPr>
          <p:nvPr>
            <p:ph type="body" idx="1"/>
          </p:nvPr>
        </p:nvSpPr>
        <p:spPr>
          <a:xfrm xmlns:a="http://schemas.openxmlformats.org/drawingml/2006/main">
            <a:off x="514350" y="1428750"/>
            <a:ext cx="3771900" cy="320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575" b="0">
                <a:solidFill>
                  <a:schemeClr val="tx1"/>
                </a:solidFill>
                <a:latin typeface="+mn-lt"/>
                <a:ea typeface="+mn-lt"/>
                <a:cs typeface="+mn-lt"/>
              </a:defRPr>
            </a:defPPr>
            <a:lvl1pPr marL="171450" indent="-171450">
              <a:lnSpc>
                <a:spcPct val="110000"/>
              </a:lnSpc>
              <a:spcBef>
                <a:spcPts val="0"/>
              </a:spcBef>
              <a:spcAft>
                <a:spcPts val="900"/>
              </a:spcAft>
              <a:buChar char="•"/>
            </a:lvl1pPr>
            <a:lvl2pPr marL="400050" indent="-171450">
              <a:lnSpc>
                <a:spcPct val="110000"/>
              </a:lnSpc>
              <a:spcBef>
                <a:spcPts val="0"/>
              </a:spcBef>
              <a:spcAft>
                <a:spcPts val="900"/>
              </a:spcAft>
              <a:buChar char="•"/>
            </a:lvl2pPr>
            <a:lvl3pPr marL="628650" indent="-171450">
              <a:lnSpc>
                <a:spcPct val="110000"/>
              </a:lnSpc>
              <a:spcBef>
                <a:spcPts val="0"/>
              </a:spcBef>
              <a:spcAft>
                <a:spcPts val="900"/>
              </a:spcAft>
              <a:buChar char="•"/>
            </a:lvl3pPr>
            <a:lvl4pPr marL="857250" indent="-171450">
              <a:lnSpc>
                <a:spcPct val="110000"/>
              </a:lnSpc>
              <a:spcBef>
                <a:spcPts val="0"/>
              </a:spcBef>
              <a:spcAft>
                <a:spcPts val="900"/>
              </a:spcAft>
              <a:buChar char="•"/>
            </a:lvl4pPr>
            <a:lvl5pPr marL="1085850" indent="-171450">
              <a:lnSpc>
                <a:spcPct val="110000"/>
              </a:lnSpc>
              <a:spcBef>
                <a:spcPts val="0"/>
              </a:spcBef>
              <a:spcAft>
                <a:spcPts val="900"/>
              </a:spcAft>
              <a:buChar char="•"/>
            </a:lvl5pPr>
            <a:lvl6pPr marL="1314450" indent="-171450">
              <a:lnSpc>
                <a:spcPct val="110000"/>
              </a:lnSpc>
              <a:spcBef>
                <a:spcPts val="0"/>
              </a:spcBef>
              <a:spcAft>
                <a:spcPts val="900"/>
              </a:spcAft>
              <a:buChar char="•"/>
            </a:lvl6pPr>
            <a:lvl7pPr marL="1543050" indent="-171450">
              <a:lnSpc>
                <a:spcPct val="110000"/>
              </a:lnSpc>
              <a:spcBef>
                <a:spcPts val="0"/>
              </a:spcBef>
              <a:spcAft>
                <a:spcPts val="900"/>
              </a:spcAft>
              <a:buChar char="•"/>
            </a:lvl7pPr>
            <a:lvl8pPr marL="1771650" indent="-171450">
              <a:lnSpc>
                <a:spcPct val="110000"/>
              </a:lnSpc>
              <a:spcBef>
                <a:spcPts val="0"/>
              </a:spcBef>
              <a:spcAft>
                <a:spcPts val="900"/>
              </a:spcAft>
              <a:buChar char="•"/>
            </a:lvl8pPr>
            <a:lvl9pPr marL="2000250" indent="-171450">
              <a:lnSpc>
                <a:spcPct val="110000"/>
              </a:lnSpc>
              <a:spcBef>
                <a:spcPts val="0"/>
              </a:spcBef>
              <a:spcAft>
                <a:spcPts val="9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57C7104-C4A3-4A0C-BD34-7FB9B8D6C59A}"/>
              </a:ext>
            </a:extLst>
          </p:cNvPr>
          <p:cNvSpPr>
            <a:spLocks xmlns:a="http://schemas.openxmlformats.org/drawingml/2006/main" noGrp="1"/>
          </p:cNvSpPr>
          <p:nvPr>
            <p:ph type="body" idx="2"/>
          </p:nvPr>
        </p:nvSpPr>
        <p:spPr>
          <a:xfrm xmlns:a="http://schemas.openxmlformats.org/drawingml/2006/main">
            <a:off x="4857750" y="1428750"/>
            <a:ext cx="3771900" cy="320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575" b="0">
                <a:solidFill>
                  <a:schemeClr val="tx1"/>
                </a:solidFill>
                <a:latin typeface="+mn-lt"/>
                <a:ea typeface="+mn-lt"/>
                <a:cs typeface="+mn-lt"/>
              </a:defRPr>
            </a:defPPr>
            <a:lvl1pPr marL="171450" indent="-171450">
              <a:lnSpc>
                <a:spcPct val="110000"/>
              </a:lnSpc>
              <a:spcBef>
                <a:spcPts val="0"/>
              </a:spcBef>
              <a:spcAft>
                <a:spcPts val="900"/>
              </a:spcAft>
              <a:buChar char="•"/>
            </a:lvl1pPr>
            <a:lvl2pPr marL="400050" indent="-171450">
              <a:lnSpc>
                <a:spcPct val="110000"/>
              </a:lnSpc>
              <a:spcBef>
                <a:spcPts val="0"/>
              </a:spcBef>
              <a:spcAft>
                <a:spcPts val="900"/>
              </a:spcAft>
              <a:buChar char="•"/>
            </a:lvl2pPr>
            <a:lvl3pPr marL="628650" indent="-171450">
              <a:lnSpc>
                <a:spcPct val="110000"/>
              </a:lnSpc>
              <a:spcBef>
                <a:spcPts val="0"/>
              </a:spcBef>
              <a:spcAft>
                <a:spcPts val="900"/>
              </a:spcAft>
              <a:buChar char="•"/>
            </a:lvl3pPr>
            <a:lvl4pPr marL="857250" indent="-171450">
              <a:lnSpc>
                <a:spcPct val="110000"/>
              </a:lnSpc>
              <a:spcBef>
                <a:spcPts val="0"/>
              </a:spcBef>
              <a:spcAft>
                <a:spcPts val="900"/>
              </a:spcAft>
              <a:buChar char="•"/>
            </a:lvl4pPr>
            <a:lvl5pPr marL="1085850" indent="-171450">
              <a:lnSpc>
                <a:spcPct val="110000"/>
              </a:lnSpc>
              <a:spcBef>
                <a:spcPts val="0"/>
              </a:spcBef>
              <a:spcAft>
                <a:spcPts val="900"/>
              </a:spcAft>
              <a:buChar char="•"/>
            </a:lvl5pPr>
            <a:lvl6pPr marL="1314450" indent="-171450">
              <a:lnSpc>
                <a:spcPct val="110000"/>
              </a:lnSpc>
              <a:spcBef>
                <a:spcPts val="0"/>
              </a:spcBef>
              <a:spcAft>
                <a:spcPts val="900"/>
              </a:spcAft>
              <a:buChar char="•"/>
            </a:lvl6pPr>
            <a:lvl7pPr marL="1543050" indent="-171450">
              <a:lnSpc>
                <a:spcPct val="110000"/>
              </a:lnSpc>
              <a:spcBef>
                <a:spcPts val="0"/>
              </a:spcBef>
              <a:spcAft>
                <a:spcPts val="900"/>
              </a:spcAft>
              <a:buChar char="•"/>
            </a:lvl7pPr>
            <a:lvl8pPr marL="1771650" indent="-171450">
              <a:lnSpc>
                <a:spcPct val="110000"/>
              </a:lnSpc>
              <a:spcBef>
                <a:spcPts val="0"/>
              </a:spcBef>
              <a:spcAft>
                <a:spcPts val="900"/>
              </a:spcAft>
              <a:buChar char="•"/>
            </a:lvl8pPr>
            <a:lvl9pPr marL="2000250" indent="-171450">
              <a:lnSpc>
                <a:spcPct val="110000"/>
              </a:lnSpc>
              <a:spcBef>
                <a:spcPts val="0"/>
              </a:spcBef>
              <a:spcAft>
                <a:spcPts val="9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3F57AF8-E584-42E6-8BC6-4335FF868AB8}"/>
              </a:ext>
            </a:extLst>
          </p:cNvPr>
          <p:cNvSpPr>
            <a:spLocks xmlns:a="http://schemas.openxmlformats.org/drawingml/2006/main" noGrp="1"/>
          </p:cNvSpPr>
          <p:nvPr>
            <p:ph type="title" idx="0"/>
          </p:nvPr>
        </p:nvSpPr>
        <p:spPr>
          <a:xfrm xmlns:a="http://schemas.openxmlformats.org/drawingml/2006/main">
            <a:off x="514350" y="400050"/>
            <a:ext cx="8115300" cy="6286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47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5E0C60F-BAB0-40E2-96DF-FD10B37056CA}"/>
              </a:ext>
            </a:extLst>
          </p:cNvPr>
          <p:cNvSpPr>
            <a:spLocks xmlns:a="http://schemas.openxmlformats.org/drawingml/2006/main" noGrp="1"/>
          </p:cNvSpPr>
          <p:nvPr>
            <p:ph type="body" idx="1"/>
          </p:nvPr>
        </p:nvSpPr>
        <p:spPr>
          <a:xfrm xmlns:a="http://schemas.openxmlformats.org/drawingml/2006/main">
            <a:off x="514350" y="1428750"/>
            <a:ext cx="3771900" cy="320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688" b="0">
                <a:solidFill>
                  <a:schemeClr val="tx1"/>
                </a:solidFill>
                <a:latin typeface="+mn-lt"/>
                <a:ea typeface="+mn-lt"/>
                <a:cs typeface="+mn-lt"/>
              </a:defRPr>
            </a:defPPr>
            <a:lvl1pPr marL="171450" indent="-171450">
              <a:lnSpc>
                <a:spcPct val="110000"/>
              </a:lnSpc>
              <a:spcBef>
                <a:spcPts val="0"/>
              </a:spcBef>
              <a:spcAft>
                <a:spcPts val="900"/>
              </a:spcAft>
              <a:buChar char="•"/>
            </a:lvl1pPr>
            <a:lvl2pPr marL="400050" indent="-171450">
              <a:lnSpc>
                <a:spcPct val="110000"/>
              </a:lnSpc>
              <a:spcBef>
                <a:spcPts val="0"/>
              </a:spcBef>
              <a:spcAft>
                <a:spcPts val="900"/>
              </a:spcAft>
              <a:buChar char="•"/>
            </a:lvl2pPr>
            <a:lvl3pPr marL="628650" indent="-171450">
              <a:lnSpc>
                <a:spcPct val="110000"/>
              </a:lnSpc>
              <a:spcBef>
                <a:spcPts val="0"/>
              </a:spcBef>
              <a:spcAft>
                <a:spcPts val="900"/>
              </a:spcAft>
              <a:buChar char="•"/>
            </a:lvl3pPr>
            <a:lvl4pPr marL="857250" indent="-171450">
              <a:lnSpc>
                <a:spcPct val="110000"/>
              </a:lnSpc>
              <a:spcBef>
                <a:spcPts val="0"/>
              </a:spcBef>
              <a:spcAft>
                <a:spcPts val="900"/>
              </a:spcAft>
              <a:buChar char="•"/>
            </a:lvl4pPr>
            <a:lvl5pPr marL="1085850" indent="-171450">
              <a:lnSpc>
                <a:spcPct val="110000"/>
              </a:lnSpc>
              <a:spcBef>
                <a:spcPts val="0"/>
              </a:spcBef>
              <a:spcAft>
                <a:spcPts val="900"/>
              </a:spcAft>
              <a:buChar char="•"/>
            </a:lvl5pPr>
            <a:lvl6pPr marL="1314450" indent="-171450">
              <a:lnSpc>
                <a:spcPct val="110000"/>
              </a:lnSpc>
              <a:spcBef>
                <a:spcPts val="0"/>
              </a:spcBef>
              <a:spcAft>
                <a:spcPts val="900"/>
              </a:spcAft>
              <a:buChar char="•"/>
            </a:lvl6pPr>
            <a:lvl7pPr marL="1543050" indent="-171450">
              <a:lnSpc>
                <a:spcPct val="110000"/>
              </a:lnSpc>
              <a:spcBef>
                <a:spcPts val="0"/>
              </a:spcBef>
              <a:spcAft>
                <a:spcPts val="900"/>
              </a:spcAft>
              <a:buChar char="•"/>
            </a:lvl7pPr>
            <a:lvl8pPr marL="1771650" indent="-171450">
              <a:lnSpc>
                <a:spcPct val="110000"/>
              </a:lnSpc>
              <a:spcBef>
                <a:spcPts val="0"/>
              </a:spcBef>
              <a:spcAft>
                <a:spcPts val="900"/>
              </a:spcAft>
              <a:buChar char="•"/>
            </a:lvl8pPr>
            <a:lvl9pPr marL="2000250" indent="-171450">
              <a:lnSpc>
                <a:spcPct val="110000"/>
              </a:lnSpc>
              <a:spcBef>
                <a:spcPts val="0"/>
              </a:spcBef>
              <a:spcAft>
                <a:spcPts val="9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3637e94a3ee4dcd" /><Relationship Type="http://schemas.openxmlformats.org/officeDocument/2006/relationships/slideLayout" Target="/ppt/slideLayouts/slideLayout1.xml" Id="Rcca62fcc28344867" /><Relationship Type="http://schemas.openxmlformats.org/officeDocument/2006/relationships/slideLayout" Target="/ppt/slideLayouts/slideLayout2.xml" Id="Re338fda2752d4d58" /><Relationship Type="http://schemas.openxmlformats.org/officeDocument/2006/relationships/slideLayout" Target="/ppt/slideLayouts/slideLayout3.xml" Id="R50e2fcdf43414013" /><Relationship Type="http://schemas.openxmlformats.org/officeDocument/2006/relationships/slideLayout" Target="/ppt/slideLayouts/slideLayout4.xml" Id="R3359ab2cc04e4487" /><Relationship Type="http://schemas.openxmlformats.org/officeDocument/2006/relationships/slideLayout" Target="/ppt/slideLayouts/slideLayout5.xml" Id="R57da4fe4c4ee4f78" /><Relationship Type="http://schemas.openxmlformats.org/officeDocument/2006/relationships/slideLayout" Target="/ppt/slideLayouts/slideLayout6.xml" Id="Rdcae10e082b04ea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ca62fcc28344867"/>
    <p:sldLayoutId xmlns:r="http://schemas.openxmlformats.org/officeDocument/2006/relationships" id="2147483650" r:id="Re338fda2752d4d58"/>
    <p:sldLayoutId xmlns:r="http://schemas.openxmlformats.org/officeDocument/2006/relationships" id="2147483651" r:id="R50e2fcdf43414013"/>
    <p:sldLayoutId xmlns:r="http://schemas.openxmlformats.org/officeDocument/2006/relationships" id="2147483652" r:id="R3359ab2cc04e4487"/>
    <p:sldLayoutId xmlns:r="http://schemas.openxmlformats.org/officeDocument/2006/relationships" id="2147483653" r:id="R57da4fe4c4ee4f78"/>
    <p:sldLayoutId xmlns:r="http://schemas.openxmlformats.org/officeDocument/2006/relationships" id="2147483654" r:id="Rdcae10e082b04ea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
          <a:effectLst>
            <a:outerShdw blurRad="266700" dist="85725" dir="5400000">
              <a:srgbClr val="173F49">
                <a:alpha val="25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6.xml" Id="R95b6f5ca3fd54dbf"/><Relationship Type="http://schemas.openxmlformats.org/officeDocument/2006/relationships/image" Target="/ppt/media/image.png" Id="R4e1b4abf26654774"/><Relationship Type="http://schemas.openxmlformats.org/officeDocument/2006/relationships/image" Target="/ppt/media/image2.png" Id="Reefb637bdcae45f9"/><Relationship Type="http://schemas.openxmlformats.org/officeDocument/2006/relationships/notesSlide" Target="/ppt/notesSlides/notesSlide1.xml" Id="R6f633c5279384b6d"/><Relationship Id="rIdFamilyAudio" Type="http://schemas.openxmlformats.org/officeDocument/2006/relationships/audio" Target="../media/family-call.m4a"/><Relationship Id="rIdFamilyMedia" Type="http://schemas.microsoft.com/office/2007/relationships/media" Target="../media/family-call.m4a"/></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a0c320c437f4cb8" /><Relationship Type="http://schemas.openxmlformats.org/officeDocument/2006/relationships/notesSlide" Target="/ppt/notesSlides/notesSlide2.xml" Id="Rd75030f7a9b74cb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9eb305e2e324e2f" /><Relationship Type="http://schemas.openxmlformats.org/officeDocument/2006/relationships/image" Target="/ppt/media/image3.png" Id="R66852797660a41e8" /><Relationship Type="http://schemas.openxmlformats.org/officeDocument/2006/relationships/notesSlide" Target="/ppt/notesSlides/notesSlide3.xml" Id="R4c03f764b4f440d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4a9e5e291d04cf5" /><Relationship Type="http://schemas.openxmlformats.org/officeDocument/2006/relationships/image" Target="/ppt/media/image4.png" Id="Rccee26205eee4dcc" /><Relationship Type="http://schemas.openxmlformats.org/officeDocument/2006/relationships/image" Target="/ppt/media/image5.png" Id="R3fcd165140bd4099" /><Relationship Type="http://schemas.openxmlformats.org/officeDocument/2006/relationships/image" Target="/ppt/media/image6.png" Id="Re9c667939f324646" /><Relationship Type="http://schemas.openxmlformats.org/officeDocument/2006/relationships/image" Target="/ppt/media/image7.png" Id="R5e6e71d4441a420b" /><Relationship Type="http://schemas.openxmlformats.org/officeDocument/2006/relationships/notesSlide" Target="/ppt/notesSlides/notesSlide4.xml" Id="R6690875092274e1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b773b769eae4d05" /><Relationship Type="http://schemas.openxmlformats.org/officeDocument/2006/relationships/image" Target="/ppt/media/image.jpeg" Id="R645374421a794172" /><Relationship Type="http://schemas.openxmlformats.org/officeDocument/2006/relationships/notesSlide" Target="/ppt/notesSlides/notesSlide5.xml" Id="R6b1be58ed7ff4e4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3694f8776e349a5" /><Relationship Type="http://schemas.openxmlformats.org/officeDocument/2006/relationships/image" Target="/ppt/media/image2.jpeg" Id="Rf32ad5ff853644ea" /><Relationship Type="http://schemas.openxmlformats.org/officeDocument/2006/relationships/image" Target="/ppt/media/image3.jpeg" Id="R68fcd617adbe4195" /><Relationship Type="http://schemas.openxmlformats.org/officeDocument/2006/relationships/image" Target="/ppt/media/image4.jpeg" Id="R6e89657cbcc745c1" /><Relationship Type="http://schemas.openxmlformats.org/officeDocument/2006/relationships/notesSlide" Target="/ppt/notesSlides/notesSlide6.xml" Id="R5d4c2408ee4848d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33bf4f9bd2a4570" /><Relationship Type="http://schemas.openxmlformats.org/officeDocument/2006/relationships/image" Target="/ppt/media/image8.png" Id="R29839bb05a20419d" /><Relationship Type="http://schemas.openxmlformats.org/officeDocument/2006/relationships/notesSlide" Target="/ppt/notesSlides/notesSlide7.xml" Id="R0b17e1b9ceca4a9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970a68fd5f84438" /><Relationship Type="http://schemas.openxmlformats.org/officeDocument/2006/relationships/image" Target="/ppt/media/image9.png" Id="R96c2f9239d66404c" /><Relationship Type="http://schemas.openxmlformats.org/officeDocument/2006/relationships/image" Target="/ppt/media/image10.png" Id="R96ae83e87244415c" /><Relationship Type="http://schemas.openxmlformats.org/officeDocument/2006/relationships/image" Target="/ppt/media/image11.png" Id="R4c9a34c5289a4a1f" /><Relationship Type="http://schemas.openxmlformats.org/officeDocument/2006/relationships/notesSlide" Target="/ppt/notesSlides/notesSlide8.xml" Id="R48ce334b43494d8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8f2bc32c39a41f8" /><Relationship Type="http://schemas.openxmlformats.org/officeDocument/2006/relationships/notesSlide" Target="/ppt/notesSlides/notesSlide9.xml" Id="Rc4fa3b90d42d4f8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a4d62cf2eac14e42" /><Relationship Type="http://schemas.openxmlformats.org/officeDocument/2006/relationships/image" Target="/ppt/media/image12.png" Id="R96f035bfcdcc4d3a" /><Relationship Type="http://schemas.openxmlformats.org/officeDocument/2006/relationships/notesSlide" Target="/ppt/notesSlides/notesSlide10.xml" Id="R55caed9f662946b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2cb41a9d3bd4511" /><Relationship Type="http://schemas.openxmlformats.org/officeDocument/2006/relationships/image" Target="/ppt/media/image13.png" Id="R9c504430fc7643b0" /><Relationship Type="http://schemas.openxmlformats.org/officeDocument/2006/relationships/notesSlide" Target="/ppt/notesSlides/notesSlide11.xml" Id="R245e59514755445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e1e3126bb46d48bd" /><Relationship Type="http://schemas.openxmlformats.org/officeDocument/2006/relationships/image" Target="/ppt/media/image14.png" Id="R6481ad6da3174f22" /><Relationship Type="http://schemas.openxmlformats.org/officeDocument/2006/relationships/image" Target="/ppt/media/image15.png" Id="Rdc62fb3abebd4aaa" /><Relationship Type="http://schemas.openxmlformats.org/officeDocument/2006/relationships/image" Target="/ppt/media/image16.png" Id="Rd57ff0abeb624054" /><Relationship Type="http://schemas.openxmlformats.org/officeDocument/2006/relationships/image" Target="/ppt/media/image5.jpeg" Id="Re9e32bca920a4e39" /><Relationship Type="http://schemas.openxmlformats.org/officeDocument/2006/relationships/notesSlide" Target="/ppt/notesSlides/notesSlide12.xml" Id="Rea095f5eb6cf4bc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5ea37f60ecf14bb3" /><Relationship Type="http://schemas.openxmlformats.org/officeDocument/2006/relationships/image" Target="/ppt/media/image17.png" Id="R0ca6ceea0ff44ce2" /><Relationship Type="http://schemas.openxmlformats.org/officeDocument/2006/relationships/image" Target="/ppt/media/image6.jpeg" Id="Rfff8fa723b3145c7" /><Relationship Type="http://schemas.openxmlformats.org/officeDocument/2006/relationships/image" Target="/ppt/media/image18.png" Id="Rcd8e0e5041e94dc6" /><Relationship Type="http://schemas.openxmlformats.org/officeDocument/2006/relationships/image" Target="/ppt/media/image19.png" Id="Ra229bd1a6e9d4f17" /><Relationship Type="http://schemas.openxmlformats.org/officeDocument/2006/relationships/image" Target="/ppt/media/image20.png" Id="R9bab1e598dc94c6c" /><Relationship Type="http://schemas.openxmlformats.org/officeDocument/2006/relationships/notesSlide" Target="/ppt/notesSlides/notesSlide13.xml" Id="Ree56759380b0458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b867f9985e054b37" /><Relationship Type="http://schemas.openxmlformats.org/officeDocument/2006/relationships/image" Target="/ppt/media/image21.png" Id="Rb537aefa23a54f3e" /><Relationship Type="http://schemas.openxmlformats.org/officeDocument/2006/relationships/image" Target="/ppt/media/image22.png" Id="R1e19780053bd4742" /><Relationship Type="http://schemas.openxmlformats.org/officeDocument/2006/relationships/image" Target="/ppt/media/image23.png" Id="R652ac07b43f34579" /><Relationship Type="http://schemas.openxmlformats.org/officeDocument/2006/relationships/image" Target="/ppt/media/image7.jpeg" Id="R71b5611b86a342f4" /><Relationship Type="http://schemas.openxmlformats.org/officeDocument/2006/relationships/notesSlide" Target="/ppt/notesSlides/notesSlide14.xml" Id="Rbe341ec67a254d1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356e6d2601c64f1b" /><Relationship Type="http://schemas.openxmlformats.org/officeDocument/2006/relationships/image" Target="/ppt/media/image24.png" Id="R935235f9cf8c426e" /><Relationship Type="http://schemas.openxmlformats.org/officeDocument/2006/relationships/image" Target="/ppt/media/image8.jpeg" Id="Racdc26f7db3b49ef" /><Relationship Type="http://schemas.openxmlformats.org/officeDocument/2006/relationships/image" Target="/ppt/media/image25.png" Id="R17379664a5394c88" /><Relationship Type="http://schemas.openxmlformats.org/officeDocument/2006/relationships/image" Target="/ppt/media/image26.png" Id="R622575063ea74dc0" /><Relationship Type="http://schemas.openxmlformats.org/officeDocument/2006/relationships/image" Target="/ppt/media/image27.png" Id="Red32cdeb14624620" /><Relationship Type="http://schemas.openxmlformats.org/officeDocument/2006/relationships/notesSlide" Target="/ppt/notesSlides/notesSlide15.xml" Id="R88633ce36fb847f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7735940ec9694d52" /><Relationship Type="http://schemas.openxmlformats.org/officeDocument/2006/relationships/image" Target="/ppt/media/image28.png" Id="R733842b0a60c4cd5" /><Relationship Type="http://schemas.openxmlformats.org/officeDocument/2006/relationships/image" Target="/ppt/media/image9.jpeg" Id="Rf51d3efa6d324b7c" /><Relationship Type="http://schemas.openxmlformats.org/officeDocument/2006/relationships/image" Target="/ppt/media/image29.png" Id="Re091f7d72bfc4c4c" /><Relationship Type="http://schemas.openxmlformats.org/officeDocument/2006/relationships/notesSlide" Target="/ppt/notesSlides/notesSlide16.xml" Id="Rf68ac3e797de47b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fb4d9511c0094e86" /><Relationship Type="http://schemas.openxmlformats.org/officeDocument/2006/relationships/image" Target="/ppt/media/image30.png" Id="Ra1e31f82dde14083" /><Relationship Type="http://schemas.openxmlformats.org/officeDocument/2006/relationships/image" Target="/ppt/media/image10.jpeg" Id="Raa920a6c5aa64c2d" /><Relationship Type="http://schemas.openxmlformats.org/officeDocument/2006/relationships/image" Target="/ppt/media/image31.png" Id="Rd9c4942ebb8047a6" /><Relationship Type="http://schemas.openxmlformats.org/officeDocument/2006/relationships/image" Target="/ppt/media/image32.png" Id="R64be1da6e21e4ed5" /><Relationship Type="http://schemas.openxmlformats.org/officeDocument/2006/relationships/notesSlide" Target="/ppt/notesSlides/notesSlide17.xml" Id="Ra9562b31c9014ee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17053f0da0f6437e" /><Relationship Type="http://schemas.openxmlformats.org/officeDocument/2006/relationships/image" Target="/ppt/media/image33.png" Id="R620e19df5b3e41c0" /><Relationship Type="http://schemas.openxmlformats.org/officeDocument/2006/relationships/image" Target="/ppt/media/image34.png" Id="Rfbda0c70cb8c4087" /><Relationship Type="http://schemas.openxmlformats.org/officeDocument/2006/relationships/image" Target="/ppt/media/image35.png" Id="R2cdc433876714629" /><Relationship Type="http://schemas.openxmlformats.org/officeDocument/2006/relationships/image" Target="/ppt/media/image11.jpeg" Id="R5635751227b34d0b" /><Relationship Type="http://schemas.openxmlformats.org/officeDocument/2006/relationships/notesSlide" Target="/ppt/notesSlides/notesSlide18.xml" Id="Rfa2b9da9ea184c2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8867dcc0857b4d31" /><Relationship Type="http://schemas.openxmlformats.org/officeDocument/2006/relationships/image" Target="/ppt/media/image36.png" Id="R02cfbe0440734fc3" /><Relationship Type="http://schemas.openxmlformats.org/officeDocument/2006/relationships/image" Target="/ppt/media/image12.jpeg" Id="R5b231308cd8a4bae" /><Relationship Type="http://schemas.openxmlformats.org/officeDocument/2006/relationships/image" Target="/ppt/media/image37.png" Id="R91e84397ad98467a" /><Relationship Type="http://schemas.openxmlformats.org/officeDocument/2006/relationships/image" Target="/ppt/media/image38.png" Id="R109b4c79d31b4102" /><Relationship Type="http://schemas.openxmlformats.org/officeDocument/2006/relationships/image" Target="/ppt/media/image39.png" Id="R492c45ce95784106" /><Relationship Type="http://schemas.openxmlformats.org/officeDocument/2006/relationships/notesSlide" Target="/ppt/notesSlides/notesSlide19.xml" Id="R3f9da468a98445b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8ab6009d687f441e" /><Relationship Type="http://schemas.openxmlformats.org/officeDocument/2006/relationships/image" Target="/ppt/media/image40.png" Id="Ra5ea86903815418f" /><Relationship Type="http://schemas.openxmlformats.org/officeDocument/2006/relationships/image" Target="/ppt/media/image41.png" Id="Rb49e5a772bb74e1f" /><Relationship Type="http://schemas.openxmlformats.org/officeDocument/2006/relationships/image" Target="/ppt/media/image42.png" Id="Rac8a590c73b64bb5" /><Relationship Type="http://schemas.openxmlformats.org/officeDocument/2006/relationships/image" Target="/ppt/media/image43.png" Id="R2151cb0976a14648" /><Relationship Type="http://schemas.openxmlformats.org/officeDocument/2006/relationships/notesSlide" Target="/ppt/notesSlides/notesSlide20.xml" Id="R66e7b6e0a3ac4d8b"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3b4790b5b9d948be" /><Relationship Type="http://schemas.openxmlformats.org/officeDocument/2006/relationships/notesSlide" Target="/ppt/notesSlides/notesSlide21.xml" Id="Ra66947f1a16e4af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bbe1f6b29f7d464e" /><Relationship Type="http://schemas.openxmlformats.org/officeDocument/2006/relationships/chart" Target="/ppt/slides/charts/chart1.xml" Id="Ra41165edb5774749" /><Relationship Type="http://schemas.openxmlformats.org/officeDocument/2006/relationships/notesSlide" Target="/ppt/notesSlides/notesSlide22.xml" Id="Rc35e24496e024efa"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bd0e3f0817c54cef" /><Relationship Type="http://schemas.openxmlformats.org/officeDocument/2006/relationships/image" Target="/ppt/media/image44.png" Id="R7bb89b90e58a41e3" /><Relationship Type="http://schemas.openxmlformats.org/officeDocument/2006/relationships/image" Target="/ppt/media/image45.png" Id="R903a7889065a4fa2" /><Relationship Type="http://schemas.openxmlformats.org/officeDocument/2006/relationships/image" Target="/ppt/media/image46.png" Id="R0be7138105594edd" /><Relationship Type="http://schemas.openxmlformats.org/officeDocument/2006/relationships/image" Target="/ppt/media/image47.png" Id="Re4dddcc1b0684e43" /><Relationship Type="http://schemas.openxmlformats.org/officeDocument/2006/relationships/image" Target="/ppt/media/image48.png" Id="R8a9833c5621e4fab" /><Relationship Type="http://schemas.openxmlformats.org/officeDocument/2006/relationships/image" Target="/ppt/media/image49.png" Id="R732b33226cab4a04" /><Relationship Type="http://schemas.openxmlformats.org/officeDocument/2006/relationships/image" Target="/ppt/media/image50.png" Id="R6b1c6e32ce50481f" /><Relationship Type="http://schemas.openxmlformats.org/officeDocument/2006/relationships/notesSlide" Target="/ppt/notesSlides/notesSlide23.xml" Id="Rd69922c8a97f447b"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c37b55d5f15c4674" /><Relationship Type="http://schemas.openxmlformats.org/officeDocument/2006/relationships/notesSlide" Target="/ppt/notesSlides/notesSlide24.xml" Id="R6de2e225f71c4a31"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b5fd7a5fa9114c8a" /><Relationship Type="http://schemas.openxmlformats.org/officeDocument/2006/relationships/image" Target="/ppt/media/image51.png" Id="R0250610e84414990" /><Relationship Type="http://schemas.openxmlformats.org/officeDocument/2006/relationships/image" Target="/ppt/media/image52.png" Id="Rff3b82274ab742a5" /><Relationship Type="http://schemas.openxmlformats.org/officeDocument/2006/relationships/image" Target="/ppt/media/image53.png" Id="R8d0519f33d86416a" /><Relationship Type="http://schemas.openxmlformats.org/officeDocument/2006/relationships/image" Target="/ppt/media/image54.png" Id="Rfedc426361634851" /><Relationship Type="http://schemas.openxmlformats.org/officeDocument/2006/relationships/image" Target="/ppt/media/image55.png" Id="R55615f32fbc34887" /><Relationship Type="http://schemas.openxmlformats.org/officeDocument/2006/relationships/notesSlide" Target="/ppt/notesSlides/notesSlide25.xml" Id="R991fab6c6a81490c"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60a319dab10645e5" /><Relationship Type="http://schemas.openxmlformats.org/officeDocument/2006/relationships/image" Target="/ppt/media/image56.png" Id="R89e9ddba41aa42ed" /><Relationship Type="http://schemas.openxmlformats.org/officeDocument/2006/relationships/image" Target="/ppt/media/image57.png" Id="R67b6dc1580ee4e3d" /><Relationship Type="http://schemas.openxmlformats.org/officeDocument/2006/relationships/image" Target="/ppt/media/image58.png" Id="R7ce475be17414b4d" /><Relationship Type="http://schemas.openxmlformats.org/officeDocument/2006/relationships/image" Target="/ppt/media/image59.png" Id="Rc23332aa01cd42f1" /><Relationship Type="http://schemas.openxmlformats.org/officeDocument/2006/relationships/notesSlide" Target="/ppt/notesSlides/notesSlide26.xml" Id="R03746ee3f317401d"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6eab3690738748d1" /><Relationship Type="http://schemas.openxmlformats.org/officeDocument/2006/relationships/notesSlide" Target="/ppt/notesSlides/notesSlide27.xml" Id="Re4c8b7bebd434110"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06be81e178854733" /><Relationship Type="http://schemas.openxmlformats.org/officeDocument/2006/relationships/image" Target="/ppt/media/image60.png" Id="Rc9134b92316b4c5a" /><Relationship Type="http://schemas.openxmlformats.org/officeDocument/2006/relationships/image" Target="/ppt/media/image61.png" Id="R5767a1a237ae481b" /><Relationship Type="http://schemas.openxmlformats.org/officeDocument/2006/relationships/image" Target="/ppt/media/image62.png" Id="R7a8fcc0af72a48f1" /><Relationship Type="http://schemas.openxmlformats.org/officeDocument/2006/relationships/notesSlide" Target="/ppt/notesSlides/notesSlide28.xml" Id="Re10cdc0902bd4689"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0ae94deafa6e444f" /><Relationship Type="http://schemas.openxmlformats.org/officeDocument/2006/relationships/notesSlide" Target="/ppt/notesSlides/notesSlide29.xml" Id="R9ab9154a1d8a4a2d"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75a7baacb11c44e3" /><Relationship Type="http://schemas.openxmlformats.org/officeDocument/2006/relationships/image" Target="/ppt/media/image63.png" Id="Re7ebfe32c0684bdf" /><Relationship Type="http://schemas.openxmlformats.org/officeDocument/2006/relationships/image" Target="/ppt/media/image64.png" Id="R35203a6e9f3b40e3" /><Relationship Type="http://schemas.openxmlformats.org/officeDocument/2006/relationships/image" Target="/ppt/media/image65.png" Id="R183273a80cf74496" /><Relationship Type="http://schemas.openxmlformats.org/officeDocument/2006/relationships/notesSlide" Target="/ppt/notesSlides/notesSlide30.xml" Id="R1d8ce73adaa842d6"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a0f4acdf8045421e" /><Relationship Type="http://schemas.openxmlformats.org/officeDocument/2006/relationships/image" Target="/ppt/media/image66.png" Id="R724f5efbe32b4b2b" /><Relationship Type="http://schemas.openxmlformats.org/officeDocument/2006/relationships/notesSlide" Target="/ppt/notesSlides/notesSlide31.xml" Id="Rf85d83e567e843c1"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241f960732dd42de" /><Relationship Type="http://schemas.openxmlformats.org/officeDocument/2006/relationships/image" Target="/ppt/media/image67.png" Id="R6bf77aeef5c24e20" /><Relationship Type="http://schemas.openxmlformats.org/officeDocument/2006/relationships/notesSlide" Target="/ppt/notesSlides/notesSlide32.xml" Id="Rd07f5e3aa160426a"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1"/>
        <c:ser>
          <c:idx val="0"/>
          <c:order val="0"/>
          <c:tx>
            <c:v>연환산 매출</c:v>
          </c:tx>
          <c:dPt>
            <c:idx val="0"/>
            <c:invertIfNegative val="0"/>
            <c:spPr>
              <a:solidFill xmlns:a="http://schemas.openxmlformats.org/drawingml/2006/main">
                <a:srgbClr val="729690"/>
              </a:solidFill>
            </c:spPr>
          </c:dPt>
          <c:dPt>
            <c:idx val="1"/>
            <c:invertIfNegative val="0"/>
            <c:spPr>
              <a:solidFill xmlns:a="http://schemas.openxmlformats.org/drawingml/2006/main">
                <a:srgbClr val="183E35"/>
              </a:solidFill>
            </c:spPr>
          </c:dPt>
          <c:dPt>
            <c:idx val="2"/>
            <c:invertIfNegative val="0"/>
            <c:spPr>
              <a:solidFill xmlns:a="http://schemas.openxmlformats.org/drawingml/2006/main">
                <a:srgbClr val="567D89"/>
              </a:solidFill>
            </c:spPr>
          </c:dPt>
          <c:cat>
            <c:strRef>
              <c:f>'Chart Data'!$A$2:$A$4</c:f>
              <c:strCache>
                <c:ptCount val="3"/>
                <c:pt idx="0">
                  <c:v>0.5%  948개</c:v>
                </c:pt>
                <c:pt idx="1">
                  <c:v>1%  1,897개</c:v>
                </c:pt>
                <c:pt idx="2">
                  <c:v>2%  3,793개</c:v>
                </c:pt>
              </c:strCache>
            </c:strRef>
          </c:cat>
          <c:val>
            <c:numRef>
              <c:f>'Chart Data'!$B$2:$B$4</c:f>
              <c:numCache>
                <c:formatCode>0</c:formatCode>
                <c:ptCount val="3"/>
                <c:pt idx="0">
                  <c:v>4.74</c:v>
                </c:pt>
                <c:pt idx="1">
                  <c:v>9.49</c:v>
                </c:pt>
                <c:pt idx="2">
                  <c:v>18.97</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2025">
                  <a:solidFill>
                    <a:srgbClr val="183E35"/>
                  </a:solidFill>
                  <a:latin typeface="Pretendard"/>
                  <a:ea typeface="Pretendard"/>
                  <a:cs typeface="Pretendard"/>
                </a:defRPr>
              </a:pPr>
            </a:p>
          </c:txPr>
          <c:dLblPos val="outEnd"/>
          <c:showLegendKey val="0"/>
          <c:showVal val="1"/>
          <c:showCatName val="0"/>
          <c:showSerName val="0"/>
          <c:showPercent val="0"/>
          <c:showBubbleSize val="0"/>
          <c:showLeaderLines val="0"/>
        </c:dLbls>
        <c:gapWidth val="86"/>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a:solidFill>
                  <a:srgbClr val="183E35"/>
                </a:solidFill>
                <a:latin typeface="Pretendard"/>
                <a:ea typeface="Pretendard"/>
                <a:cs typeface="Pretendard"/>
              </a:defRPr>
            </a:pPr>
          </a:p>
        </c:txPr>
        <c:crossAx val="48672768"/>
      </c:catAx>
      <c:valAx>
        <c:axId val="48672768"/>
        <c:scaling>
          <c:orientation val="minMax"/>
          <c:max val="25"/>
          <c:min val="0"/>
        </c:scaling>
        <c:delete val="0"/>
        <c:axPos val="b"/>
        <c:majorGridlines>
          <c:spPr>
            <a:ln xmlns:a="http://schemas.openxmlformats.org/drawingml/2006/main" w="9525">
              <a:solidFill>
                <a:srgbClr val="D2DCD6"/>
              </a:solidFill>
            </a:ln>
          </c:spPr>
        </c:majorGridlines>
        <c:title>
          <c:tx>
            <c:rich>
              <a:bodyPr xmlns:a="http://schemas.openxmlformats.org/drawingml/2006/main"/>
              <a:lstStyle xmlns:a="http://schemas.openxmlformats.org/drawingml/2006/main"/>
              <a:p xmlns:a="http://schemas.openxmlformats.org/drawingml/2006/main">
                <a:r>
                  <a:rPr>
                    <a:latin typeface="Pretendard"/>
                    <a:ea typeface="Pretendard"/>
                    <a:cs typeface="Pretendard"/>
                  </a:rPr>
                  <a:t>억원 / 년</a:t>
                </a:r>
              </a:p>
            </c:rich>
          </c:tx>
          <c:overlay val="0"/>
          <c:txPr>
            <a:bodyPr xmlns:a="http://schemas.openxmlformats.org/drawingml/2006/main" anchorCtr="1"/>
            <a:lstStyle xmlns:a="http://schemas.openxmlformats.org/drawingml/2006/main"/>
            <a:p xmlns:a="http://schemas.openxmlformats.org/drawingml/2006/main">
              <a:pPr>
                <a:defRPr>
                  <a:latin typeface="Pretendard"/>
                  <a:ea typeface="Pretendard"/>
                  <a:cs typeface="Pretendard"/>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687568"/>
                </a:solidFill>
                <a:latin typeface="Pretendard"/>
                <a:ea typeface="Pretendard"/>
                <a:cs typeface="Pretendard"/>
              </a:defRPr>
            </a:pPr>
          </a:p>
        </c:txPr>
        <c:crossAx val="48650112"/>
        <c:crossBetween val="between"/>
        <c:majorUnit val="5"/>
      </c:valAx>
      <c:spPr>
        <a:solidFill xmlns:a="http://schemas.openxmlformats.org/drawingml/2006/main">
          <a:srgbClr val="F5F2E9"/>
        </a:solidFill>
      </c:spPr>
    </c:plotArea>
    <c:plotVisOnly val="1"/>
  </c:chart>
  <c:spPr>
    <a:solidFill xmlns:a="http://schemas.openxmlformats.org/drawingml/2006/main">
      <a:srgbClr val="F5F2E9"/>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767DCD6-7921-44CB-9BFB-A0D3E4DEFF17}"/>
              </a:ext>
            </a:extLst>
          </p:cNvPr>
          <p:cNvSpPr>
            <a:spLocks xmlns:a="http://schemas.openxmlformats.org/drawingml/2006/main" noGrp="1"/>
          </p:cNvSpPr>
          <p:nvPr/>
        </p:nvSpPr>
        <p:spPr>
          <a:xfrm xmlns:a="http://schemas.openxmlformats.org/drawingml/2006/main">
            <a:off x="3486150" y="1485900"/>
            <a:ext cx="2171700" cy="2171700"/>
          </a:xfrm>
          <a:prstGeom xmlns:a="http://schemas.openxmlformats.org/drawingml/2006/main" prst="ellipse">
            <a:avLst/>
          </a:prstGeom>
          <a:solidFill xmlns:a="http://schemas.openxmlformats.org/drawingml/2006/main">
            <a:srgbClr val="DCE7E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04192DA-4436-4149-AA39-B936420605C9}"/>
              </a:ext>
            </a:extLst>
          </p:cNvPr>
          <p:cNvSpPr>
            <a:spLocks xmlns:a="http://schemas.openxmlformats.org/drawingml/2006/main" noGrp="1"/>
          </p:cNvSpPr>
          <p:nvPr/>
        </p:nvSpPr>
        <p:spPr>
          <a:xfrm xmlns:a="http://schemas.openxmlformats.org/drawingml/2006/main">
            <a:off x="3600450" y="1600200"/>
            <a:ext cx="1943100" cy="1943100"/>
          </a:xfrm>
          <a:prstGeom xmlns:a="http://schemas.openxmlformats.org/drawingml/2006/main" prst="ellipse">
            <a:avLst/>
          </a:prstGeom>
          <a:solidFill xmlns:a="http://schemas.openxmlformats.org/drawingml/2006/main">
            <a:srgbClr val="183E35"/>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A409520B-A793-4532-8022-868DF4D296B1}"/>
              </a:ext>
            </a:extLst>
          </p:cNvPr>
          <p:cNvPicPr>
            <a:picLocks xmlns:a="http://schemas.openxmlformats.org/drawingml/2006/main" noChangeAspect="1"/>
          </p:cNvPicPr>
          <p:nvPr/>
        </p:nvPicPr>
        <p:blipFill>
          <a:blip xmlns:r="http://schemas.openxmlformats.org/officeDocument/2006/relationships" xmlns:a="http://schemas.openxmlformats.org/drawingml/2006/main" r:embed="R4e1b4abf26654774"/>
          <a:stretch xmlns:a="http://schemas.openxmlformats.org/drawingml/2006/main"/>
        </p:blipFill>
        <p:spPr>
          <a:xfrm xmlns:a="http://schemas.openxmlformats.org/drawingml/2006/main">
            <a:off x="4038600" y="2038350"/>
            <a:ext cx="1066800" cy="1066800"/>
          </a:xfrm>
          <a:prstGeom xmlns:a="http://schemas.openxmlformats.org/drawingml/2006/main" prst="rect">
            <a:avLst/>
          </a:prstGeom>
        </p:spPr>
      </p:pic>
      <p:pic>
        <p:nvPicPr>
          <p:cNvPr id="4" name="Play embedded family call">
            <a:hlinkClick xmlns:a="http://schemas.openxmlformats.org/drawingml/2006/main" action="ppaction://media"/>
            <a:extLst xmlns:a="http://schemas.openxmlformats.org/drawingml/2006/main">
              <a:ext uri="{FF2B5EF4-FFF2-40B4-BE49-F238E27FC236}">
                <a16:creationId xmlns:a16="http://schemas.microsoft.com/office/drawing/2014/main" id="{7041B8AA-B8AB-4212-9DEC-22AAE4FDE704}"/>
              </a:ext>
            </a:extLst>
          </p:cNvPr>
          <p:cNvPicPr>
            <a:picLocks xmlns:a="http://schemas.openxmlformats.org/drawingml/2006/main" noChangeAspect="1"/>
          </p:cNvPicPr>
          <p:nvPr>
            <a:audioFile xmlns:a="http://schemas.openxmlformats.org/drawingml/2006/main" xmlns:r="http://schemas.openxmlformats.org/officeDocument/2006/relationships" r:link="rIdFamilyAudio"/>
            <p:extLst>
              <p:ext uri="{DAA4B4D4-6D71-4841-9C94-3DE7FCFB9230}">
                <p14:media xmlns:p14="http://schemas.microsoft.com/office/powerpoint/2010/main" xmlns:r="http://schemas.openxmlformats.org/officeDocument/2006/relationships" r:embed="rIdFamilyMedia"/>
              </p:ext>
            </p:extLst>
          </p:nvPr>
        </p:nvPicPr>
        <p:blipFill>
          <a:blip xmlns:r="http://schemas.openxmlformats.org/officeDocument/2006/relationships" xmlns:a="http://schemas.openxmlformats.org/drawingml/2006/main" r:embed="Reefb637bdcae45f9"/>
          <a:srcRect xmlns:a="http://schemas.openxmlformats.org/drawingml/2006/main" l="0" t="0" r="0" b="0"/>
          <a:stretch xmlns:a="http://schemas.openxmlformats.org/drawingml/2006/main">
            <a:fillRect l="0" t="0" r="0" b="0"/>
          </a:stretch>
        </p:blipFill>
        <p:spPr>
          <a:xfrm xmlns:a="http://schemas.openxmlformats.org/drawingml/2006/main">
            <a:off x="3600450" y="1600200"/>
            <a:ext cx="1943100" cy="1943100"/>
          </a:xfrm>
          <a:prstGeom xmlns:a="http://schemas.openxmlformats.org/drawingml/2006/main" prst="rect">
            <a:avLst/>
          </a:prstGeom>
        </p:spPr>
      </p:pic>
    </p:spTree>
    <p:extLst>
      <p:ext uri="{BB962C8B-B14F-4D97-AF65-F5344CB8AC3E}">
        <p14:creationId xmlns:p14="http://schemas.microsoft.com/office/powerpoint/2010/main" val="2061326408"/>
      </p:ext>
    </p:extLst>
  </p:cSld>
  <p:timing>
    <p:tnLst>
      <p:par>
        <p:cTn id="1" dur="indefinite" restart="never" nodeType="tmRoot">
          <p:childTnLst>
            <p:audio isNarration="0">
              <p:cMediaNode vol="100000">
                <p:cTn id="2" fill="hold" display="0">
                  <p:stCondLst>
                    <p:cond delay="indefinite"/>
                  </p:stCondLst>
                </p:cTn>
                <p:tgtEl>
                  <p:spTgt spid="4"/>
                </p:tgtEl>
              </p:cMediaNode>
            </p:audio>
          </p:childTnLst>
        </p:cTn>
      </p:par>
    </p:tnLst>
  </p:timing>
</p:sld>
</file>

<file path=ppt/slides/slide2.xml><?xml version="1.0" encoding="utf-8"?>
<p:sld xmlns:p="http://schemas.openxmlformats.org/presentationml/2006/main">
  <p:cSld>
    <p:bg>
      <p:bgPr>
        <a:solidFill xmlns:a="http://schemas.openxmlformats.org/drawingml/2006/main">
          <a:srgbClr val="183E35"/>
        </a:solidFill>
      </p:bgPr>
    </p:bg>
    <p:spTree>
      <p:nvGrpSpPr>
        <p:cNvPr id="1" name=""/>
        <p:cNvGrpSpPr/>
        <p:nvPr/>
      </p:nvGrpSpPr>
      <p:grpSpPr>
        <a:xfrm xmlns:a="http://schemas.openxmlformats.org/drawingml/2006/main"/>
      </p:grpSpPr>
      <p:sp>
        <p:nvSpPr>
          <p:cNvPr id="4" name="여러분의 종중은">
            <a:extLst xmlns:a="http://schemas.openxmlformats.org/drawingml/2006/main">
              <a:ext uri="{FF2B5EF4-FFF2-40B4-BE49-F238E27FC236}">
                <a16:creationId xmlns:a16="http://schemas.microsoft.com/office/drawing/2014/main" id="{88DECB7A-CB28-4F3A-98B0-D37BE6DD9C3B}"/>
              </a:ext>
            </a:extLst>
          </p:cNvPr>
          <p:cNvSpPr>
            <a:spLocks xmlns:a="http://schemas.openxmlformats.org/drawingml/2006/main" noGrp="1"/>
          </p:cNvSpPr>
          <p:nvPr/>
        </p:nvSpPr>
        <p:spPr>
          <a:xfrm xmlns:a="http://schemas.openxmlformats.org/drawingml/2006/main">
            <a:off x="628650" y="1219200"/>
            <a:ext cx="78867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875" b="1">
                <a:solidFill>
                  <a:srgbClr val="F5F2E9"/>
                </a:solidFill>
                <a:latin typeface="Pretendard"/>
                <a:ea typeface="Pretendard"/>
                <a:cs typeface="Pretendard"/>
              </a:defRPr>
            </a:defPPr>
          </a:lstStyle>
          <a:p xmlns:a="http://schemas.openxmlformats.org/drawingml/2006/main">
            <a:pPr algn="l">
              <a:defRPr sz="4875" b="1">
                <a:solidFill>
                  <a:srgbClr val="F5F2E9"/>
                </a:solidFill>
                <a:latin typeface="Pretendard"/>
                <a:ea typeface="Pretendard"/>
                <a:cs typeface="Pretendard"/>
              </a:defRPr>
            </a:pPr>
            <a:r>
              <a:rPr sz="4875" b="1">
                <a:solidFill>
                  <a:srgbClr val="F5F2E9"/>
                </a:solidFill>
                <a:latin typeface="Pretendard"/>
                <a:ea typeface="Pretendard"/>
                <a:cs typeface="Pretendard"/>
              </a:rPr>
              <a:t>여러분의 종중은</a:t>
            </a:r>
          </a:p>
        </p:txBody>
      </p:sp>
      <p:sp>
        <p:nvSpPr>
          <p:cNvPr id="2" name="안녕">
            <a:extLst xmlns:a="http://schemas.openxmlformats.org/drawingml/2006/main">
              <a:ext uri="{FF2B5EF4-FFF2-40B4-BE49-F238E27FC236}">
                <a16:creationId xmlns:a16="http://schemas.microsoft.com/office/drawing/2014/main" id="{A9A4E53F-2043-430C-8795-99CDD9DA88CB}"/>
              </a:ext>
            </a:extLst>
          </p:cNvPr>
          <p:cNvSpPr>
            <a:spLocks xmlns:a="http://schemas.openxmlformats.org/drawingml/2006/main" noGrp="1"/>
          </p:cNvSpPr>
          <p:nvPr/>
        </p:nvSpPr>
        <p:spPr>
          <a:xfrm xmlns:a="http://schemas.openxmlformats.org/drawingml/2006/main">
            <a:off x="619125" y="2352675"/>
            <a:ext cx="17049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6300" b="1">
                <a:solidFill>
                  <a:srgbClr val="D05258"/>
                </a:solidFill>
                <a:latin typeface="Pretendard"/>
                <a:ea typeface="Pretendard"/>
                <a:cs typeface="Pretendard"/>
              </a:defRPr>
            </a:defPPr>
          </a:lstStyle>
          <a:p xmlns:a="http://schemas.openxmlformats.org/drawingml/2006/main">
            <a:pPr algn="l">
              <a:defRPr sz="6300" b="1">
                <a:solidFill>
                  <a:srgbClr val="D05258"/>
                </a:solidFill>
                <a:latin typeface="Pretendard"/>
                <a:ea typeface="Pretendard"/>
                <a:cs typeface="Pretendard"/>
              </a:defRPr>
            </a:pPr>
            <a:r>
              <a:rPr sz="6300" b="1">
                <a:solidFill>
                  <a:srgbClr val="D05258"/>
                </a:solidFill>
                <a:latin typeface="Pretendard"/>
                <a:ea typeface="Pretendard"/>
                <a:cs typeface="Pretendard"/>
              </a:rPr>
              <a:t>안녕</a:t>
            </a:r>
          </a:p>
        </p:txBody>
      </p:sp>
      <p:sp>
        <p:nvSpPr>
          <p:cNvPr id="3" name="하십니까?">
            <a:extLst xmlns:a="http://schemas.openxmlformats.org/drawingml/2006/main">
              <a:ext uri="{FF2B5EF4-FFF2-40B4-BE49-F238E27FC236}">
                <a16:creationId xmlns:a16="http://schemas.microsoft.com/office/drawing/2014/main" id="{8E38EA44-FDCD-469F-A743-37739A6D496B}"/>
              </a:ext>
            </a:extLst>
          </p:cNvPr>
          <p:cNvSpPr>
            <a:spLocks xmlns:a="http://schemas.openxmlformats.org/drawingml/2006/main" noGrp="1"/>
          </p:cNvSpPr>
          <p:nvPr/>
        </p:nvSpPr>
        <p:spPr>
          <a:xfrm xmlns:a="http://schemas.openxmlformats.org/drawingml/2006/main">
            <a:off x="2324100" y="2352675"/>
            <a:ext cx="595312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6300" b="1">
                <a:solidFill>
                  <a:srgbClr val="F5F2E9"/>
                </a:solidFill>
                <a:latin typeface="Pretendard"/>
                <a:ea typeface="Pretendard"/>
                <a:cs typeface="Pretendard"/>
              </a:defRPr>
            </a:defPPr>
          </a:lstStyle>
          <a:p xmlns:a="http://schemas.openxmlformats.org/drawingml/2006/main">
            <a:pPr algn="l">
              <a:defRPr sz="6300" b="1">
                <a:solidFill>
                  <a:srgbClr val="F5F2E9"/>
                </a:solidFill>
                <a:latin typeface="Pretendard"/>
                <a:ea typeface="Pretendard"/>
                <a:cs typeface="Pretendard"/>
              </a:defRPr>
            </a:pPr>
            <a:r>
              <a:rPr sz="6300" b="1">
                <a:solidFill>
                  <a:srgbClr val="F5F2E9"/>
                </a:solidFill>
                <a:latin typeface="Pretendard"/>
                <a:ea typeface="Pretendard"/>
                <a:cs typeface="Pretendard"/>
              </a:rPr>
              <a:t>하십니까?</a:t>
            </a:r>
          </a:p>
        </p:txBody>
      </p:sp>
    </p:spTree>
    <p:extLst>
      <p:ext uri="{BB962C8B-B14F-4D97-AF65-F5344CB8AC3E}">
        <p14:creationId xmlns:p14="http://schemas.microsoft.com/office/powerpoint/2010/main" val="1696812706"/>
      </p:ext>
    </p:extLst>
  </p:cSld>
</p:sld>
</file>

<file path=ppt/slides/slide3.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4" name="전주이씨">
            <a:extLst xmlns:a="http://schemas.openxmlformats.org/drawingml/2006/main">
              <a:ext uri="{FF2B5EF4-FFF2-40B4-BE49-F238E27FC236}">
                <a16:creationId xmlns:a16="http://schemas.microsoft.com/office/drawing/2014/main" id="{B97CBBD4-D0A5-49E0-AC9D-3698737F3DF9}"/>
              </a:ext>
            </a:extLst>
          </p:cNvPr>
          <p:cNvSpPr>
            <a:spLocks xmlns:a="http://schemas.openxmlformats.org/drawingml/2006/main" noGrp="1"/>
          </p:cNvSpPr>
          <p:nvPr/>
        </p:nvSpPr>
        <p:spPr>
          <a:xfrm xmlns:a="http://schemas.openxmlformats.org/drawingml/2006/main">
            <a:off x="485775" y="228600"/>
            <a:ext cx="8172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a:solidFill>
                  <a:srgbClr val="183E35"/>
                </a:solidFill>
                <a:latin typeface="Pretendard"/>
                <a:ea typeface="Pretendard"/>
                <a:cs typeface="Pretendard"/>
              </a:defRPr>
            </a:defPPr>
          </a:lstStyle>
          <a:p xmlns:a="http://schemas.openxmlformats.org/drawingml/2006/main">
            <a:pPr algn="ctr">
              <a:defRPr sz="1800">
                <a:solidFill>
                  <a:srgbClr val="183E35"/>
                </a:solidFill>
                <a:latin typeface="Pretendard"/>
                <a:ea typeface="Pretendard"/>
                <a:cs typeface="Pretendard"/>
              </a:defRPr>
            </a:pPr>
            <a:r>
              <a:rPr sz="1800">
                <a:solidFill>
                  <a:srgbClr val="183E35"/>
                </a:solidFill>
                <a:latin typeface="Pretendard"/>
                <a:ea typeface="Pretendard"/>
                <a:cs typeface="Pretendard"/>
              </a:rPr>
              <a:t>전주이씨</a:t>
            </a:r>
          </a:p>
        </p:txBody>
      </p:sp>
      <p:sp>
        <p:nvSpPr>
          <p:cNvPr id="2" name="임영대군파종중">
            <a:extLst xmlns:a="http://schemas.openxmlformats.org/drawingml/2006/main">
              <a:ext uri="{FF2B5EF4-FFF2-40B4-BE49-F238E27FC236}">
                <a16:creationId xmlns:a16="http://schemas.microsoft.com/office/drawing/2014/main" id="{67637D75-7BE2-4735-B356-9C403C397AE1}"/>
              </a:ext>
            </a:extLst>
          </p:cNvPr>
          <p:cNvSpPr>
            <a:spLocks xmlns:a="http://schemas.openxmlformats.org/drawingml/2006/main" noGrp="1"/>
          </p:cNvSpPr>
          <p:nvPr/>
        </p:nvSpPr>
        <p:spPr>
          <a:xfrm xmlns:a="http://schemas.openxmlformats.org/drawingml/2006/main">
            <a:off x="485775" y="571500"/>
            <a:ext cx="81724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625" b="1">
                <a:solidFill>
                  <a:srgbClr val="183E35"/>
                </a:solidFill>
                <a:latin typeface="Pretendard"/>
                <a:ea typeface="Pretendard"/>
                <a:cs typeface="Pretendard"/>
              </a:defRPr>
            </a:defPPr>
          </a:lstStyle>
          <a:p xmlns:a="http://schemas.openxmlformats.org/drawingml/2006/main">
            <a:pPr algn="ctr">
              <a:defRPr sz="2625" b="1">
                <a:solidFill>
                  <a:srgbClr val="183E35"/>
                </a:solidFill>
                <a:latin typeface="Pretendard"/>
                <a:ea typeface="Pretendard"/>
                <a:cs typeface="Pretendard"/>
              </a:defRPr>
            </a:pPr>
            <a:r>
              <a:rPr sz="2625" b="1">
                <a:solidFill>
                  <a:srgbClr val="183E35"/>
                </a:solidFill>
                <a:latin typeface="Pretendard"/>
                <a:ea typeface="Pretendard"/>
                <a:cs typeface="Pretendard"/>
              </a:rPr>
              <a:t>임영대군파종중</a:t>
            </a:r>
          </a:p>
        </p:txBody>
      </p:sp>
      <p:pic>
        <p:nvPicPr>
          <p:cNvPr id="3" name="">
            <a:extLst xmlns:a="http://schemas.openxmlformats.org/drawingml/2006/main">
              <a:ext uri="{FF2B5EF4-FFF2-40B4-BE49-F238E27FC236}">
                <a16:creationId xmlns:a16="http://schemas.microsoft.com/office/drawing/2014/main" id="{6441E230-7EE0-44DC-8CE5-D2AC9E6831B8}"/>
              </a:ext>
            </a:extLst>
          </p:cNvPr>
          <p:cNvPicPr>
            <a:picLocks xmlns:a="http://schemas.openxmlformats.org/drawingml/2006/main" noChangeAspect="1"/>
          </p:cNvPicPr>
          <p:nvPr/>
        </p:nvPicPr>
        <p:blipFill>
          <a:blip xmlns:r="http://schemas.openxmlformats.org/officeDocument/2006/relationships" xmlns:a="http://schemas.openxmlformats.org/drawingml/2006/main" r:embed="R66852797660a41e8"/>
          <a:stretch xmlns:a="http://schemas.openxmlformats.org/drawingml/2006/main"/>
        </p:blipFill>
        <p:spPr>
          <a:xfrm xmlns:a="http://schemas.openxmlformats.org/drawingml/2006/main">
            <a:off x="3214878" y="1123950"/>
            <a:ext cx="2714244" cy="3914775"/>
          </a:xfrm>
          <a:prstGeom xmlns:a="http://schemas.openxmlformats.org/drawingml/2006/main" prst="rect">
            <a:avLst/>
          </a:prstGeom>
        </p:spPr>
      </p:pic>
    </p:spTree>
    <p:extLst>
      <p:ext uri="{BB962C8B-B14F-4D97-AF65-F5344CB8AC3E}">
        <p14:creationId xmlns:p14="http://schemas.microsoft.com/office/powerpoint/2010/main" val="193498664"/>
      </p:ext>
    </p:extLst>
  </p:cSld>
</p:sld>
</file>

<file path=ppt/slides/slide4.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12" name="우리 가족의 일">
            <a:extLst xmlns:a="http://schemas.openxmlformats.org/drawingml/2006/main">
              <a:ext uri="{FF2B5EF4-FFF2-40B4-BE49-F238E27FC236}">
                <a16:creationId xmlns:a16="http://schemas.microsoft.com/office/drawing/2014/main" id="{C64363C1-8142-4C23-A785-77F2168D1FE9}"/>
              </a:ext>
            </a:extLst>
          </p:cNvPr>
          <p:cNvSpPr>
            <a:spLocks xmlns:a="http://schemas.openxmlformats.org/drawingml/2006/main" noGrp="1"/>
          </p:cNvSpPr>
          <p:nvPr/>
        </p:nvSpPr>
        <p:spPr>
          <a:xfrm xmlns:a="http://schemas.openxmlformats.org/drawingml/2006/main">
            <a:off x="504825" y="257175"/>
            <a:ext cx="628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a:solidFill>
                  <a:srgbClr val="687568"/>
                </a:solidFill>
                <a:latin typeface="Pretendard"/>
                <a:ea typeface="Pretendard"/>
                <a:cs typeface="Pretendard"/>
              </a:defRPr>
            </a:defPPr>
          </a:lstStyle>
          <a:p xmlns:a="http://schemas.openxmlformats.org/drawingml/2006/main">
            <a:pPr algn="l">
              <a:defRPr sz="1050">
                <a:solidFill>
                  <a:srgbClr val="687568"/>
                </a:solidFill>
                <a:latin typeface="Pretendard"/>
                <a:ea typeface="Pretendard"/>
                <a:cs typeface="Pretendard"/>
              </a:defRPr>
            </a:pPr>
            <a:r>
              <a:rPr sz="1050">
                <a:solidFill>
                  <a:srgbClr val="687568"/>
                </a:solidFill>
                <a:latin typeface="Pretendard"/>
                <a:ea typeface="Pretendard"/>
                <a:cs typeface="Pretendard"/>
              </a:rPr>
              <a:t>우리 가족의 일</a:t>
            </a:r>
          </a:p>
        </p:txBody>
      </p:sp>
      <p:sp>
        <p:nvSpPr>
          <p:cNvPr id="2" name="종중">
            <a:extLst xmlns:a="http://schemas.openxmlformats.org/drawingml/2006/main">
              <a:ext uri="{FF2B5EF4-FFF2-40B4-BE49-F238E27FC236}">
                <a16:creationId xmlns:a16="http://schemas.microsoft.com/office/drawing/2014/main" id="{BFD5D30C-D085-44BB-90DB-8E3B379E1473}"/>
              </a:ext>
            </a:extLst>
          </p:cNvPr>
          <p:cNvSpPr>
            <a:spLocks xmlns:a="http://schemas.openxmlformats.org/drawingml/2006/main" noGrp="1"/>
          </p:cNvSpPr>
          <p:nvPr/>
        </p:nvSpPr>
        <p:spPr>
          <a:xfrm xmlns:a="http://schemas.openxmlformats.org/drawingml/2006/main">
            <a:off x="476250" y="628650"/>
            <a:ext cx="8248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00" b="1">
                <a:solidFill>
                  <a:srgbClr val="183E35"/>
                </a:solidFill>
                <a:latin typeface="Pretendard"/>
                <a:ea typeface="Pretendard"/>
                <a:cs typeface="Pretendard"/>
              </a:defRPr>
            </a:defPPr>
          </a:lstStyle>
          <a:p xmlns:a="http://schemas.openxmlformats.org/drawingml/2006/main">
            <a:pPr algn="l">
              <a:defRPr sz="3000" b="1">
                <a:solidFill>
                  <a:srgbClr val="183E35"/>
                </a:solidFill>
                <a:latin typeface="Pretendard"/>
                <a:ea typeface="Pretendard"/>
                <a:cs typeface="Pretendard"/>
              </a:defRPr>
            </a:pPr>
            <a:r>
              <a:rPr sz="3000" b="1">
                <a:solidFill>
                  <a:srgbClr val="183E35"/>
                </a:solidFill>
                <a:latin typeface="Pretendard"/>
                <a:ea typeface="Pretendard"/>
                <a:cs typeface="Pretendard"/>
              </a:rPr>
              <a:t>종중</a:t>
            </a:r>
          </a:p>
        </p:txBody>
      </p:sp>
      <p:sp>
        <p:nvSpPr>
          <p:cNvPr id="3" name="04">
            <a:extLst xmlns:a="http://schemas.openxmlformats.org/drawingml/2006/main">
              <a:ext uri="{FF2B5EF4-FFF2-40B4-BE49-F238E27FC236}">
                <a16:creationId xmlns:a16="http://schemas.microsoft.com/office/drawing/2014/main" id="{B2D8723C-FB7C-408D-8257-639C8BD80438}"/>
              </a:ext>
            </a:extLst>
          </p:cNvPr>
          <p:cNvSpPr>
            <a:spLocks xmlns:a="http://schemas.openxmlformats.org/drawingml/2006/main" noGrp="1"/>
          </p:cNvSpPr>
          <p:nvPr/>
        </p:nvSpPr>
        <p:spPr>
          <a:xfrm xmlns:a="http://schemas.openxmlformats.org/drawingml/2006/main">
            <a:off x="8534400" y="4781550"/>
            <a:ext cx="295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75" b="0">
                <a:solidFill>
                  <a:srgbClr val="687568"/>
                </a:solidFill>
                <a:latin typeface="Pretendard"/>
                <a:ea typeface="Pretendard"/>
                <a:cs typeface="Pretendard"/>
              </a:defRPr>
            </a:defPPr>
          </a:lstStyle>
          <a:p xmlns:a="http://schemas.openxmlformats.org/drawingml/2006/main">
            <a:pPr algn="r">
              <a:defRPr sz="975" b="0">
                <a:solidFill>
                  <a:srgbClr val="687568"/>
                </a:solidFill>
                <a:latin typeface="Pretendard"/>
                <a:ea typeface="Pretendard"/>
                <a:cs typeface="Pretendard"/>
              </a:defRPr>
            </a:pPr>
            <a:r>
              <a:rPr sz="975" b="0">
                <a:solidFill>
                  <a:srgbClr val="687568"/>
                </a:solidFill>
                <a:latin typeface="Pretendard"/>
                <a:ea typeface="Pretendard"/>
                <a:cs typeface="Pretendard"/>
              </a:rPr>
              <a:t>04</a:t>
            </a:r>
          </a:p>
        </p:txBody>
      </p:sp>
      <p:pic>
        <p:nvPicPr>
          <p:cNvPr id="4" name="">
            <a:extLst xmlns:a="http://schemas.openxmlformats.org/drawingml/2006/main">
              <a:ext uri="{FF2B5EF4-FFF2-40B4-BE49-F238E27FC236}">
                <a16:creationId xmlns:a16="http://schemas.microsoft.com/office/drawing/2014/main" id="{033870E8-45A5-4F06-A269-87E88B9B0306}"/>
              </a:ext>
            </a:extLst>
          </p:cNvPr>
          <p:cNvPicPr>
            <a:picLocks xmlns:a="http://schemas.openxmlformats.org/drawingml/2006/main" noChangeAspect="1"/>
          </p:cNvPicPr>
          <p:nvPr/>
        </p:nvPicPr>
        <p:blipFill>
          <a:blip xmlns:r="http://schemas.openxmlformats.org/officeDocument/2006/relationships" xmlns:a="http://schemas.openxmlformats.org/drawingml/2006/main" r:embed="Rccee26205eee4dcc"/>
          <a:stretch xmlns:a="http://schemas.openxmlformats.org/drawingml/2006/main"/>
        </p:blipFill>
        <p:spPr>
          <a:xfrm xmlns:a="http://schemas.openxmlformats.org/drawingml/2006/main">
            <a:off x="1066800" y="1847850"/>
            <a:ext cx="952500" cy="952500"/>
          </a:xfrm>
          <a:prstGeom xmlns:a="http://schemas.openxmlformats.org/drawingml/2006/main" prst="rect">
            <a:avLst/>
          </a:prstGeom>
        </p:spPr>
      </p:pic>
      <p:sp>
        <p:nvSpPr>
          <p:cNvPr id="5" name="뿌리">
            <a:extLst xmlns:a="http://schemas.openxmlformats.org/drawingml/2006/main">
              <a:ext uri="{FF2B5EF4-FFF2-40B4-BE49-F238E27FC236}">
                <a16:creationId xmlns:a16="http://schemas.microsoft.com/office/drawing/2014/main" id="{E5CDA572-4FA6-4C50-946F-5D27B3C84BB6}"/>
              </a:ext>
            </a:extLst>
          </p:cNvPr>
          <p:cNvSpPr>
            <a:spLocks xmlns:a="http://schemas.openxmlformats.org/drawingml/2006/main" noGrp="1"/>
          </p:cNvSpPr>
          <p:nvPr/>
        </p:nvSpPr>
        <p:spPr>
          <a:xfrm xmlns:a="http://schemas.openxmlformats.org/drawingml/2006/main">
            <a:off x="581025" y="3333750"/>
            <a:ext cx="1924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325" b="1">
                <a:solidFill>
                  <a:srgbClr val="183E35"/>
                </a:solidFill>
                <a:latin typeface="Pretendard"/>
                <a:ea typeface="Pretendard"/>
                <a:cs typeface="Pretendard"/>
              </a:defRPr>
            </a:defPPr>
          </a:lstStyle>
          <a:p xmlns:a="http://schemas.openxmlformats.org/drawingml/2006/main">
            <a:pPr algn="ctr">
              <a:defRPr sz="2325" b="1">
                <a:solidFill>
                  <a:srgbClr val="183E35"/>
                </a:solidFill>
                <a:latin typeface="Pretendard"/>
                <a:ea typeface="Pretendard"/>
                <a:cs typeface="Pretendard"/>
              </a:defRPr>
            </a:pPr>
            <a:r>
              <a:rPr sz="2325" b="1">
                <a:solidFill>
                  <a:srgbClr val="183E35"/>
                </a:solidFill>
                <a:latin typeface="Pretendard"/>
                <a:ea typeface="Pretendard"/>
                <a:cs typeface="Pretendard"/>
              </a:rPr>
              <a:t>뿌리</a:t>
            </a:r>
          </a:p>
        </p:txBody>
      </p:sp>
      <p:pic>
        <p:nvPicPr>
          <p:cNvPr id="6" name="">
            <a:extLst xmlns:a="http://schemas.openxmlformats.org/drawingml/2006/main">
              <a:ext uri="{FF2B5EF4-FFF2-40B4-BE49-F238E27FC236}">
                <a16:creationId xmlns:a16="http://schemas.microsoft.com/office/drawing/2014/main" id="{3B23262F-7793-4C5B-826D-395D5D46B65C}"/>
              </a:ext>
            </a:extLst>
          </p:cNvPr>
          <p:cNvPicPr>
            <a:picLocks xmlns:a="http://schemas.openxmlformats.org/drawingml/2006/main" noChangeAspect="1"/>
          </p:cNvPicPr>
          <p:nvPr/>
        </p:nvPicPr>
        <p:blipFill>
          <a:blip xmlns:r="http://schemas.openxmlformats.org/officeDocument/2006/relationships" xmlns:a="http://schemas.openxmlformats.org/drawingml/2006/main" r:embed="R3fcd165140bd4099"/>
          <a:stretch xmlns:a="http://schemas.openxmlformats.org/drawingml/2006/main"/>
        </p:blipFill>
        <p:spPr>
          <a:xfrm xmlns:a="http://schemas.openxmlformats.org/drawingml/2006/main">
            <a:off x="3181350" y="1847850"/>
            <a:ext cx="952500" cy="952500"/>
          </a:xfrm>
          <a:prstGeom xmlns:a="http://schemas.openxmlformats.org/drawingml/2006/main" prst="rect">
            <a:avLst/>
          </a:prstGeom>
        </p:spPr>
      </p:pic>
      <p:sp>
        <p:nvSpPr>
          <p:cNvPr id="7" name="공동재산">
            <a:extLst xmlns:a="http://schemas.openxmlformats.org/drawingml/2006/main">
              <a:ext uri="{FF2B5EF4-FFF2-40B4-BE49-F238E27FC236}">
                <a16:creationId xmlns:a16="http://schemas.microsoft.com/office/drawing/2014/main" id="{7070EDD1-046E-460F-B0D6-0A61AB1F8C70}"/>
              </a:ext>
            </a:extLst>
          </p:cNvPr>
          <p:cNvSpPr>
            <a:spLocks xmlns:a="http://schemas.openxmlformats.org/drawingml/2006/main" noGrp="1"/>
          </p:cNvSpPr>
          <p:nvPr/>
        </p:nvSpPr>
        <p:spPr>
          <a:xfrm xmlns:a="http://schemas.openxmlformats.org/drawingml/2006/main">
            <a:off x="2695575" y="3333750"/>
            <a:ext cx="1924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325" b="1">
                <a:solidFill>
                  <a:srgbClr val="183E35"/>
                </a:solidFill>
                <a:latin typeface="Pretendard"/>
                <a:ea typeface="Pretendard"/>
                <a:cs typeface="Pretendard"/>
              </a:defRPr>
            </a:defPPr>
          </a:lstStyle>
          <a:p xmlns:a="http://schemas.openxmlformats.org/drawingml/2006/main">
            <a:pPr algn="ctr">
              <a:defRPr sz="2325" b="1">
                <a:solidFill>
                  <a:srgbClr val="183E35"/>
                </a:solidFill>
                <a:latin typeface="Pretendard"/>
                <a:ea typeface="Pretendard"/>
                <a:cs typeface="Pretendard"/>
              </a:defRPr>
            </a:pPr>
            <a:r>
              <a:rPr sz="2325" b="1">
                <a:solidFill>
                  <a:srgbClr val="183E35"/>
                </a:solidFill>
                <a:latin typeface="Pretendard"/>
                <a:ea typeface="Pretendard"/>
                <a:cs typeface="Pretendard"/>
              </a:rPr>
              <a:t>공동재산</a:t>
            </a:r>
          </a:p>
        </p:txBody>
      </p:sp>
      <p:pic>
        <p:nvPicPr>
          <p:cNvPr id="8" name="">
            <a:extLst xmlns:a="http://schemas.openxmlformats.org/drawingml/2006/main">
              <a:ext uri="{FF2B5EF4-FFF2-40B4-BE49-F238E27FC236}">
                <a16:creationId xmlns:a16="http://schemas.microsoft.com/office/drawing/2014/main" id="{5D27B572-5C68-4EB0-9449-A610F228F4A3}"/>
              </a:ext>
            </a:extLst>
          </p:cNvPr>
          <p:cNvPicPr>
            <a:picLocks xmlns:a="http://schemas.openxmlformats.org/drawingml/2006/main" noChangeAspect="1"/>
          </p:cNvPicPr>
          <p:nvPr/>
        </p:nvPicPr>
        <p:blipFill>
          <a:blip xmlns:r="http://schemas.openxmlformats.org/officeDocument/2006/relationships" xmlns:a="http://schemas.openxmlformats.org/drawingml/2006/main" r:embed="Re9c667939f324646"/>
          <a:stretch xmlns:a="http://schemas.openxmlformats.org/drawingml/2006/main"/>
        </p:blipFill>
        <p:spPr>
          <a:xfrm xmlns:a="http://schemas.openxmlformats.org/drawingml/2006/main">
            <a:off x="5295900" y="1847850"/>
            <a:ext cx="952500" cy="952500"/>
          </a:xfrm>
          <a:prstGeom xmlns:a="http://schemas.openxmlformats.org/drawingml/2006/main" prst="rect">
            <a:avLst/>
          </a:prstGeom>
        </p:spPr>
      </p:pic>
      <p:sp>
        <p:nvSpPr>
          <p:cNvPr id="9" name="기록">
            <a:extLst xmlns:a="http://schemas.openxmlformats.org/drawingml/2006/main">
              <a:ext uri="{FF2B5EF4-FFF2-40B4-BE49-F238E27FC236}">
                <a16:creationId xmlns:a16="http://schemas.microsoft.com/office/drawing/2014/main" id="{BBFCEB2F-BA86-433A-9F7D-D778A2867148}"/>
              </a:ext>
            </a:extLst>
          </p:cNvPr>
          <p:cNvSpPr>
            <a:spLocks xmlns:a="http://schemas.openxmlformats.org/drawingml/2006/main" noGrp="1"/>
          </p:cNvSpPr>
          <p:nvPr/>
        </p:nvSpPr>
        <p:spPr>
          <a:xfrm xmlns:a="http://schemas.openxmlformats.org/drawingml/2006/main">
            <a:off x="4810125" y="3333750"/>
            <a:ext cx="1924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325" b="1">
                <a:solidFill>
                  <a:srgbClr val="183E35"/>
                </a:solidFill>
                <a:latin typeface="Pretendard"/>
                <a:ea typeface="Pretendard"/>
                <a:cs typeface="Pretendard"/>
              </a:defRPr>
            </a:defPPr>
          </a:lstStyle>
          <a:p xmlns:a="http://schemas.openxmlformats.org/drawingml/2006/main">
            <a:pPr algn="ctr">
              <a:defRPr sz="2325" b="1">
                <a:solidFill>
                  <a:srgbClr val="183E35"/>
                </a:solidFill>
                <a:latin typeface="Pretendard"/>
                <a:ea typeface="Pretendard"/>
                <a:cs typeface="Pretendard"/>
              </a:defRPr>
            </a:pPr>
            <a:r>
              <a:rPr sz="2325" b="1">
                <a:solidFill>
                  <a:srgbClr val="183E35"/>
                </a:solidFill>
                <a:latin typeface="Pretendard"/>
                <a:ea typeface="Pretendard"/>
                <a:cs typeface="Pretendard"/>
              </a:rPr>
              <a:t>기록</a:t>
            </a:r>
          </a:p>
        </p:txBody>
      </p:sp>
      <p:pic>
        <p:nvPicPr>
          <p:cNvPr id="10" name="">
            <a:extLst xmlns:a="http://schemas.openxmlformats.org/drawingml/2006/main">
              <a:ext uri="{FF2B5EF4-FFF2-40B4-BE49-F238E27FC236}">
                <a16:creationId xmlns:a16="http://schemas.microsoft.com/office/drawing/2014/main" id="{FE300C9C-5CDD-452F-A8AD-AAD17B620FFA}"/>
              </a:ext>
            </a:extLst>
          </p:cNvPr>
          <p:cNvPicPr>
            <a:picLocks xmlns:a="http://schemas.openxmlformats.org/drawingml/2006/main" noChangeAspect="1"/>
          </p:cNvPicPr>
          <p:nvPr/>
        </p:nvPicPr>
        <p:blipFill>
          <a:blip xmlns:r="http://schemas.openxmlformats.org/officeDocument/2006/relationships" xmlns:a="http://schemas.openxmlformats.org/drawingml/2006/main" r:embed="R5e6e71d4441a420b"/>
          <a:stretch xmlns:a="http://schemas.openxmlformats.org/drawingml/2006/main"/>
        </p:blipFill>
        <p:spPr>
          <a:xfrm xmlns:a="http://schemas.openxmlformats.org/drawingml/2006/main">
            <a:off x="7410450" y="1847850"/>
            <a:ext cx="952500" cy="952500"/>
          </a:xfrm>
          <a:prstGeom xmlns:a="http://schemas.openxmlformats.org/drawingml/2006/main" prst="rect">
            <a:avLst/>
          </a:prstGeom>
        </p:spPr>
      </p:pic>
      <p:sp>
        <p:nvSpPr>
          <p:cNvPr id="11" name="종원">
            <a:extLst xmlns:a="http://schemas.openxmlformats.org/drawingml/2006/main">
              <a:ext uri="{FF2B5EF4-FFF2-40B4-BE49-F238E27FC236}">
                <a16:creationId xmlns:a16="http://schemas.microsoft.com/office/drawing/2014/main" id="{35EB5DEC-9727-48C6-9729-453BE5D79A65}"/>
              </a:ext>
            </a:extLst>
          </p:cNvPr>
          <p:cNvSpPr>
            <a:spLocks xmlns:a="http://schemas.openxmlformats.org/drawingml/2006/main" noGrp="1"/>
          </p:cNvSpPr>
          <p:nvPr/>
        </p:nvSpPr>
        <p:spPr>
          <a:xfrm xmlns:a="http://schemas.openxmlformats.org/drawingml/2006/main">
            <a:off x="6924675" y="3333750"/>
            <a:ext cx="1924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325" b="1">
                <a:solidFill>
                  <a:srgbClr val="183E35"/>
                </a:solidFill>
                <a:latin typeface="Pretendard"/>
                <a:ea typeface="Pretendard"/>
                <a:cs typeface="Pretendard"/>
              </a:defRPr>
            </a:defPPr>
          </a:lstStyle>
          <a:p xmlns:a="http://schemas.openxmlformats.org/drawingml/2006/main">
            <a:pPr algn="ctr">
              <a:defRPr sz="2325" b="1">
                <a:solidFill>
                  <a:srgbClr val="183E35"/>
                </a:solidFill>
                <a:latin typeface="Pretendard"/>
                <a:ea typeface="Pretendard"/>
                <a:cs typeface="Pretendard"/>
              </a:defRPr>
            </a:pPr>
            <a:r>
              <a:rPr sz="2325" b="1">
                <a:solidFill>
                  <a:srgbClr val="183E35"/>
                </a:solidFill>
                <a:latin typeface="Pretendard"/>
                <a:ea typeface="Pretendard"/>
                <a:cs typeface="Pretendard"/>
              </a:rPr>
              <a:t>종원</a:t>
            </a:r>
          </a:p>
        </p:txBody>
      </p:sp>
    </p:spTree>
    <p:extLst>
      <p:ext uri="{BB962C8B-B14F-4D97-AF65-F5344CB8AC3E}">
        <p14:creationId xmlns:p14="http://schemas.microsoft.com/office/powerpoint/2010/main" val="813915067"/>
      </p:ext>
    </p:extLst>
  </p:cSld>
</p:sld>
</file>

<file path=ppt/slides/slide5.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9" name="공개 보도 사례">
            <a:extLst xmlns:a="http://schemas.openxmlformats.org/drawingml/2006/main">
              <a:ext uri="{FF2B5EF4-FFF2-40B4-BE49-F238E27FC236}">
                <a16:creationId xmlns:a16="http://schemas.microsoft.com/office/drawing/2014/main" id="{38C78639-E12B-4C4D-9670-219B7D014197}"/>
              </a:ext>
            </a:extLst>
          </p:cNvPr>
          <p:cNvSpPr>
            <a:spLocks xmlns:a="http://schemas.openxmlformats.org/drawingml/2006/main" noGrp="1"/>
          </p:cNvSpPr>
          <p:nvPr/>
        </p:nvSpPr>
        <p:spPr>
          <a:xfrm xmlns:a="http://schemas.openxmlformats.org/drawingml/2006/main">
            <a:off x="504825" y="257175"/>
            <a:ext cx="628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a:solidFill>
                  <a:srgbClr val="687568"/>
                </a:solidFill>
                <a:latin typeface="Pretendard"/>
                <a:ea typeface="Pretendard"/>
                <a:cs typeface="Pretendard"/>
              </a:defRPr>
            </a:defPPr>
          </a:lstStyle>
          <a:p xmlns:a="http://schemas.openxmlformats.org/drawingml/2006/main">
            <a:pPr algn="l">
              <a:defRPr sz="1050">
                <a:solidFill>
                  <a:srgbClr val="687568"/>
                </a:solidFill>
                <a:latin typeface="Pretendard"/>
                <a:ea typeface="Pretendard"/>
                <a:cs typeface="Pretendard"/>
              </a:defRPr>
            </a:pPr>
            <a:r>
              <a:rPr sz="1050">
                <a:solidFill>
                  <a:srgbClr val="687568"/>
                </a:solidFill>
                <a:latin typeface="Pretendard"/>
                <a:ea typeface="Pretendard"/>
                <a:cs typeface="Pretendard"/>
              </a:rPr>
              <a:t>공개 보도 사례</a:t>
            </a:r>
          </a:p>
        </p:txBody>
      </p:sp>
      <p:sp>
        <p:nvSpPr>
          <p:cNvPr id="2" name="다툼과 소송의 온상">
            <a:extLst xmlns:a="http://schemas.openxmlformats.org/drawingml/2006/main">
              <a:ext uri="{FF2B5EF4-FFF2-40B4-BE49-F238E27FC236}">
                <a16:creationId xmlns:a16="http://schemas.microsoft.com/office/drawing/2014/main" id="{F0C028D4-5159-45B9-979A-B06CBD3EED0F}"/>
              </a:ext>
            </a:extLst>
          </p:cNvPr>
          <p:cNvSpPr>
            <a:spLocks xmlns:a="http://schemas.openxmlformats.org/drawingml/2006/main" noGrp="1"/>
          </p:cNvSpPr>
          <p:nvPr/>
        </p:nvSpPr>
        <p:spPr>
          <a:xfrm xmlns:a="http://schemas.openxmlformats.org/drawingml/2006/main">
            <a:off x="476250" y="628650"/>
            <a:ext cx="8248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00" b="1">
                <a:solidFill>
                  <a:srgbClr val="183E35"/>
                </a:solidFill>
                <a:latin typeface="Pretendard"/>
                <a:ea typeface="Pretendard"/>
                <a:cs typeface="Pretendard"/>
              </a:defRPr>
            </a:defPPr>
          </a:lstStyle>
          <a:p xmlns:a="http://schemas.openxmlformats.org/drawingml/2006/main">
            <a:pPr algn="l">
              <a:defRPr sz="3000" b="1">
                <a:solidFill>
                  <a:srgbClr val="183E35"/>
                </a:solidFill>
                <a:latin typeface="Pretendard"/>
                <a:ea typeface="Pretendard"/>
                <a:cs typeface="Pretendard"/>
              </a:defRPr>
            </a:pPr>
            <a:r>
              <a:rPr sz="3000" b="1">
                <a:solidFill>
                  <a:srgbClr val="183E35"/>
                </a:solidFill>
                <a:latin typeface="Pretendard"/>
                <a:ea typeface="Pretendard"/>
                <a:cs typeface="Pretendard"/>
              </a:rPr>
              <a:t>다툼과 소송의 온상</a:t>
            </a:r>
          </a:p>
        </p:txBody>
      </p:sp>
      <p:sp>
        <p:nvSpPr>
          <p:cNvPr id="3" name="05">
            <a:extLst xmlns:a="http://schemas.openxmlformats.org/drawingml/2006/main">
              <a:ext uri="{FF2B5EF4-FFF2-40B4-BE49-F238E27FC236}">
                <a16:creationId xmlns:a16="http://schemas.microsoft.com/office/drawing/2014/main" id="{3DF3EF69-9B46-4518-8C22-277FE1463927}"/>
              </a:ext>
            </a:extLst>
          </p:cNvPr>
          <p:cNvSpPr>
            <a:spLocks xmlns:a="http://schemas.openxmlformats.org/drawingml/2006/main" noGrp="1"/>
          </p:cNvSpPr>
          <p:nvPr/>
        </p:nvSpPr>
        <p:spPr>
          <a:xfrm xmlns:a="http://schemas.openxmlformats.org/drawingml/2006/main">
            <a:off x="8534400" y="4781550"/>
            <a:ext cx="295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75" b="0">
                <a:solidFill>
                  <a:srgbClr val="687568"/>
                </a:solidFill>
                <a:latin typeface="Pretendard"/>
                <a:ea typeface="Pretendard"/>
                <a:cs typeface="Pretendard"/>
              </a:defRPr>
            </a:defPPr>
          </a:lstStyle>
          <a:p xmlns:a="http://schemas.openxmlformats.org/drawingml/2006/main">
            <a:pPr algn="r">
              <a:defRPr sz="975" b="0">
                <a:solidFill>
                  <a:srgbClr val="687568"/>
                </a:solidFill>
                <a:latin typeface="Pretendard"/>
                <a:ea typeface="Pretendard"/>
                <a:cs typeface="Pretendard"/>
              </a:defRPr>
            </a:pPr>
            <a:r>
              <a:rPr sz="975" b="0">
                <a:solidFill>
                  <a:srgbClr val="687568"/>
                </a:solidFill>
                <a:latin typeface="Pretendard"/>
                <a:ea typeface="Pretendard"/>
                <a:cs typeface="Pretendard"/>
              </a:rPr>
              <a:t>05</a:t>
            </a:r>
          </a:p>
        </p:txBody>
      </p:sp>
      <p:pic>
        <p:nvPicPr>
          <p:cNvPr id="4" name="">
            <a:extLst xmlns:a="http://schemas.openxmlformats.org/drawingml/2006/main">
              <a:ext uri="{FF2B5EF4-FFF2-40B4-BE49-F238E27FC236}">
                <a16:creationId xmlns:a16="http://schemas.microsoft.com/office/drawing/2014/main" id="{942BF8F6-55F4-400C-9280-43530BC8AB82}"/>
              </a:ext>
            </a:extLst>
          </p:cNvPr>
          <p:cNvPicPr>
            <a:picLocks xmlns:a="http://schemas.openxmlformats.org/drawingml/2006/main" noChangeAspect="1"/>
          </p:cNvPicPr>
          <p:nvPr/>
        </p:nvPicPr>
        <p:blipFill>
          <a:blip xmlns:r="http://schemas.openxmlformats.org/officeDocument/2006/relationships" xmlns:a="http://schemas.openxmlformats.org/drawingml/2006/main" r:embed="R645374421a794172"/>
          <a:stretch xmlns:a="http://schemas.openxmlformats.org/drawingml/2006/main"/>
        </p:blipFill>
        <p:spPr>
          <a:xfrm xmlns:a="http://schemas.openxmlformats.org/drawingml/2006/main">
            <a:off x="851123" y="1552575"/>
            <a:ext cx="4946204" cy="2781300"/>
          </a:xfrm>
          <a:prstGeom xmlns:a="http://schemas.openxmlformats.org/drawingml/2006/main" prst="rect">
            <a:avLst/>
          </a:prstGeom>
        </p:spPr>
      </p:pic>
      <p:sp>
        <p:nvSpPr>
          <p:cNvPr id="5" name="약">
            <a:extLst xmlns:a="http://schemas.openxmlformats.org/drawingml/2006/main">
              <a:ext uri="{FF2B5EF4-FFF2-40B4-BE49-F238E27FC236}">
                <a16:creationId xmlns:a16="http://schemas.microsoft.com/office/drawing/2014/main" id="{77622E26-9335-49E0-BA13-374134BA8A24}"/>
              </a:ext>
            </a:extLst>
          </p:cNvPr>
          <p:cNvSpPr>
            <a:spLocks xmlns:a="http://schemas.openxmlformats.org/drawingml/2006/main" noGrp="1"/>
          </p:cNvSpPr>
          <p:nvPr/>
        </p:nvSpPr>
        <p:spPr>
          <a:xfrm xmlns:a="http://schemas.openxmlformats.org/drawingml/2006/main">
            <a:off x="6553200" y="1600200"/>
            <a:ext cx="2047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a:solidFill>
                  <a:srgbClr val="687568"/>
                </a:solidFill>
                <a:latin typeface="Pretendard"/>
                <a:ea typeface="Pretendard"/>
                <a:cs typeface="Pretendard"/>
              </a:defRPr>
            </a:defPPr>
          </a:lstStyle>
          <a:p xmlns:a="http://schemas.openxmlformats.org/drawingml/2006/main">
            <a:pPr algn="l">
              <a:defRPr sz="1725">
                <a:solidFill>
                  <a:srgbClr val="687568"/>
                </a:solidFill>
                <a:latin typeface="Pretendard"/>
                <a:ea typeface="Pretendard"/>
                <a:cs typeface="Pretendard"/>
              </a:defRPr>
            </a:pPr>
            <a:r>
              <a:rPr sz="1725">
                <a:solidFill>
                  <a:srgbClr val="687568"/>
                </a:solidFill>
                <a:latin typeface="Pretendard"/>
                <a:ea typeface="Pretendard"/>
                <a:cs typeface="Pretendard"/>
              </a:rPr>
              <a:t>약</a:t>
            </a:r>
          </a:p>
        </p:txBody>
      </p:sp>
      <p:sp>
        <p:nvSpPr>
          <p:cNvPr id="6" name="4">
            <a:extLst xmlns:a="http://schemas.openxmlformats.org/drawingml/2006/main">
              <a:ext uri="{FF2B5EF4-FFF2-40B4-BE49-F238E27FC236}">
                <a16:creationId xmlns:a16="http://schemas.microsoft.com/office/drawing/2014/main" id="{E1C6F559-6427-4BE0-988B-01176CF9E561}"/>
              </a:ext>
            </a:extLst>
          </p:cNvPr>
          <p:cNvSpPr>
            <a:spLocks xmlns:a="http://schemas.openxmlformats.org/drawingml/2006/main" noGrp="1"/>
          </p:cNvSpPr>
          <p:nvPr/>
        </p:nvSpPr>
        <p:spPr>
          <a:xfrm xmlns:a="http://schemas.openxmlformats.org/drawingml/2006/main">
            <a:off x="6467475" y="1809750"/>
            <a:ext cx="1428750"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825" b="1">
                <a:solidFill>
                  <a:srgbClr val="183E35"/>
                </a:solidFill>
                <a:latin typeface="Pretendard"/>
                <a:ea typeface="Pretendard"/>
                <a:cs typeface="Pretendard"/>
              </a:defRPr>
            </a:defPPr>
          </a:lstStyle>
          <a:p xmlns:a="http://schemas.openxmlformats.org/drawingml/2006/main">
            <a:pPr algn="l">
              <a:defRPr sz="9825" b="1">
                <a:solidFill>
                  <a:srgbClr val="183E35"/>
                </a:solidFill>
                <a:latin typeface="Pretendard"/>
                <a:ea typeface="Pretendard"/>
                <a:cs typeface="Pretendard"/>
              </a:defRPr>
            </a:pPr>
            <a:r>
              <a:rPr sz="9825" b="1">
                <a:solidFill>
                  <a:srgbClr val="183E35"/>
                </a:solidFill>
                <a:latin typeface="Pretendard"/>
                <a:ea typeface="Pretendard"/>
                <a:cs typeface="Pretendard"/>
              </a:rPr>
              <a:t>4</a:t>
            </a:r>
          </a:p>
        </p:txBody>
      </p:sp>
      <p:sp>
        <p:nvSpPr>
          <p:cNvPr id="7" name="년">
            <a:extLst xmlns:a="http://schemas.openxmlformats.org/drawingml/2006/main">
              <a:ext uri="{FF2B5EF4-FFF2-40B4-BE49-F238E27FC236}">
                <a16:creationId xmlns:a16="http://schemas.microsoft.com/office/drawing/2014/main" id="{5DBDA2E1-110D-483E-8D4D-B686C2A21B99}"/>
              </a:ext>
            </a:extLst>
          </p:cNvPr>
          <p:cNvSpPr>
            <a:spLocks xmlns:a="http://schemas.openxmlformats.org/drawingml/2006/main" noGrp="1"/>
          </p:cNvSpPr>
          <p:nvPr/>
        </p:nvSpPr>
        <p:spPr>
          <a:xfrm xmlns:a="http://schemas.openxmlformats.org/drawingml/2006/main">
            <a:off x="7610475" y="2552700"/>
            <a:ext cx="904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550">
                <a:solidFill>
                  <a:srgbClr val="183E35"/>
                </a:solidFill>
                <a:latin typeface="Pretendard"/>
                <a:ea typeface="Pretendard"/>
                <a:cs typeface="Pretendard"/>
              </a:defRPr>
            </a:defPPr>
          </a:lstStyle>
          <a:p xmlns:a="http://schemas.openxmlformats.org/drawingml/2006/main">
            <a:pPr algn="l">
              <a:defRPr sz="2550">
                <a:solidFill>
                  <a:srgbClr val="183E35"/>
                </a:solidFill>
                <a:latin typeface="Pretendard"/>
                <a:ea typeface="Pretendard"/>
                <a:cs typeface="Pretendard"/>
              </a:defRPr>
            </a:pPr>
            <a:r>
              <a:rPr sz="2550">
                <a:solidFill>
                  <a:srgbClr val="183E35"/>
                </a:solidFill>
                <a:latin typeface="Pretendard"/>
                <a:ea typeface="Pretendard"/>
                <a:cs typeface="Pretendard"/>
              </a:rPr>
              <a:t>년</a:t>
            </a:r>
          </a:p>
        </p:txBody>
      </p:sp>
      <p:sp>
        <p:nvSpPr>
          <p:cNvPr id="8" name="법정 다툼">
            <a:extLst xmlns:a="http://schemas.openxmlformats.org/drawingml/2006/main">
              <a:ext uri="{FF2B5EF4-FFF2-40B4-BE49-F238E27FC236}">
                <a16:creationId xmlns:a16="http://schemas.microsoft.com/office/drawing/2014/main" id="{776CA746-9988-45FD-9797-901551F633C2}"/>
              </a:ext>
            </a:extLst>
          </p:cNvPr>
          <p:cNvSpPr>
            <a:spLocks xmlns:a="http://schemas.openxmlformats.org/drawingml/2006/main" noGrp="1"/>
          </p:cNvSpPr>
          <p:nvPr/>
        </p:nvSpPr>
        <p:spPr>
          <a:xfrm xmlns:a="http://schemas.openxmlformats.org/drawingml/2006/main">
            <a:off x="6543675" y="3543300"/>
            <a:ext cx="214312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00" b="1">
                <a:solidFill>
                  <a:srgbClr val="183E35"/>
                </a:solidFill>
                <a:latin typeface="Pretendard"/>
                <a:ea typeface="Pretendard"/>
                <a:cs typeface="Pretendard"/>
              </a:defRPr>
            </a:defPPr>
          </a:lstStyle>
          <a:p xmlns:a="http://schemas.openxmlformats.org/drawingml/2006/main">
            <a:pPr algn="l">
              <a:defRPr sz="2100" b="1">
                <a:solidFill>
                  <a:srgbClr val="183E35"/>
                </a:solidFill>
                <a:latin typeface="Pretendard"/>
                <a:ea typeface="Pretendard"/>
                <a:cs typeface="Pretendard"/>
              </a:defRPr>
            </a:pPr>
            <a:r>
              <a:rPr sz="2100" b="1">
                <a:solidFill>
                  <a:srgbClr val="183E35"/>
                </a:solidFill>
                <a:latin typeface="Pretendard"/>
                <a:ea typeface="Pretendard"/>
                <a:cs typeface="Pretendard"/>
              </a:rPr>
              <a:t>법정 다툼</a:t>
            </a:r>
          </a:p>
        </p:txBody>
      </p:sp>
    </p:spTree>
    <p:extLst>
      <p:ext uri="{BB962C8B-B14F-4D97-AF65-F5344CB8AC3E}">
        <p14:creationId xmlns:p14="http://schemas.microsoft.com/office/powerpoint/2010/main" val="51380080"/>
      </p:ext>
    </p:extLst>
  </p:cSld>
</p:sld>
</file>

<file path=ppt/slides/slide6.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15" name="문제가 생기는 곳">
            <a:extLst xmlns:a="http://schemas.openxmlformats.org/drawingml/2006/main">
              <a:ext uri="{FF2B5EF4-FFF2-40B4-BE49-F238E27FC236}">
                <a16:creationId xmlns:a16="http://schemas.microsoft.com/office/drawing/2014/main" id="{D551A9F0-9EB8-4C78-9A8E-1B82083A7FF6}"/>
              </a:ext>
            </a:extLst>
          </p:cNvPr>
          <p:cNvSpPr>
            <a:spLocks xmlns:a="http://schemas.openxmlformats.org/drawingml/2006/main" noGrp="1"/>
          </p:cNvSpPr>
          <p:nvPr/>
        </p:nvSpPr>
        <p:spPr>
          <a:xfrm xmlns:a="http://schemas.openxmlformats.org/drawingml/2006/main">
            <a:off x="504825" y="257175"/>
            <a:ext cx="628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a:solidFill>
                  <a:srgbClr val="687568"/>
                </a:solidFill>
                <a:latin typeface="Pretendard"/>
                <a:ea typeface="Pretendard"/>
                <a:cs typeface="Pretendard"/>
              </a:defRPr>
            </a:defPPr>
          </a:lstStyle>
          <a:p xmlns:a="http://schemas.openxmlformats.org/drawingml/2006/main">
            <a:pPr algn="l">
              <a:defRPr sz="1050">
                <a:solidFill>
                  <a:srgbClr val="687568"/>
                </a:solidFill>
                <a:latin typeface="Pretendard"/>
                <a:ea typeface="Pretendard"/>
                <a:cs typeface="Pretendard"/>
              </a:defRPr>
            </a:pPr>
            <a:r>
              <a:rPr sz="1050">
                <a:solidFill>
                  <a:srgbClr val="687568"/>
                </a:solidFill>
                <a:latin typeface="Pretendard"/>
                <a:ea typeface="Pretendard"/>
                <a:cs typeface="Pretendard"/>
              </a:rPr>
              <a:t>문제가 생기는 곳</a:t>
            </a:r>
          </a:p>
        </p:txBody>
      </p:sp>
      <p:sp>
        <p:nvSpPr>
          <p:cNvPr id="2" name="지위·임대차·대표권">
            <a:extLst xmlns:a="http://schemas.openxmlformats.org/drawingml/2006/main">
              <a:ext uri="{FF2B5EF4-FFF2-40B4-BE49-F238E27FC236}">
                <a16:creationId xmlns:a16="http://schemas.microsoft.com/office/drawing/2014/main" id="{61F9E372-76CB-4D85-9A3F-5065C073F534}"/>
              </a:ext>
            </a:extLst>
          </p:cNvPr>
          <p:cNvSpPr>
            <a:spLocks xmlns:a="http://schemas.openxmlformats.org/drawingml/2006/main" noGrp="1"/>
          </p:cNvSpPr>
          <p:nvPr/>
        </p:nvSpPr>
        <p:spPr>
          <a:xfrm xmlns:a="http://schemas.openxmlformats.org/drawingml/2006/main">
            <a:off x="476250" y="628650"/>
            <a:ext cx="8248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00" b="1">
                <a:solidFill>
                  <a:srgbClr val="183E35"/>
                </a:solidFill>
                <a:latin typeface="Pretendard"/>
                <a:ea typeface="Pretendard"/>
                <a:cs typeface="Pretendard"/>
              </a:defRPr>
            </a:defPPr>
          </a:lstStyle>
          <a:p xmlns:a="http://schemas.openxmlformats.org/drawingml/2006/main">
            <a:pPr algn="l">
              <a:defRPr sz="3000" b="1">
                <a:solidFill>
                  <a:srgbClr val="183E35"/>
                </a:solidFill>
                <a:latin typeface="Pretendard"/>
                <a:ea typeface="Pretendard"/>
                <a:cs typeface="Pretendard"/>
              </a:defRPr>
            </a:pPr>
            <a:r>
              <a:rPr sz="3000" b="1">
                <a:solidFill>
                  <a:srgbClr val="183E35"/>
                </a:solidFill>
                <a:latin typeface="Pretendard"/>
                <a:ea typeface="Pretendard"/>
                <a:cs typeface="Pretendard"/>
              </a:rPr>
              <a:t>지위·임대차·대표권</a:t>
            </a:r>
          </a:p>
        </p:txBody>
      </p:sp>
      <p:sp>
        <p:nvSpPr>
          <p:cNvPr id="3" name="06">
            <a:extLst xmlns:a="http://schemas.openxmlformats.org/drawingml/2006/main">
              <a:ext uri="{FF2B5EF4-FFF2-40B4-BE49-F238E27FC236}">
                <a16:creationId xmlns:a16="http://schemas.microsoft.com/office/drawing/2014/main" id="{C5EC7F0A-96B7-4166-901B-3E11C65423F0}"/>
              </a:ext>
            </a:extLst>
          </p:cNvPr>
          <p:cNvSpPr>
            <a:spLocks xmlns:a="http://schemas.openxmlformats.org/drawingml/2006/main" noGrp="1"/>
          </p:cNvSpPr>
          <p:nvPr/>
        </p:nvSpPr>
        <p:spPr>
          <a:xfrm xmlns:a="http://schemas.openxmlformats.org/drawingml/2006/main">
            <a:off x="8534400" y="4781550"/>
            <a:ext cx="295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75" b="0">
                <a:solidFill>
                  <a:srgbClr val="687568"/>
                </a:solidFill>
                <a:latin typeface="Pretendard"/>
                <a:ea typeface="Pretendard"/>
                <a:cs typeface="Pretendard"/>
              </a:defRPr>
            </a:defPPr>
          </a:lstStyle>
          <a:p xmlns:a="http://schemas.openxmlformats.org/drawingml/2006/main">
            <a:pPr algn="r">
              <a:defRPr sz="975" b="0">
                <a:solidFill>
                  <a:srgbClr val="687568"/>
                </a:solidFill>
                <a:latin typeface="Pretendard"/>
                <a:ea typeface="Pretendard"/>
                <a:cs typeface="Pretendard"/>
              </a:defRPr>
            </a:pPr>
            <a:r>
              <a:rPr sz="975" b="0">
                <a:solidFill>
                  <a:srgbClr val="687568"/>
                </a:solidFill>
                <a:latin typeface="Pretendard"/>
                <a:ea typeface="Pretendard"/>
                <a:cs typeface="Pretendard"/>
              </a:rPr>
              <a:t>06</a:t>
            </a:r>
          </a:p>
        </p:txBody>
      </p:sp>
      <p:sp>
        <p:nvSpPr>
          <p:cNvPr id="4" name="종손 지위">
            <a:extLst xmlns:a="http://schemas.openxmlformats.org/drawingml/2006/main">
              <a:ext uri="{FF2B5EF4-FFF2-40B4-BE49-F238E27FC236}">
                <a16:creationId xmlns:a16="http://schemas.microsoft.com/office/drawing/2014/main" id="{28137AE7-B4A1-43B0-A6DA-6F205FA6D8EE}"/>
              </a:ext>
            </a:extLst>
          </p:cNvPr>
          <p:cNvSpPr>
            <a:spLocks xmlns:a="http://schemas.openxmlformats.org/drawingml/2006/main" noGrp="1"/>
          </p:cNvSpPr>
          <p:nvPr/>
        </p:nvSpPr>
        <p:spPr>
          <a:xfrm xmlns:a="http://schemas.openxmlformats.org/drawingml/2006/main">
            <a:off x="495300" y="1514475"/>
            <a:ext cx="18764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183E35"/>
                </a:solidFill>
                <a:latin typeface="Pretendard"/>
                <a:ea typeface="Pretendard"/>
                <a:cs typeface="Pretendard"/>
              </a:defRPr>
            </a:defPPr>
          </a:lstStyle>
          <a:p xmlns:a="http://schemas.openxmlformats.org/drawingml/2006/main">
            <a:pPr algn="l">
              <a:defRPr sz="2175" b="1">
                <a:solidFill>
                  <a:srgbClr val="183E35"/>
                </a:solidFill>
                <a:latin typeface="Pretendard"/>
                <a:ea typeface="Pretendard"/>
                <a:cs typeface="Pretendard"/>
              </a:defRPr>
            </a:pPr>
            <a:r>
              <a:rPr sz="2175" b="1">
                <a:solidFill>
                  <a:srgbClr val="183E35"/>
                </a:solidFill>
                <a:latin typeface="Pretendard"/>
                <a:ea typeface="Pretendard"/>
                <a:cs typeface="Pretendard"/>
              </a:rPr>
              <a:t>종손 지위</a:t>
            </a:r>
          </a:p>
        </p:txBody>
      </p:sp>
      <p:pic>
        <p:nvPicPr>
          <p:cNvPr id="5" name="">
            <a:extLst xmlns:a="http://schemas.openxmlformats.org/drawingml/2006/main">
              <a:ext uri="{FF2B5EF4-FFF2-40B4-BE49-F238E27FC236}">
                <a16:creationId xmlns:a16="http://schemas.microsoft.com/office/drawing/2014/main" id="{E7F03A42-EE94-4DC9-B2A8-EC6926E40AFB}"/>
              </a:ext>
            </a:extLst>
          </p:cNvPr>
          <p:cNvPicPr>
            <a:picLocks xmlns:a="http://schemas.openxmlformats.org/drawingml/2006/main" noChangeAspect="1"/>
          </p:cNvPicPr>
          <p:nvPr/>
        </p:nvPicPr>
        <p:blipFill>
          <a:blip xmlns:r="http://schemas.openxmlformats.org/officeDocument/2006/relationships" xmlns:a="http://schemas.openxmlformats.org/drawingml/2006/main" r:embed="Rf32ad5ff853644ea"/>
          <a:stretch xmlns:a="http://schemas.openxmlformats.org/drawingml/2006/main"/>
        </p:blipFill>
        <p:spPr>
          <a:xfrm xmlns:a="http://schemas.openxmlformats.org/drawingml/2006/main">
            <a:off x="2371725" y="1548844"/>
            <a:ext cx="6229350" cy="397986"/>
          </a:xfrm>
          <a:prstGeom xmlns:a="http://schemas.openxmlformats.org/drawingml/2006/main" prst="rect">
            <a:avLst/>
          </a:prstGeom>
        </p:spPr>
      </p:pic>
      <p:sp>
        <p:nvSpPr>
          <p:cNvPr id="6" name="법치뉴스 2026.04.28">
            <a:extLst xmlns:a="http://schemas.openxmlformats.org/drawingml/2006/main">
              <a:ext uri="{FF2B5EF4-FFF2-40B4-BE49-F238E27FC236}">
                <a16:creationId xmlns:a16="http://schemas.microsoft.com/office/drawing/2014/main" id="{1150584A-6718-4745-937B-4C9164C0546D}"/>
              </a:ext>
            </a:extLst>
          </p:cNvPr>
          <p:cNvSpPr>
            <a:spLocks xmlns:a="http://schemas.openxmlformats.org/drawingml/2006/main" noGrp="1"/>
          </p:cNvSpPr>
          <p:nvPr/>
        </p:nvSpPr>
        <p:spPr>
          <a:xfrm xmlns:a="http://schemas.openxmlformats.org/drawingml/2006/main">
            <a:off x="2409825" y="2114550"/>
            <a:ext cx="61817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a:solidFill>
                  <a:srgbClr val="687568"/>
                </a:solidFill>
                <a:latin typeface="Pretendard"/>
                <a:ea typeface="Pretendard"/>
                <a:cs typeface="Pretendard"/>
              </a:defRPr>
            </a:defPPr>
          </a:lstStyle>
          <a:p xmlns:a="http://schemas.openxmlformats.org/drawingml/2006/main">
            <a:pPr algn="l">
              <a:defRPr sz="1125">
                <a:solidFill>
                  <a:srgbClr val="687568"/>
                </a:solidFill>
                <a:latin typeface="Pretendard"/>
                <a:ea typeface="Pretendard"/>
                <a:cs typeface="Pretendard"/>
              </a:defRPr>
            </a:pPr>
            <a:r>
              <a:rPr sz="1125">
                <a:solidFill>
                  <a:srgbClr val="687568"/>
                </a:solidFill>
                <a:latin typeface="Pretendard"/>
                <a:ea typeface="Pretendard"/>
                <a:cs typeface="Pretendard"/>
              </a:rPr>
              <a:t>법치뉴스 2026.04.28</a:t>
            </a:r>
          </a:p>
        </p:txBody>
      </p:sp>
      <p:sp>
        <p:nvSpPr>
          <p:cNvPr id="7" name="">
            <a:extLst xmlns:a="http://schemas.openxmlformats.org/drawingml/2006/main">
              <a:ext uri="{FF2B5EF4-FFF2-40B4-BE49-F238E27FC236}">
                <a16:creationId xmlns:a16="http://schemas.microsoft.com/office/drawing/2014/main" id="{048BEA22-955D-4EC5-87B6-67B95B9A0644}"/>
              </a:ext>
            </a:extLst>
          </p:cNvPr>
          <p:cNvSpPr>
            <a:spLocks xmlns:a="http://schemas.openxmlformats.org/drawingml/2006/main" noGrp="1"/>
          </p:cNvSpPr>
          <p:nvPr/>
        </p:nvSpPr>
        <p:spPr>
          <a:xfrm xmlns:a="http://schemas.openxmlformats.org/drawingml/2006/main">
            <a:off x="495300" y="2381250"/>
            <a:ext cx="8096250" cy="0"/>
          </a:xfrm>
          <a:prstGeom xmlns:a="http://schemas.openxmlformats.org/drawingml/2006/main" prst="line">
            <a:avLst/>
          </a:prstGeom>
          <a:noFill xmlns:a="http://schemas.openxmlformats.org/drawingml/2006/main"/>
          <a:ln xmlns:a="http://schemas.openxmlformats.org/drawingml/2006/main" w="9525">
            <a:solidFill>
              <a:srgbClr val="D2DCD6"/>
            </a:solidFill>
          </a:ln>
        </p:spPr>
      </p:sp>
      <p:sp>
        <p:nvSpPr>
          <p:cNvPr id="8" name="임대차">
            <a:extLst xmlns:a="http://schemas.openxmlformats.org/drawingml/2006/main">
              <a:ext uri="{FF2B5EF4-FFF2-40B4-BE49-F238E27FC236}">
                <a16:creationId xmlns:a16="http://schemas.microsoft.com/office/drawing/2014/main" id="{C1D2A658-DA42-4C77-BD8D-F6BD1BA71526}"/>
              </a:ext>
            </a:extLst>
          </p:cNvPr>
          <p:cNvSpPr>
            <a:spLocks xmlns:a="http://schemas.openxmlformats.org/drawingml/2006/main" noGrp="1"/>
          </p:cNvSpPr>
          <p:nvPr/>
        </p:nvSpPr>
        <p:spPr>
          <a:xfrm xmlns:a="http://schemas.openxmlformats.org/drawingml/2006/main">
            <a:off x="495300" y="2562225"/>
            <a:ext cx="18764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183E35"/>
                </a:solidFill>
                <a:latin typeface="Pretendard"/>
                <a:ea typeface="Pretendard"/>
                <a:cs typeface="Pretendard"/>
              </a:defRPr>
            </a:defPPr>
          </a:lstStyle>
          <a:p xmlns:a="http://schemas.openxmlformats.org/drawingml/2006/main">
            <a:pPr algn="l">
              <a:defRPr sz="2175" b="1">
                <a:solidFill>
                  <a:srgbClr val="183E35"/>
                </a:solidFill>
                <a:latin typeface="Pretendard"/>
                <a:ea typeface="Pretendard"/>
                <a:cs typeface="Pretendard"/>
              </a:defRPr>
            </a:pPr>
            <a:r>
              <a:rPr sz="2175" b="1">
                <a:solidFill>
                  <a:srgbClr val="183E35"/>
                </a:solidFill>
                <a:latin typeface="Pretendard"/>
                <a:ea typeface="Pretendard"/>
                <a:cs typeface="Pretendard"/>
              </a:rPr>
              <a:t>임대차</a:t>
            </a:r>
          </a:p>
        </p:txBody>
      </p:sp>
      <p:pic>
        <p:nvPicPr>
          <p:cNvPr id="9" name="">
            <a:extLst xmlns:a="http://schemas.openxmlformats.org/drawingml/2006/main">
              <a:ext uri="{FF2B5EF4-FFF2-40B4-BE49-F238E27FC236}">
                <a16:creationId xmlns:a16="http://schemas.microsoft.com/office/drawing/2014/main" id="{AD652599-4656-4743-B7EA-4C9F4D87FCDE}"/>
              </a:ext>
            </a:extLst>
          </p:cNvPr>
          <p:cNvPicPr>
            <a:picLocks xmlns:a="http://schemas.openxmlformats.org/drawingml/2006/main" noChangeAspect="1"/>
          </p:cNvPicPr>
          <p:nvPr/>
        </p:nvPicPr>
        <p:blipFill>
          <a:blip xmlns:r="http://schemas.openxmlformats.org/officeDocument/2006/relationships" xmlns:a="http://schemas.openxmlformats.org/drawingml/2006/main" r:embed="R68fcd617adbe4195"/>
          <a:stretch xmlns:a="http://schemas.openxmlformats.org/drawingml/2006/main"/>
        </p:blipFill>
        <p:spPr>
          <a:xfrm xmlns:a="http://schemas.openxmlformats.org/drawingml/2006/main">
            <a:off x="2371725" y="2616782"/>
            <a:ext cx="6229350" cy="357611"/>
          </a:xfrm>
          <a:prstGeom xmlns:a="http://schemas.openxmlformats.org/drawingml/2006/main" prst="rect">
            <a:avLst/>
          </a:prstGeom>
        </p:spPr>
      </p:pic>
      <p:sp>
        <p:nvSpPr>
          <p:cNvPr id="10" name="충청투데이 2026.07.10">
            <a:extLst xmlns:a="http://schemas.openxmlformats.org/drawingml/2006/main">
              <a:ext uri="{FF2B5EF4-FFF2-40B4-BE49-F238E27FC236}">
                <a16:creationId xmlns:a16="http://schemas.microsoft.com/office/drawing/2014/main" id="{10D45FF8-06A3-4580-A150-827DC9BBB093}"/>
              </a:ext>
            </a:extLst>
          </p:cNvPr>
          <p:cNvSpPr>
            <a:spLocks xmlns:a="http://schemas.openxmlformats.org/drawingml/2006/main" noGrp="1"/>
          </p:cNvSpPr>
          <p:nvPr/>
        </p:nvSpPr>
        <p:spPr>
          <a:xfrm xmlns:a="http://schemas.openxmlformats.org/drawingml/2006/main">
            <a:off x="2409825" y="3162300"/>
            <a:ext cx="61817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a:solidFill>
                  <a:srgbClr val="687568"/>
                </a:solidFill>
                <a:latin typeface="Pretendard"/>
                <a:ea typeface="Pretendard"/>
                <a:cs typeface="Pretendard"/>
              </a:defRPr>
            </a:defPPr>
          </a:lstStyle>
          <a:p xmlns:a="http://schemas.openxmlformats.org/drawingml/2006/main">
            <a:pPr algn="l">
              <a:defRPr sz="1125">
                <a:solidFill>
                  <a:srgbClr val="687568"/>
                </a:solidFill>
                <a:latin typeface="Pretendard"/>
                <a:ea typeface="Pretendard"/>
                <a:cs typeface="Pretendard"/>
              </a:defRPr>
            </a:pPr>
            <a:r>
              <a:rPr sz="1125">
                <a:solidFill>
                  <a:srgbClr val="687568"/>
                </a:solidFill>
                <a:latin typeface="Pretendard"/>
                <a:ea typeface="Pretendard"/>
                <a:cs typeface="Pretendard"/>
              </a:rPr>
              <a:t>충청투데이 2026.07.10</a:t>
            </a:r>
          </a:p>
        </p:txBody>
      </p:sp>
      <p:sp>
        <p:nvSpPr>
          <p:cNvPr id="11" name="">
            <a:extLst xmlns:a="http://schemas.openxmlformats.org/drawingml/2006/main">
              <a:ext uri="{FF2B5EF4-FFF2-40B4-BE49-F238E27FC236}">
                <a16:creationId xmlns:a16="http://schemas.microsoft.com/office/drawing/2014/main" id="{98F98783-AFDE-443F-BA2F-99BA6D530696}"/>
              </a:ext>
            </a:extLst>
          </p:cNvPr>
          <p:cNvSpPr>
            <a:spLocks xmlns:a="http://schemas.openxmlformats.org/drawingml/2006/main" noGrp="1"/>
          </p:cNvSpPr>
          <p:nvPr/>
        </p:nvSpPr>
        <p:spPr>
          <a:xfrm xmlns:a="http://schemas.openxmlformats.org/drawingml/2006/main">
            <a:off x="495300" y="3429000"/>
            <a:ext cx="8096250" cy="0"/>
          </a:xfrm>
          <a:prstGeom xmlns:a="http://schemas.openxmlformats.org/drawingml/2006/main" prst="line">
            <a:avLst/>
          </a:prstGeom>
          <a:noFill xmlns:a="http://schemas.openxmlformats.org/drawingml/2006/main"/>
          <a:ln xmlns:a="http://schemas.openxmlformats.org/drawingml/2006/main" w="9525">
            <a:solidFill>
              <a:srgbClr val="D2DCD6"/>
            </a:solidFill>
          </a:ln>
        </p:spPr>
      </p:sp>
      <p:sp>
        <p:nvSpPr>
          <p:cNvPr id="12" name="대표권">
            <a:extLst xmlns:a="http://schemas.openxmlformats.org/drawingml/2006/main">
              <a:ext uri="{FF2B5EF4-FFF2-40B4-BE49-F238E27FC236}">
                <a16:creationId xmlns:a16="http://schemas.microsoft.com/office/drawing/2014/main" id="{6511D877-5F20-4232-9A78-3DDD1823B6F0}"/>
              </a:ext>
            </a:extLst>
          </p:cNvPr>
          <p:cNvSpPr>
            <a:spLocks xmlns:a="http://schemas.openxmlformats.org/drawingml/2006/main" noGrp="1"/>
          </p:cNvSpPr>
          <p:nvPr/>
        </p:nvSpPr>
        <p:spPr>
          <a:xfrm xmlns:a="http://schemas.openxmlformats.org/drawingml/2006/main">
            <a:off x="495300" y="3609975"/>
            <a:ext cx="18764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183E35"/>
                </a:solidFill>
                <a:latin typeface="Pretendard"/>
                <a:ea typeface="Pretendard"/>
                <a:cs typeface="Pretendard"/>
              </a:defRPr>
            </a:defPPr>
          </a:lstStyle>
          <a:p xmlns:a="http://schemas.openxmlformats.org/drawingml/2006/main">
            <a:pPr algn="l">
              <a:defRPr sz="2175" b="1">
                <a:solidFill>
                  <a:srgbClr val="183E35"/>
                </a:solidFill>
                <a:latin typeface="Pretendard"/>
                <a:ea typeface="Pretendard"/>
                <a:cs typeface="Pretendard"/>
              </a:defRPr>
            </a:pPr>
            <a:r>
              <a:rPr sz="2175" b="1">
                <a:solidFill>
                  <a:srgbClr val="183E35"/>
                </a:solidFill>
                <a:latin typeface="Pretendard"/>
                <a:ea typeface="Pretendard"/>
                <a:cs typeface="Pretendard"/>
              </a:rPr>
              <a:t>대표권</a:t>
            </a:r>
          </a:p>
        </p:txBody>
      </p:sp>
      <p:pic>
        <p:nvPicPr>
          <p:cNvPr id="13" name="">
            <a:extLst xmlns:a="http://schemas.openxmlformats.org/drawingml/2006/main">
              <a:ext uri="{FF2B5EF4-FFF2-40B4-BE49-F238E27FC236}">
                <a16:creationId xmlns:a16="http://schemas.microsoft.com/office/drawing/2014/main" id="{FA35DB19-359C-44E0-B6F6-7EEAF1881DFF}"/>
              </a:ext>
            </a:extLst>
          </p:cNvPr>
          <p:cNvPicPr>
            <a:picLocks xmlns:a="http://schemas.openxmlformats.org/drawingml/2006/main" noChangeAspect="1"/>
          </p:cNvPicPr>
          <p:nvPr/>
        </p:nvPicPr>
        <p:blipFill>
          <a:blip xmlns:r="http://schemas.openxmlformats.org/officeDocument/2006/relationships" xmlns:a="http://schemas.openxmlformats.org/drawingml/2006/main" r:embed="R6e89657cbcc745c1"/>
          <a:stretch xmlns:a="http://schemas.openxmlformats.org/drawingml/2006/main"/>
        </p:blipFill>
        <p:spPr>
          <a:xfrm xmlns:a="http://schemas.openxmlformats.org/drawingml/2006/main">
            <a:off x="3100699" y="3524250"/>
            <a:ext cx="4771402" cy="638175"/>
          </a:xfrm>
          <a:prstGeom xmlns:a="http://schemas.openxmlformats.org/drawingml/2006/main" prst="rect">
            <a:avLst/>
          </a:prstGeom>
        </p:spPr>
      </p:pic>
      <p:sp>
        <p:nvSpPr>
          <p:cNvPr id="14" name="한경BUSINESS 2026.07.24">
            <a:extLst xmlns:a="http://schemas.openxmlformats.org/drawingml/2006/main">
              <a:ext uri="{FF2B5EF4-FFF2-40B4-BE49-F238E27FC236}">
                <a16:creationId xmlns:a16="http://schemas.microsoft.com/office/drawing/2014/main" id="{C8E23380-8EA7-42CA-BCF0-C85E867ECF64}"/>
              </a:ext>
            </a:extLst>
          </p:cNvPr>
          <p:cNvSpPr>
            <a:spLocks xmlns:a="http://schemas.openxmlformats.org/drawingml/2006/main" noGrp="1"/>
          </p:cNvSpPr>
          <p:nvPr/>
        </p:nvSpPr>
        <p:spPr>
          <a:xfrm xmlns:a="http://schemas.openxmlformats.org/drawingml/2006/main">
            <a:off x="2409825" y="4210050"/>
            <a:ext cx="61817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a:solidFill>
                  <a:srgbClr val="687568"/>
                </a:solidFill>
                <a:latin typeface="Pretendard"/>
                <a:ea typeface="Pretendard"/>
                <a:cs typeface="Pretendard"/>
              </a:defRPr>
            </a:defPPr>
          </a:lstStyle>
          <a:p xmlns:a="http://schemas.openxmlformats.org/drawingml/2006/main">
            <a:pPr algn="l">
              <a:defRPr sz="1125">
                <a:solidFill>
                  <a:srgbClr val="687568"/>
                </a:solidFill>
                <a:latin typeface="Pretendard"/>
                <a:ea typeface="Pretendard"/>
                <a:cs typeface="Pretendard"/>
              </a:defRPr>
            </a:pPr>
            <a:r>
              <a:rPr sz="1125">
                <a:solidFill>
                  <a:srgbClr val="687568"/>
                </a:solidFill>
                <a:latin typeface="Pretendard"/>
                <a:ea typeface="Pretendard"/>
                <a:cs typeface="Pretendard"/>
              </a:rPr>
              <a:t>한경BUSINESS 2026.07.24</a:t>
            </a:r>
          </a:p>
        </p:txBody>
      </p:sp>
    </p:spTree>
    <p:extLst>
      <p:ext uri="{BB962C8B-B14F-4D97-AF65-F5344CB8AC3E}">
        <p14:creationId xmlns:p14="http://schemas.microsoft.com/office/powerpoint/2010/main" val="533224280"/>
      </p:ext>
    </p:extLst>
  </p:cSld>
</p:sld>
</file>

<file path=ppt/slides/slide7.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7" name="공개 판례 검색">
            <a:extLst xmlns:a="http://schemas.openxmlformats.org/drawingml/2006/main">
              <a:ext uri="{FF2B5EF4-FFF2-40B4-BE49-F238E27FC236}">
                <a16:creationId xmlns:a16="http://schemas.microsoft.com/office/drawing/2014/main" id="{0CBA0F62-2402-4A34-BA82-B79B31DE068A}"/>
              </a:ext>
            </a:extLst>
          </p:cNvPr>
          <p:cNvSpPr>
            <a:spLocks xmlns:a="http://schemas.openxmlformats.org/drawingml/2006/main" noGrp="1"/>
          </p:cNvSpPr>
          <p:nvPr/>
        </p:nvSpPr>
        <p:spPr>
          <a:xfrm xmlns:a="http://schemas.openxmlformats.org/drawingml/2006/main">
            <a:off x="504825" y="257175"/>
            <a:ext cx="628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a:solidFill>
                  <a:srgbClr val="687568"/>
                </a:solidFill>
                <a:latin typeface="Pretendard"/>
                <a:ea typeface="Pretendard"/>
                <a:cs typeface="Pretendard"/>
              </a:defRPr>
            </a:defPPr>
          </a:lstStyle>
          <a:p xmlns:a="http://schemas.openxmlformats.org/drawingml/2006/main">
            <a:pPr algn="l">
              <a:defRPr sz="1050">
                <a:solidFill>
                  <a:srgbClr val="687568"/>
                </a:solidFill>
                <a:latin typeface="Pretendard"/>
                <a:ea typeface="Pretendard"/>
                <a:cs typeface="Pretendard"/>
              </a:defRPr>
            </a:pPr>
            <a:r>
              <a:rPr sz="1050">
                <a:solidFill>
                  <a:srgbClr val="687568"/>
                </a:solidFill>
                <a:latin typeface="Pretendard"/>
                <a:ea typeface="Pretendard"/>
                <a:cs typeface="Pretendard"/>
              </a:rPr>
              <a:t>공개 판례 검색</a:t>
            </a:r>
          </a:p>
        </p:txBody>
      </p:sp>
      <p:sp>
        <p:nvSpPr>
          <p:cNvPr id="2" name="종중 관련 공개 판례">
            <a:extLst xmlns:a="http://schemas.openxmlformats.org/drawingml/2006/main">
              <a:ext uri="{FF2B5EF4-FFF2-40B4-BE49-F238E27FC236}">
                <a16:creationId xmlns:a16="http://schemas.microsoft.com/office/drawing/2014/main" id="{F0754D31-6A69-42F8-870E-8419655656FB}"/>
              </a:ext>
            </a:extLst>
          </p:cNvPr>
          <p:cNvSpPr>
            <a:spLocks xmlns:a="http://schemas.openxmlformats.org/drawingml/2006/main" noGrp="1"/>
          </p:cNvSpPr>
          <p:nvPr/>
        </p:nvSpPr>
        <p:spPr>
          <a:xfrm xmlns:a="http://schemas.openxmlformats.org/drawingml/2006/main">
            <a:off x="476250" y="628650"/>
            <a:ext cx="8248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00" b="1">
                <a:solidFill>
                  <a:srgbClr val="183E35"/>
                </a:solidFill>
                <a:latin typeface="Pretendard"/>
                <a:ea typeface="Pretendard"/>
                <a:cs typeface="Pretendard"/>
              </a:defRPr>
            </a:defPPr>
          </a:lstStyle>
          <a:p xmlns:a="http://schemas.openxmlformats.org/drawingml/2006/main">
            <a:pPr algn="l">
              <a:defRPr sz="3000" b="1">
                <a:solidFill>
                  <a:srgbClr val="183E35"/>
                </a:solidFill>
                <a:latin typeface="Pretendard"/>
                <a:ea typeface="Pretendard"/>
                <a:cs typeface="Pretendard"/>
              </a:defRPr>
            </a:pPr>
            <a:r>
              <a:rPr sz="3000" b="1">
                <a:solidFill>
                  <a:srgbClr val="183E35"/>
                </a:solidFill>
                <a:latin typeface="Pretendard"/>
                <a:ea typeface="Pretendard"/>
                <a:cs typeface="Pretendard"/>
              </a:rPr>
              <a:t>종중 관련 공개 판례</a:t>
            </a:r>
          </a:p>
        </p:txBody>
      </p:sp>
      <p:sp>
        <p:nvSpPr>
          <p:cNvPr id="3" name="07">
            <a:extLst xmlns:a="http://schemas.openxmlformats.org/drawingml/2006/main">
              <a:ext uri="{FF2B5EF4-FFF2-40B4-BE49-F238E27FC236}">
                <a16:creationId xmlns:a16="http://schemas.microsoft.com/office/drawing/2014/main" id="{A484D4D9-C394-4C27-8989-322241788198}"/>
              </a:ext>
            </a:extLst>
          </p:cNvPr>
          <p:cNvSpPr>
            <a:spLocks xmlns:a="http://schemas.openxmlformats.org/drawingml/2006/main" noGrp="1"/>
          </p:cNvSpPr>
          <p:nvPr/>
        </p:nvSpPr>
        <p:spPr>
          <a:xfrm xmlns:a="http://schemas.openxmlformats.org/drawingml/2006/main">
            <a:off x="8534400" y="4781550"/>
            <a:ext cx="295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75" b="0">
                <a:solidFill>
                  <a:srgbClr val="687568"/>
                </a:solidFill>
                <a:latin typeface="Pretendard"/>
                <a:ea typeface="Pretendard"/>
                <a:cs typeface="Pretendard"/>
              </a:defRPr>
            </a:defPPr>
          </a:lstStyle>
          <a:p xmlns:a="http://schemas.openxmlformats.org/drawingml/2006/main">
            <a:pPr algn="r">
              <a:defRPr sz="975" b="0">
                <a:solidFill>
                  <a:srgbClr val="687568"/>
                </a:solidFill>
                <a:latin typeface="Pretendard"/>
                <a:ea typeface="Pretendard"/>
                <a:cs typeface="Pretendard"/>
              </a:defRPr>
            </a:pPr>
            <a:r>
              <a:rPr sz="975" b="0">
                <a:solidFill>
                  <a:srgbClr val="687568"/>
                </a:solidFill>
                <a:latin typeface="Pretendard"/>
                <a:ea typeface="Pretendard"/>
                <a:cs typeface="Pretendard"/>
              </a:rPr>
              <a:t>07</a:t>
            </a:r>
          </a:p>
        </p:txBody>
      </p:sp>
      <p:pic>
        <p:nvPicPr>
          <p:cNvPr id="4" name="">
            <a:extLst xmlns:a="http://schemas.openxmlformats.org/drawingml/2006/main">
              <a:ext uri="{FF2B5EF4-FFF2-40B4-BE49-F238E27FC236}">
                <a16:creationId xmlns:a16="http://schemas.microsoft.com/office/drawing/2014/main" id="{1C646ED5-3411-4D20-A947-DC6E719F9631}"/>
              </a:ext>
            </a:extLst>
          </p:cNvPr>
          <p:cNvPicPr>
            <a:picLocks xmlns:a="http://schemas.openxmlformats.org/drawingml/2006/main" noChangeAspect="1"/>
          </p:cNvPicPr>
          <p:nvPr/>
        </p:nvPicPr>
        <p:blipFill>
          <a:blip xmlns:r="http://schemas.openxmlformats.org/officeDocument/2006/relationships" xmlns:a="http://schemas.openxmlformats.org/drawingml/2006/main" r:embed="R29839bb05a20419d"/>
          <a:stretch xmlns:a="http://schemas.openxmlformats.org/drawingml/2006/main"/>
        </p:blipFill>
        <p:spPr>
          <a:xfrm xmlns:a="http://schemas.openxmlformats.org/drawingml/2006/main">
            <a:off x="1600200" y="2133600"/>
            <a:ext cx="1076325" cy="1076325"/>
          </a:xfrm>
          <a:prstGeom xmlns:a="http://schemas.openxmlformats.org/drawingml/2006/main" prst="rect">
            <a:avLst/>
          </a:prstGeom>
        </p:spPr>
      </p:pic>
      <p:sp>
        <p:nvSpPr>
          <p:cNvPr id="5" name="1,416">
            <a:extLst xmlns:a="http://schemas.openxmlformats.org/drawingml/2006/main">
              <a:ext uri="{FF2B5EF4-FFF2-40B4-BE49-F238E27FC236}">
                <a16:creationId xmlns:a16="http://schemas.microsoft.com/office/drawing/2014/main" id="{A61A20FA-A5C4-4681-ACBC-BB1185CE71CC}"/>
              </a:ext>
            </a:extLst>
          </p:cNvPr>
          <p:cNvSpPr>
            <a:spLocks xmlns:a="http://schemas.openxmlformats.org/drawingml/2006/main" noGrp="1"/>
          </p:cNvSpPr>
          <p:nvPr/>
        </p:nvSpPr>
        <p:spPr>
          <a:xfrm xmlns:a="http://schemas.openxmlformats.org/drawingml/2006/main">
            <a:off x="3143250" y="1790700"/>
            <a:ext cx="37147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950" b="1">
                <a:solidFill>
                  <a:srgbClr val="183E35"/>
                </a:solidFill>
                <a:latin typeface="Pretendard"/>
                <a:ea typeface="Pretendard"/>
                <a:cs typeface="Pretendard"/>
              </a:defRPr>
            </a:defPPr>
          </a:lstStyle>
          <a:p xmlns:a="http://schemas.openxmlformats.org/drawingml/2006/main">
            <a:pPr algn="l">
              <a:defRPr sz="10950" b="1">
                <a:solidFill>
                  <a:srgbClr val="183E35"/>
                </a:solidFill>
                <a:latin typeface="Pretendard"/>
                <a:ea typeface="Pretendard"/>
                <a:cs typeface="Pretendard"/>
              </a:defRPr>
            </a:pPr>
            <a:r>
              <a:rPr sz="10950" b="1">
                <a:solidFill>
                  <a:srgbClr val="183E35"/>
                </a:solidFill>
                <a:latin typeface="Pretendard"/>
                <a:ea typeface="Pretendard"/>
                <a:cs typeface="Pretendard"/>
              </a:rPr>
              <a:t>1,416</a:t>
            </a:r>
          </a:p>
        </p:txBody>
      </p:sp>
      <p:sp>
        <p:nvSpPr>
          <p:cNvPr id="6" name="건">
            <a:extLst xmlns:a="http://schemas.openxmlformats.org/drawingml/2006/main">
              <a:ext uri="{FF2B5EF4-FFF2-40B4-BE49-F238E27FC236}">
                <a16:creationId xmlns:a16="http://schemas.microsoft.com/office/drawing/2014/main" id="{9039E596-8E86-4A8E-ABF0-7214FD09A605}"/>
              </a:ext>
            </a:extLst>
          </p:cNvPr>
          <p:cNvSpPr>
            <a:spLocks xmlns:a="http://schemas.openxmlformats.org/drawingml/2006/main" noGrp="1"/>
          </p:cNvSpPr>
          <p:nvPr/>
        </p:nvSpPr>
        <p:spPr>
          <a:xfrm xmlns:a="http://schemas.openxmlformats.org/drawingml/2006/main">
            <a:off x="6896100" y="2771775"/>
            <a:ext cx="6381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00">
                <a:solidFill>
                  <a:srgbClr val="183E35"/>
                </a:solidFill>
                <a:latin typeface="Pretendard"/>
                <a:ea typeface="Pretendard"/>
                <a:cs typeface="Pretendard"/>
              </a:defRPr>
            </a:defPPr>
          </a:lstStyle>
          <a:p xmlns:a="http://schemas.openxmlformats.org/drawingml/2006/main">
            <a:pPr algn="l">
              <a:defRPr sz="3000">
                <a:solidFill>
                  <a:srgbClr val="183E35"/>
                </a:solidFill>
                <a:latin typeface="Pretendard"/>
                <a:ea typeface="Pretendard"/>
                <a:cs typeface="Pretendard"/>
              </a:defRPr>
            </a:pPr>
            <a:r>
              <a:rPr sz="3000">
                <a:solidFill>
                  <a:srgbClr val="183E35"/>
                </a:solidFill>
                <a:latin typeface="Pretendard"/>
                <a:ea typeface="Pretendard"/>
                <a:cs typeface="Pretendard"/>
              </a:rPr>
              <a:t>건</a:t>
            </a:r>
          </a:p>
        </p:txBody>
      </p:sp>
    </p:spTree>
    <p:extLst>
      <p:ext uri="{BB962C8B-B14F-4D97-AF65-F5344CB8AC3E}">
        <p14:creationId xmlns:p14="http://schemas.microsoft.com/office/powerpoint/2010/main" val="72385329"/>
      </p:ext>
    </p:extLst>
  </p:cSld>
</p:sld>
</file>

<file path=ppt/slides/slide8.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11" name="결국, 누군가 이어받는 일">
            <a:extLst xmlns:a="http://schemas.openxmlformats.org/drawingml/2006/main">
              <a:ext uri="{FF2B5EF4-FFF2-40B4-BE49-F238E27FC236}">
                <a16:creationId xmlns:a16="http://schemas.microsoft.com/office/drawing/2014/main" id="{17C133A0-5672-4A9E-9982-21052A0F3B55}"/>
              </a:ext>
            </a:extLst>
          </p:cNvPr>
          <p:cNvSpPr>
            <a:spLocks xmlns:a="http://schemas.openxmlformats.org/drawingml/2006/main" noGrp="1"/>
          </p:cNvSpPr>
          <p:nvPr/>
        </p:nvSpPr>
        <p:spPr>
          <a:xfrm xmlns:a="http://schemas.openxmlformats.org/drawingml/2006/main">
            <a:off x="476250" y="628650"/>
            <a:ext cx="8248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00" b="1">
                <a:solidFill>
                  <a:srgbClr val="183E35"/>
                </a:solidFill>
                <a:latin typeface="Pretendard"/>
                <a:ea typeface="Pretendard"/>
                <a:cs typeface="Pretendard"/>
              </a:defRPr>
            </a:defPPr>
          </a:lstStyle>
          <a:p xmlns:a="http://schemas.openxmlformats.org/drawingml/2006/main">
            <a:pPr algn="l">
              <a:defRPr sz="3000" b="1">
                <a:solidFill>
                  <a:srgbClr val="183E35"/>
                </a:solidFill>
                <a:latin typeface="Pretendard"/>
                <a:ea typeface="Pretendard"/>
                <a:cs typeface="Pretendard"/>
              </a:defRPr>
            </a:pPr>
            <a:r>
              <a:rPr sz="3000" b="1">
                <a:solidFill>
                  <a:srgbClr val="183E35"/>
                </a:solidFill>
                <a:latin typeface="Pretendard"/>
                <a:ea typeface="Pretendard"/>
                <a:cs typeface="Pretendard"/>
              </a:rPr>
              <a:t>결국, 누군가 이어받는 일</a:t>
            </a:r>
          </a:p>
        </p:txBody>
      </p:sp>
      <p:sp>
        <p:nvSpPr>
          <p:cNvPr id="2" name="08">
            <a:extLst xmlns:a="http://schemas.openxmlformats.org/drawingml/2006/main">
              <a:ext uri="{FF2B5EF4-FFF2-40B4-BE49-F238E27FC236}">
                <a16:creationId xmlns:a16="http://schemas.microsoft.com/office/drawing/2014/main" id="{E76C060B-252C-46B6-96D1-2DF527ED152E}"/>
              </a:ext>
            </a:extLst>
          </p:cNvPr>
          <p:cNvSpPr>
            <a:spLocks xmlns:a="http://schemas.openxmlformats.org/drawingml/2006/main" noGrp="1"/>
          </p:cNvSpPr>
          <p:nvPr/>
        </p:nvSpPr>
        <p:spPr>
          <a:xfrm xmlns:a="http://schemas.openxmlformats.org/drawingml/2006/main">
            <a:off x="8534400" y="4781550"/>
            <a:ext cx="295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75" b="0">
                <a:solidFill>
                  <a:srgbClr val="687568"/>
                </a:solidFill>
                <a:latin typeface="Pretendard"/>
                <a:ea typeface="Pretendard"/>
                <a:cs typeface="Pretendard"/>
              </a:defRPr>
            </a:defPPr>
          </a:lstStyle>
          <a:p xmlns:a="http://schemas.openxmlformats.org/drawingml/2006/main">
            <a:pPr algn="r">
              <a:defRPr sz="975" b="0">
                <a:solidFill>
                  <a:srgbClr val="687568"/>
                </a:solidFill>
                <a:latin typeface="Pretendard"/>
                <a:ea typeface="Pretendard"/>
                <a:cs typeface="Pretendard"/>
              </a:defRPr>
            </a:pPr>
            <a:r>
              <a:rPr sz="975" b="0">
                <a:solidFill>
                  <a:srgbClr val="687568"/>
                </a:solidFill>
                <a:latin typeface="Pretendard"/>
                <a:ea typeface="Pretendard"/>
                <a:cs typeface="Pretendard"/>
              </a:rPr>
              <a:t>08</a:t>
            </a:r>
          </a:p>
        </p:txBody>
      </p:sp>
      <p:pic>
        <p:nvPicPr>
          <p:cNvPr id="3" name="">
            <a:extLst xmlns:a="http://schemas.openxmlformats.org/drawingml/2006/main">
              <a:ext uri="{FF2B5EF4-FFF2-40B4-BE49-F238E27FC236}">
                <a16:creationId xmlns:a16="http://schemas.microsoft.com/office/drawing/2014/main" id="{65DAC6C4-6A9B-4F1B-967D-D9BBAEFD2D13}"/>
              </a:ext>
            </a:extLst>
          </p:cNvPr>
          <p:cNvPicPr>
            <a:picLocks xmlns:a="http://schemas.openxmlformats.org/drawingml/2006/main" noChangeAspect="1"/>
          </p:cNvPicPr>
          <p:nvPr/>
        </p:nvPicPr>
        <p:blipFill>
          <a:blip xmlns:r="http://schemas.openxmlformats.org/officeDocument/2006/relationships" xmlns:a="http://schemas.openxmlformats.org/drawingml/2006/main" r:embed="R96c2f9239d66404c"/>
          <a:stretch xmlns:a="http://schemas.openxmlformats.org/drawingml/2006/main"/>
        </p:blipFill>
        <p:spPr>
          <a:xfrm xmlns:a="http://schemas.openxmlformats.org/drawingml/2006/main">
            <a:off x="1266825" y="1676400"/>
            <a:ext cx="914400" cy="914400"/>
          </a:xfrm>
          <a:prstGeom xmlns:a="http://schemas.openxmlformats.org/drawingml/2006/main" prst="rect">
            <a:avLst/>
          </a:prstGeom>
        </p:spPr>
      </p:pic>
      <p:sp>
        <p:nvSpPr>
          <p:cNvPr id="4" name="과거의 유산">
            <a:extLst xmlns:a="http://schemas.openxmlformats.org/drawingml/2006/main">
              <a:ext uri="{FF2B5EF4-FFF2-40B4-BE49-F238E27FC236}">
                <a16:creationId xmlns:a16="http://schemas.microsoft.com/office/drawing/2014/main" id="{D331E348-4727-46B3-909F-182667CBBDC3}"/>
              </a:ext>
            </a:extLst>
          </p:cNvPr>
          <p:cNvSpPr>
            <a:spLocks xmlns:a="http://schemas.openxmlformats.org/drawingml/2006/main" noGrp="1"/>
          </p:cNvSpPr>
          <p:nvPr/>
        </p:nvSpPr>
        <p:spPr>
          <a:xfrm xmlns:a="http://schemas.openxmlformats.org/drawingml/2006/main">
            <a:off x="542925" y="3067050"/>
            <a:ext cx="24669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50" b="1">
                <a:solidFill>
                  <a:srgbClr val="183E35"/>
                </a:solidFill>
                <a:latin typeface="Pretendard"/>
                <a:ea typeface="Pretendard"/>
                <a:cs typeface="Pretendard"/>
              </a:defRPr>
            </a:defPPr>
          </a:lstStyle>
          <a:p xmlns:a="http://schemas.openxmlformats.org/drawingml/2006/main">
            <a:pPr algn="ctr">
              <a:defRPr sz="2250" b="1">
                <a:solidFill>
                  <a:srgbClr val="183E35"/>
                </a:solidFill>
                <a:latin typeface="Pretendard"/>
                <a:ea typeface="Pretendard"/>
                <a:cs typeface="Pretendard"/>
              </a:defRPr>
            </a:pPr>
            <a:r>
              <a:rPr sz="2250" b="1">
                <a:solidFill>
                  <a:srgbClr val="183E35"/>
                </a:solidFill>
                <a:latin typeface="Pretendard"/>
                <a:ea typeface="Pretendard"/>
                <a:cs typeface="Pretendard"/>
              </a:rPr>
              <a:t>과거의 유산</a:t>
            </a:r>
          </a:p>
        </p:txBody>
      </p:sp>
      <p:sp>
        <p:nvSpPr>
          <p:cNvPr id="5" name="">
            <a:extLst xmlns:a="http://schemas.openxmlformats.org/drawingml/2006/main">
              <a:ext uri="{FF2B5EF4-FFF2-40B4-BE49-F238E27FC236}">
                <a16:creationId xmlns:a16="http://schemas.microsoft.com/office/drawing/2014/main" id="{1E519EB9-F163-4AAA-863A-3CD8AE2343F0}"/>
              </a:ext>
            </a:extLst>
          </p:cNvPr>
          <p:cNvSpPr>
            <a:spLocks xmlns:a="http://schemas.openxmlformats.org/drawingml/2006/main" noGrp="1"/>
          </p:cNvSpPr>
          <p:nvPr/>
        </p:nvSpPr>
        <p:spPr>
          <a:xfrm xmlns:a="http://schemas.openxmlformats.org/drawingml/2006/main">
            <a:off x="3000375" y="2066925"/>
            <a:ext cx="333375" cy="133350"/>
          </a:xfrm>
          <a:prstGeom xmlns:a="http://schemas.openxmlformats.org/drawingml/2006/main" prst="rightArrow">
            <a:avLst/>
          </a:prstGeom>
          <a:solidFill xmlns:a="http://schemas.openxmlformats.org/drawingml/2006/main">
            <a:srgbClr val="567D89"/>
          </a:solidFill>
          <a:ln xmlns:a="http://schemas.openxmlformats.org/drawingml/2006/main" w="0">
            <a:noFill/>
          </a:ln>
        </p:spPr>
      </p:sp>
      <p:pic>
        <p:nvPicPr>
          <p:cNvPr id="6" name="">
            <a:extLst xmlns:a="http://schemas.openxmlformats.org/drawingml/2006/main">
              <a:ext uri="{FF2B5EF4-FFF2-40B4-BE49-F238E27FC236}">
                <a16:creationId xmlns:a16="http://schemas.microsoft.com/office/drawing/2014/main" id="{34757CC4-10FD-452F-BFE3-23A7CC94229A}"/>
              </a:ext>
            </a:extLst>
          </p:cNvPr>
          <p:cNvPicPr>
            <a:picLocks xmlns:a="http://schemas.openxmlformats.org/drawingml/2006/main" noChangeAspect="1"/>
          </p:cNvPicPr>
          <p:nvPr/>
        </p:nvPicPr>
        <p:blipFill>
          <a:blip xmlns:r="http://schemas.openxmlformats.org/officeDocument/2006/relationships" xmlns:a="http://schemas.openxmlformats.org/drawingml/2006/main" r:embed="R96ae83e87244415c"/>
          <a:stretch xmlns:a="http://schemas.openxmlformats.org/drawingml/2006/main"/>
        </p:blipFill>
        <p:spPr>
          <a:xfrm xmlns:a="http://schemas.openxmlformats.org/drawingml/2006/main">
            <a:off x="4095750" y="1676400"/>
            <a:ext cx="914400" cy="914400"/>
          </a:xfrm>
          <a:prstGeom xmlns:a="http://schemas.openxmlformats.org/drawingml/2006/main" prst="rect">
            <a:avLst/>
          </a:prstGeom>
        </p:spPr>
      </p:pic>
      <p:sp>
        <p:nvSpPr>
          <p:cNvPr id="7" name="오늘의 일상">
            <a:extLst xmlns:a="http://schemas.openxmlformats.org/drawingml/2006/main">
              <a:ext uri="{FF2B5EF4-FFF2-40B4-BE49-F238E27FC236}">
                <a16:creationId xmlns:a16="http://schemas.microsoft.com/office/drawing/2014/main" id="{F8E47D24-4BC5-4458-932B-D9CC6C894600}"/>
              </a:ext>
            </a:extLst>
          </p:cNvPr>
          <p:cNvSpPr>
            <a:spLocks xmlns:a="http://schemas.openxmlformats.org/drawingml/2006/main" noGrp="1"/>
          </p:cNvSpPr>
          <p:nvPr/>
        </p:nvSpPr>
        <p:spPr>
          <a:xfrm xmlns:a="http://schemas.openxmlformats.org/drawingml/2006/main">
            <a:off x="3371850" y="3067050"/>
            <a:ext cx="24669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50" b="1">
                <a:solidFill>
                  <a:srgbClr val="183E35"/>
                </a:solidFill>
                <a:latin typeface="Pretendard"/>
                <a:ea typeface="Pretendard"/>
                <a:cs typeface="Pretendard"/>
              </a:defRPr>
            </a:defPPr>
          </a:lstStyle>
          <a:p xmlns:a="http://schemas.openxmlformats.org/drawingml/2006/main">
            <a:pPr algn="ctr">
              <a:defRPr sz="2250" b="1">
                <a:solidFill>
                  <a:srgbClr val="183E35"/>
                </a:solidFill>
                <a:latin typeface="Pretendard"/>
                <a:ea typeface="Pretendard"/>
                <a:cs typeface="Pretendard"/>
              </a:defRPr>
            </a:pPr>
            <a:r>
              <a:rPr sz="2250" b="1">
                <a:solidFill>
                  <a:srgbClr val="183E35"/>
                </a:solidFill>
                <a:latin typeface="Pretendard"/>
                <a:ea typeface="Pretendard"/>
                <a:cs typeface="Pretendard"/>
              </a:rPr>
              <a:t>오늘의 일상</a:t>
            </a:r>
          </a:p>
        </p:txBody>
      </p:sp>
      <p:sp>
        <p:nvSpPr>
          <p:cNvPr id="8" name="">
            <a:extLst xmlns:a="http://schemas.openxmlformats.org/drawingml/2006/main">
              <a:ext uri="{FF2B5EF4-FFF2-40B4-BE49-F238E27FC236}">
                <a16:creationId xmlns:a16="http://schemas.microsoft.com/office/drawing/2014/main" id="{C854B46F-25F2-47D8-9CE9-C4E02DD05DCB}"/>
              </a:ext>
            </a:extLst>
          </p:cNvPr>
          <p:cNvSpPr>
            <a:spLocks xmlns:a="http://schemas.openxmlformats.org/drawingml/2006/main" noGrp="1"/>
          </p:cNvSpPr>
          <p:nvPr/>
        </p:nvSpPr>
        <p:spPr>
          <a:xfrm xmlns:a="http://schemas.openxmlformats.org/drawingml/2006/main">
            <a:off x="5829300" y="2066925"/>
            <a:ext cx="333375" cy="133350"/>
          </a:xfrm>
          <a:prstGeom xmlns:a="http://schemas.openxmlformats.org/drawingml/2006/main" prst="rightArrow">
            <a:avLst/>
          </a:prstGeom>
          <a:solidFill xmlns:a="http://schemas.openxmlformats.org/drawingml/2006/main">
            <a:srgbClr val="567D89"/>
          </a:solidFill>
          <a:ln xmlns:a="http://schemas.openxmlformats.org/drawingml/2006/main" w="0">
            <a:noFill/>
          </a:ln>
        </p:spPr>
      </p:sp>
      <p:pic>
        <p:nvPicPr>
          <p:cNvPr id="9" name="">
            <a:extLst xmlns:a="http://schemas.openxmlformats.org/drawingml/2006/main">
              <a:ext uri="{FF2B5EF4-FFF2-40B4-BE49-F238E27FC236}">
                <a16:creationId xmlns:a16="http://schemas.microsoft.com/office/drawing/2014/main" id="{225AB3A3-C4CF-467F-946F-A37F18464531}"/>
              </a:ext>
            </a:extLst>
          </p:cNvPr>
          <p:cNvPicPr>
            <a:picLocks xmlns:a="http://schemas.openxmlformats.org/drawingml/2006/main" noChangeAspect="1"/>
          </p:cNvPicPr>
          <p:nvPr/>
        </p:nvPicPr>
        <p:blipFill>
          <a:blip xmlns:r="http://schemas.openxmlformats.org/officeDocument/2006/relationships" xmlns:a="http://schemas.openxmlformats.org/drawingml/2006/main" r:embed="R4c9a34c5289a4a1f"/>
          <a:stretch xmlns:a="http://schemas.openxmlformats.org/drawingml/2006/main"/>
        </p:blipFill>
        <p:spPr>
          <a:xfrm xmlns:a="http://schemas.openxmlformats.org/drawingml/2006/main">
            <a:off x="6924675" y="1676400"/>
            <a:ext cx="914400" cy="914400"/>
          </a:xfrm>
          <a:prstGeom xmlns:a="http://schemas.openxmlformats.org/drawingml/2006/main" prst="rect">
            <a:avLst/>
          </a:prstGeom>
        </p:spPr>
      </p:pic>
      <p:sp>
        <p:nvSpPr>
          <p:cNvPr id="10" name="미래의 문제">
            <a:extLst xmlns:a="http://schemas.openxmlformats.org/drawingml/2006/main">
              <a:ext uri="{FF2B5EF4-FFF2-40B4-BE49-F238E27FC236}">
                <a16:creationId xmlns:a16="http://schemas.microsoft.com/office/drawing/2014/main" id="{207452DE-8721-4282-A291-AD059314FC4C}"/>
              </a:ext>
            </a:extLst>
          </p:cNvPr>
          <p:cNvSpPr>
            <a:spLocks xmlns:a="http://schemas.openxmlformats.org/drawingml/2006/main" noGrp="1"/>
          </p:cNvSpPr>
          <p:nvPr/>
        </p:nvSpPr>
        <p:spPr>
          <a:xfrm xmlns:a="http://schemas.openxmlformats.org/drawingml/2006/main">
            <a:off x="6200775" y="3067050"/>
            <a:ext cx="24669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50" b="1">
                <a:solidFill>
                  <a:srgbClr val="183E35"/>
                </a:solidFill>
                <a:latin typeface="Pretendard"/>
                <a:ea typeface="Pretendard"/>
                <a:cs typeface="Pretendard"/>
              </a:defRPr>
            </a:defPPr>
          </a:lstStyle>
          <a:p xmlns:a="http://schemas.openxmlformats.org/drawingml/2006/main">
            <a:pPr algn="ctr">
              <a:defRPr sz="2250" b="1">
                <a:solidFill>
                  <a:srgbClr val="183E35"/>
                </a:solidFill>
                <a:latin typeface="Pretendard"/>
                <a:ea typeface="Pretendard"/>
                <a:cs typeface="Pretendard"/>
              </a:defRPr>
            </a:pPr>
            <a:r>
              <a:rPr sz="2250" b="1">
                <a:solidFill>
                  <a:srgbClr val="183E35"/>
                </a:solidFill>
                <a:latin typeface="Pretendard"/>
                <a:ea typeface="Pretendard"/>
                <a:cs typeface="Pretendard"/>
              </a:rPr>
              <a:t>미래의 문제</a:t>
            </a:r>
          </a:p>
        </p:txBody>
      </p:sp>
    </p:spTree>
    <p:extLst>
      <p:ext uri="{BB962C8B-B14F-4D97-AF65-F5344CB8AC3E}">
        <p14:creationId xmlns:p14="http://schemas.microsoft.com/office/powerpoint/2010/main" val="1982440410"/>
      </p:ext>
    </p:extLst>
  </p:cSld>
</p:sld>
</file>

<file path=ppt/slides/slide9.xml><?xml version="1.0" encoding="utf-8"?>
<p:sld xmlns:p="http://schemas.openxmlformats.org/presentationml/2006/main">
  <p:cSld>
    <p:bg>
      <p:bgPr>
        <a:solidFill xmlns:a="http://schemas.openxmlformats.org/drawingml/2006/main">
          <a:srgbClr val="183E35"/>
        </a:solidFill>
      </p:bgPr>
    </p:bg>
    <p:spTree>
      <p:nvGrpSpPr>
        <p:cNvPr id="1" name=""/>
        <p:cNvGrpSpPr/>
        <p:nvPr/>
      </p:nvGrpSpPr>
      <p:grpSpPr>
        <a:xfrm xmlns:a="http://schemas.openxmlformats.org/drawingml/2006/main"/>
      </p:grpSpPr>
      <p:sp>
        <p:nvSpPr>
          <p:cNvPr id="3" name="한 번">
            <a:extLst xmlns:a="http://schemas.openxmlformats.org/drawingml/2006/main">
              <a:ext uri="{FF2B5EF4-FFF2-40B4-BE49-F238E27FC236}">
                <a16:creationId xmlns:a16="http://schemas.microsoft.com/office/drawing/2014/main" id="{0B0CDFFA-B688-4995-97B4-C415ADEB94E0}"/>
              </a:ext>
            </a:extLst>
          </p:cNvPr>
          <p:cNvSpPr>
            <a:spLocks xmlns:a="http://schemas.openxmlformats.org/drawingml/2006/main" noGrp="1"/>
          </p:cNvSpPr>
          <p:nvPr/>
        </p:nvSpPr>
        <p:spPr>
          <a:xfrm xmlns:a="http://schemas.openxmlformats.org/drawingml/2006/main">
            <a:off x="657225" y="1181100"/>
            <a:ext cx="78105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6075" b="1">
                <a:solidFill>
                  <a:srgbClr val="F5F2E9"/>
                </a:solidFill>
                <a:latin typeface="Pretendard"/>
                <a:ea typeface="Pretendard"/>
                <a:cs typeface="Pretendard"/>
              </a:defRPr>
            </a:defPPr>
          </a:lstStyle>
          <a:p xmlns:a="http://schemas.openxmlformats.org/drawingml/2006/main">
            <a:pPr algn="l">
              <a:defRPr sz="6075" b="1">
                <a:solidFill>
                  <a:srgbClr val="F5F2E9"/>
                </a:solidFill>
                <a:latin typeface="Pretendard"/>
                <a:ea typeface="Pretendard"/>
                <a:cs typeface="Pretendard"/>
              </a:defRPr>
            </a:pPr>
            <a:r>
              <a:rPr sz="6075" b="1">
                <a:solidFill>
                  <a:srgbClr val="F5F2E9"/>
                </a:solidFill>
                <a:latin typeface="Pretendard"/>
                <a:ea typeface="Pretendard"/>
                <a:cs typeface="Pretendard"/>
              </a:rPr>
              <a:t>한 번</a:t>
            </a:r>
          </a:p>
        </p:txBody>
      </p:sp>
      <p:sp>
        <p:nvSpPr>
          <p:cNvPr id="2" name="망했습니다">
            <a:extLst xmlns:a="http://schemas.openxmlformats.org/drawingml/2006/main">
              <a:ext uri="{FF2B5EF4-FFF2-40B4-BE49-F238E27FC236}">
                <a16:creationId xmlns:a16="http://schemas.microsoft.com/office/drawing/2014/main" id="{BB4F8355-0150-4A1E-9888-75214FDD3BEF}"/>
              </a:ext>
            </a:extLst>
          </p:cNvPr>
          <p:cNvSpPr>
            <a:spLocks xmlns:a="http://schemas.openxmlformats.org/drawingml/2006/main" noGrp="1"/>
          </p:cNvSpPr>
          <p:nvPr/>
        </p:nvSpPr>
        <p:spPr>
          <a:xfrm xmlns:a="http://schemas.openxmlformats.org/drawingml/2006/main">
            <a:off x="647700" y="2371725"/>
            <a:ext cx="7953375"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6300" b="1">
                <a:solidFill>
                  <a:srgbClr val="F5F2E9"/>
                </a:solidFill>
                <a:latin typeface="Pretendard"/>
                <a:ea typeface="Pretendard"/>
                <a:cs typeface="Pretendard"/>
              </a:defRPr>
            </a:defPPr>
          </a:lstStyle>
          <a:p xmlns:a="http://schemas.openxmlformats.org/drawingml/2006/main">
            <a:pPr algn="l">
              <a:defRPr sz="6300" b="1">
                <a:solidFill>
                  <a:srgbClr val="F5F2E9"/>
                </a:solidFill>
                <a:latin typeface="Pretendard"/>
                <a:ea typeface="Pretendard"/>
                <a:cs typeface="Pretendard"/>
              </a:defRPr>
            </a:pPr>
            <a:r>
              <a:rPr sz="6300" b="1">
                <a:solidFill>
                  <a:srgbClr val="F5F2E9"/>
                </a:solidFill>
                <a:latin typeface="Pretendard"/>
                <a:ea typeface="Pretendard"/>
                <a:cs typeface="Pretendard"/>
              </a:rPr>
              <a:t>망했습니다</a:t>
            </a:r>
          </a:p>
        </p:txBody>
      </p:sp>
    </p:spTree>
    <p:extLst>
      <p:ext uri="{BB962C8B-B14F-4D97-AF65-F5344CB8AC3E}">
        <p14:creationId xmlns:p14="http://schemas.microsoft.com/office/powerpoint/2010/main" val="1110827104"/>
      </p:ext>
    </p:extLst>
  </p:cSld>
</p:sld>
</file>

<file path=ppt/slides/slide10.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47DF20CF-232E-4EC0-9898-7F834258BC01}"/>
              </a:ext>
            </a:extLst>
          </p:cNvPr>
          <p:cNvPicPr>
            <a:picLocks xmlns:a="http://schemas.openxmlformats.org/drawingml/2006/main" noChangeAspect="1"/>
          </p:cNvPicPr>
          <p:nvPr/>
        </p:nvPicPr>
        <p:blipFill>
          <a:blip xmlns:r="http://schemas.openxmlformats.org/officeDocument/2006/relationships" xmlns:a="http://schemas.openxmlformats.org/drawingml/2006/main" r:embed="R96f035bfcdcc4d3a"/>
          <a:stretch xmlns:a="http://schemas.openxmlformats.org/drawingml/2006/main"/>
        </p:blipFill>
        <p:spPr>
          <a:xfrm xmlns:a="http://schemas.openxmlformats.org/drawingml/2006/main">
            <a:off x="2429" y="0"/>
            <a:ext cx="9139141" cy="5143500"/>
          </a:xfrm>
          <a:prstGeom xmlns:a="http://schemas.openxmlformats.org/drawingml/2006/main" prst="rect">
            <a:avLst/>
          </a:prstGeom>
        </p:spPr>
      </p:pic>
      <p:sp>
        <p:nvSpPr>
          <p:cNvPr id="2" name="AI ERA">
            <a:extLst xmlns:a="http://schemas.openxmlformats.org/drawingml/2006/main">
              <a:ext uri="{FF2B5EF4-FFF2-40B4-BE49-F238E27FC236}">
                <a16:creationId xmlns:a16="http://schemas.microsoft.com/office/drawing/2014/main" id="{C7E877EA-DA21-448B-93D4-DD21907EEB7E}"/>
              </a:ext>
            </a:extLst>
          </p:cNvPr>
          <p:cNvSpPr>
            <a:spLocks xmlns:a="http://schemas.openxmlformats.org/drawingml/2006/main" noGrp="1"/>
          </p:cNvSpPr>
          <p:nvPr/>
        </p:nvSpPr>
        <p:spPr>
          <a:xfrm xmlns:a="http://schemas.openxmlformats.org/drawingml/2006/main">
            <a:off x="552450" y="1152525"/>
            <a:ext cx="3971925"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5925" b="1">
                <a:solidFill>
                  <a:srgbClr val="183E35"/>
                </a:solidFill>
                <a:latin typeface="Pretendard"/>
                <a:ea typeface="Pretendard"/>
                <a:cs typeface="Pretendard"/>
              </a:defRPr>
            </a:defPPr>
          </a:lstStyle>
          <a:p xmlns:a="http://schemas.openxmlformats.org/drawingml/2006/main">
            <a:pPr algn="l">
              <a:defRPr sz="5925" b="1">
                <a:solidFill>
                  <a:srgbClr val="183E35"/>
                </a:solidFill>
                <a:latin typeface="Pretendard"/>
                <a:ea typeface="Pretendard"/>
                <a:cs typeface="Pretendard"/>
              </a:defRPr>
            </a:pPr>
            <a:r>
              <a:rPr sz="5925" b="1">
                <a:solidFill>
                  <a:srgbClr val="183E35"/>
                </a:solidFill>
                <a:latin typeface="Pretendard"/>
                <a:ea typeface="Pretendard"/>
                <a:cs typeface="Pretendard"/>
              </a:rPr>
              <a:t>AI ERA</a:t>
            </a:r>
          </a:p>
        </p:txBody>
      </p:sp>
      <p:sp>
        <p:nvSpPr>
          <p:cNvPr id="3" name="녹음">
            <a:extLst xmlns:a="http://schemas.openxmlformats.org/drawingml/2006/main">
              <a:ext uri="{FF2B5EF4-FFF2-40B4-BE49-F238E27FC236}">
                <a16:creationId xmlns:a16="http://schemas.microsoft.com/office/drawing/2014/main" id="{7B2C240D-3C15-466D-A46F-7109652B43DC}"/>
              </a:ext>
            </a:extLst>
          </p:cNvPr>
          <p:cNvSpPr>
            <a:spLocks xmlns:a="http://schemas.openxmlformats.org/drawingml/2006/main" noGrp="1"/>
          </p:cNvSpPr>
          <p:nvPr/>
        </p:nvSpPr>
        <p:spPr>
          <a:xfrm xmlns:a="http://schemas.openxmlformats.org/drawingml/2006/main">
            <a:off x="609600" y="2714625"/>
            <a:ext cx="34385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183E35"/>
                </a:solidFill>
                <a:latin typeface="Pretendard"/>
                <a:ea typeface="Pretendard"/>
                <a:cs typeface="Pretendard"/>
              </a:defRPr>
            </a:defPPr>
          </a:lstStyle>
          <a:p xmlns:a="http://schemas.openxmlformats.org/drawingml/2006/main">
            <a:pPr algn="l">
              <a:defRPr sz="2175" b="1">
                <a:solidFill>
                  <a:srgbClr val="183E35"/>
                </a:solidFill>
                <a:latin typeface="Pretendard"/>
                <a:ea typeface="Pretendard"/>
                <a:cs typeface="Pretendard"/>
              </a:defRPr>
            </a:pPr>
            <a:r>
              <a:rPr sz="2175" b="1">
                <a:solidFill>
                  <a:srgbClr val="183E35"/>
                </a:solidFill>
                <a:latin typeface="Pretendard"/>
                <a:ea typeface="Pretendard"/>
                <a:cs typeface="Pretendard"/>
              </a:rPr>
              <a:t>녹음</a:t>
            </a:r>
          </a:p>
        </p:txBody>
      </p:sp>
      <p:sp>
        <p:nvSpPr>
          <p:cNvPr id="4" name="문서 초안">
            <a:extLst xmlns:a="http://schemas.openxmlformats.org/drawingml/2006/main">
              <a:ext uri="{FF2B5EF4-FFF2-40B4-BE49-F238E27FC236}">
                <a16:creationId xmlns:a16="http://schemas.microsoft.com/office/drawing/2014/main" id="{9EDF8F63-9052-494E-A5B5-833640AA2CB9}"/>
              </a:ext>
            </a:extLst>
          </p:cNvPr>
          <p:cNvSpPr>
            <a:spLocks xmlns:a="http://schemas.openxmlformats.org/drawingml/2006/main" noGrp="1"/>
          </p:cNvSpPr>
          <p:nvPr/>
        </p:nvSpPr>
        <p:spPr>
          <a:xfrm xmlns:a="http://schemas.openxmlformats.org/drawingml/2006/main">
            <a:off x="609600" y="3219450"/>
            <a:ext cx="34385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183E35"/>
                </a:solidFill>
                <a:latin typeface="Pretendard"/>
                <a:ea typeface="Pretendard"/>
                <a:cs typeface="Pretendard"/>
              </a:defRPr>
            </a:defPPr>
          </a:lstStyle>
          <a:p xmlns:a="http://schemas.openxmlformats.org/drawingml/2006/main">
            <a:pPr algn="l">
              <a:defRPr sz="2175" b="1">
                <a:solidFill>
                  <a:srgbClr val="183E35"/>
                </a:solidFill>
                <a:latin typeface="Pretendard"/>
                <a:ea typeface="Pretendard"/>
                <a:cs typeface="Pretendard"/>
              </a:defRPr>
            </a:pPr>
            <a:r>
              <a:rPr sz="2175" b="1">
                <a:solidFill>
                  <a:srgbClr val="183E35"/>
                </a:solidFill>
                <a:latin typeface="Pretendard"/>
                <a:ea typeface="Pretendard"/>
                <a:cs typeface="Pretendard"/>
              </a:rPr>
              <a:t>문서 초안</a:t>
            </a:r>
          </a:p>
        </p:txBody>
      </p:sp>
      <p:sp>
        <p:nvSpPr>
          <p:cNvPr id="5" name="자료 비교">
            <a:extLst xmlns:a="http://schemas.openxmlformats.org/drawingml/2006/main">
              <a:ext uri="{FF2B5EF4-FFF2-40B4-BE49-F238E27FC236}">
                <a16:creationId xmlns:a16="http://schemas.microsoft.com/office/drawing/2014/main" id="{6A842FA6-A5E9-4F92-8BF3-1640B8FCF493}"/>
              </a:ext>
            </a:extLst>
          </p:cNvPr>
          <p:cNvSpPr>
            <a:spLocks xmlns:a="http://schemas.openxmlformats.org/drawingml/2006/main" noGrp="1"/>
          </p:cNvSpPr>
          <p:nvPr/>
        </p:nvSpPr>
        <p:spPr>
          <a:xfrm xmlns:a="http://schemas.openxmlformats.org/drawingml/2006/main">
            <a:off x="609600" y="3724275"/>
            <a:ext cx="34385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183E35"/>
                </a:solidFill>
                <a:latin typeface="Pretendard"/>
                <a:ea typeface="Pretendard"/>
                <a:cs typeface="Pretendard"/>
              </a:defRPr>
            </a:defPPr>
          </a:lstStyle>
          <a:p xmlns:a="http://schemas.openxmlformats.org/drawingml/2006/main">
            <a:pPr algn="l">
              <a:defRPr sz="2175" b="1">
                <a:solidFill>
                  <a:srgbClr val="183E35"/>
                </a:solidFill>
                <a:latin typeface="Pretendard"/>
                <a:ea typeface="Pretendard"/>
                <a:cs typeface="Pretendard"/>
              </a:defRPr>
            </a:pPr>
            <a:r>
              <a:rPr sz="2175" b="1">
                <a:solidFill>
                  <a:srgbClr val="183E35"/>
                </a:solidFill>
                <a:latin typeface="Pretendard"/>
                <a:ea typeface="Pretendard"/>
                <a:cs typeface="Pretendard"/>
              </a:rPr>
              <a:t>자료 비교</a:t>
            </a:r>
          </a:p>
        </p:txBody>
      </p:sp>
    </p:spTree>
    <p:extLst>
      <p:ext uri="{BB962C8B-B14F-4D97-AF65-F5344CB8AC3E}">
        <p14:creationId xmlns:p14="http://schemas.microsoft.com/office/powerpoint/2010/main" val="567935787"/>
      </p:ext>
    </p:extLst>
  </p:cSld>
</p:sld>
</file>

<file path=ppt/slides/slide11.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E54BA591-9A73-4177-9474-BB9AB10EBBA5}"/>
              </a:ext>
            </a:extLst>
          </p:cNvPr>
          <p:cNvPicPr>
            <a:picLocks xmlns:a="http://schemas.openxmlformats.org/drawingml/2006/main" noChangeAspect="1"/>
          </p:cNvPicPr>
          <p:nvPr/>
        </p:nvPicPr>
        <p:blipFill>
          <a:blip xmlns:r="http://schemas.openxmlformats.org/officeDocument/2006/relationships" xmlns:a="http://schemas.openxmlformats.org/drawingml/2006/main" r:embed="R9c504430fc7643b0"/>
          <a:stretch xmlns:a="http://schemas.openxmlformats.org/drawingml/2006/main"/>
        </p:blipFill>
        <p:spPr>
          <a:xfrm xmlns:a="http://schemas.openxmlformats.org/drawingml/2006/main">
            <a:off x="2429" y="0"/>
            <a:ext cx="9139141" cy="5143500"/>
          </a:xfrm>
          <a:prstGeom xmlns:a="http://schemas.openxmlformats.org/drawingml/2006/main" prst="rect">
            <a:avLst/>
          </a:prstGeom>
        </p:spPr>
      </p:pic>
      <p:sp>
        <p:nvSpPr>
          <p:cNvPr id="2" name="우리 가문은">
            <a:extLst xmlns:a="http://schemas.openxmlformats.org/drawingml/2006/main">
              <a:ext uri="{FF2B5EF4-FFF2-40B4-BE49-F238E27FC236}">
                <a16:creationId xmlns:a16="http://schemas.microsoft.com/office/drawing/2014/main" id="{0001FA24-977F-43C1-B461-DD79C9EF5B11}"/>
              </a:ext>
            </a:extLst>
          </p:cNvPr>
          <p:cNvSpPr>
            <a:spLocks xmlns:a="http://schemas.openxmlformats.org/drawingml/2006/main" noGrp="1"/>
          </p:cNvSpPr>
          <p:nvPr/>
        </p:nvSpPr>
        <p:spPr>
          <a:xfrm xmlns:a="http://schemas.openxmlformats.org/drawingml/2006/main">
            <a:off x="552450" y="1133475"/>
            <a:ext cx="35909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a:solidFill>
                  <a:srgbClr val="183E35"/>
                </a:solidFill>
                <a:latin typeface="Pretendard"/>
                <a:ea typeface="Pretendard"/>
                <a:cs typeface="Pretendard"/>
              </a:defRPr>
            </a:defPPr>
          </a:lstStyle>
          <a:p xmlns:a="http://schemas.openxmlformats.org/drawingml/2006/main">
            <a:pPr algn="l">
              <a:defRPr sz="2025">
                <a:solidFill>
                  <a:srgbClr val="183E35"/>
                </a:solidFill>
                <a:latin typeface="Pretendard"/>
                <a:ea typeface="Pretendard"/>
                <a:cs typeface="Pretendard"/>
              </a:defRPr>
            </a:pPr>
            <a:r>
              <a:rPr sz="2025">
                <a:solidFill>
                  <a:srgbClr val="183E35"/>
                </a:solidFill>
                <a:latin typeface="Pretendard"/>
                <a:ea typeface="Pretendard"/>
                <a:cs typeface="Pretendard"/>
              </a:rPr>
              <a:t>우리 가문은</a:t>
            </a:r>
          </a:p>
        </p:txBody>
      </p:sp>
      <p:sp>
        <p:nvSpPr>
          <p:cNvPr id="3" name="명문가">
            <a:extLst xmlns:a="http://schemas.openxmlformats.org/drawingml/2006/main">
              <a:ext uri="{FF2B5EF4-FFF2-40B4-BE49-F238E27FC236}">
                <a16:creationId xmlns:a16="http://schemas.microsoft.com/office/drawing/2014/main" id="{EB600E83-197C-4CB6-9AD7-F3515497F11A}"/>
              </a:ext>
            </a:extLst>
          </p:cNvPr>
          <p:cNvSpPr>
            <a:spLocks xmlns:a="http://schemas.openxmlformats.org/drawingml/2006/main" noGrp="1"/>
          </p:cNvSpPr>
          <p:nvPr/>
        </p:nvSpPr>
        <p:spPr>
          <a:xfrm xmlns:a="http://schemas.openxmlformats.org/drawingml/2006/main">
            <a:off x="514350" y="1724025"/>
            <a:ext cx="42100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6825" b="1">
                <a:solidFill>
                  <a:srgbClr val="183E35"/>
                </a:solidFill>
                <a:latin typeface="Noto Serif KR"/>
                <a:ea typeface="Noto Serif KR"/>
                <a:cs typeface="Noto Serif KR"/>
              </a:defRPr>
            </a:defPPr>
          </a:lstStyle>
          <a:p xmlns:a="http://schemas.openxmlformats.org/drawingml/2006/main">
            <a:pPr algn="l">
              <a:defRPr sz="6825" b="1">
                <a:solidFill>
                  <a:srgbClr val="183E35"/>
                </a:solidFill>
                <a:latin typeface="Noto Serif KR"/>
                <a:ea typeface="Noto Serif KR"/>
                <a:cs typeface="Noto Serif KR"/>
              </a:defRPr>
            </a:pPr>
            <a:r>
              <a:rPr sz="6825" b="1">
                <a:solidFill>
                  <a:srgbClr val="183E35"/>
                </a:solidFill>
                <a:latin typeface="Noto Serif KR"/>
                <a:ea typeface="Noto Serif KR"/>
                <a:cs typeface="Noto Serif KR"/>
              </a:rPr>
              <a:t>명문가</a:t>
            </a:r>
          </a:p>
        </p:txBody>
      </p:sp>
      <p:sp>
        <p:nvSpPr>
          <p:cNvPr id="4" name="종중 운영의 모든것">
            <a:extLst xmlns:a="http://schemas.openxmlformats.org/drawingml/2006/main">
              <a:ext uri="{FF2B5EF4-FFF2-40B4-BE49-F238E27FC236}">
                <a16:creationId xmlns:a16="http://schemas.microsoft.com/office/drawing/2014/main" id="{F00165E2-8226-47BF-B27C-91E7D26B3428}"/>
              </a:ext>
            </a:extLst>
          </p:cNvPr>
          <p:cNvSpPr>
            <a:spLocks xmlns:a="http://schemas.openxmlformats.org/drawingml/2006/main" noGrp="1"/>
          </p:cNvSpPr>
          <p:nvPr/>
        </p:nvSpPr>
        <p:spPr>
          <a:xfrm xmlns:a="http://schemas.openxmlformats.org/drawingml/2006/main">
            <a:off x="561975" y="3162300"/>
            <a:ext cx="40386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a:solidFill>
                  <a:srgbClr val="183E35"/>
                </a:solidFill>
                <a:latin typeface="Pretendard"/>
                <a:ea typeface="Pretendard"/>
                <a:cs typeface="Pretendard"/>
              </a:defRPr>
            </a:defPPr>
          </a:lstStyle>
          <a:p xmlns:a="http://schemas.openxmlformats.org/drawingml/2006/main">
            <a:pPr algn="l">
              <a:defRPr sz="2025">
                <a:solidFill>
                  <a:srgbClr val="183E35"/>
                </a:solidFill>
                <a:latin typeface="Pretendard"/>
                <a:ea typeface="Pretendard"/>
                <a:cs typeface="Pretendard"/>
              </a:defRPr>
            </a:pPr>
            <a:r>
              <a:rPr sz="2025">
                <a:solidFill>
                  <a:srgbClr val="183E35"/>
                </a:solidFill>
                <a:latin typeface="Pretendard"/>
                <a:ea typeface="Pretendard"/>
                <a:cs typeface="Pretendard"/>
              </a:rPr>
              <a:t>종중 운영의 모든것</a:t>
            </a:r>
          </a:p>
        </p:txBody>
      </p:sp>
    </p:spTree>
    <p:extLst>
      <p:ext uri="{BB962C8B-B14F-4D97-AF65-F5344CB8AC3E}">
        <p14:creationId xmlns:p14="http://schemas.microsoft.com/office/powerpoint/2010/main" val="147012822"/>
      </p:ext>
    </p:extLst>
  </p:cSld>
</p:sld>
</file>

<file path=ppt/slides/slide12.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11" name="종중 홈">
            <a:extLst xmlns:a="http://schemas.openxmlformats.org/drawingml/2006/main">
              <a:ext uri="{FF2B5EF4-FFF2-40B4-BE49-F238E27FC236}">
                <a16:creationId xmlns:a16="http://schemas.microsoft.com/office/drawing/2014/main" id="{BFC6D2C8-3F96-4053-BCE3-28DA95C1FBB2}"/>
              </a:ext>
            </a:extLst>
          </p:cNvPr>
          <p:cNvSpPr>
            <a:spLocks xmlns:a="http://schemas.openxmlformats.org/drawingml/2006/main" noGrp="1"/>
          </p:cNvSpPr>
          <p:nvPr/>
        </p:nvSpPr>
        <p:spPr>
          <a:xfrm xmlns:a="http://schemas.openxmlformats.org/drawingml/2006/main">
            <a:off x="504825" y="257175"/>
            <a:ext cx="628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a:solidFill>
                  <a:srgbClr val="687568"/>
                </a:solidFill>
                <a:latin typeface="Pretendard"/>
                <a:ea typeface="Pretendard"/>
                <a:cs typeface="Pretendard"/>
              </a:defRPr>
            </a:defPPr>
          </a:lstStyle>
          <a:p xmlns:a="http://schemas.openxmlformats.org/drawingml/2006/main">
            <a:pPr algn="l">
              <a:defRPr sz="1050">
                <a:solidFill>
                  <a:srgbClr val="687568"/>
                </a:solidFill>
                <a:latin typeface="Pretendard"/>
                <a:ea typeface="Pretendard"/>
                <a:cs typeface="Pretendard"/>
              </a:defRPr>
            </a:pPr>
            <a:r>
              <a:rPr sz="1050">
                <a:solidFill>
                  <a:srgbClr val="687568"/>
                </a:solidFill>
                <a:latin typeface="Pretendard"/>
                <a:ea typeface="Pretendard"/>
                <a:cs typeface="Pretendard"/>
              </a:rPr>
              <a:t>종중 홈</a:t>
            </a:r>
          </a:p>
        </p:txBody>
      </p:sp>
      <p:sp>
        <p:nvSpPr>
          <p:cNvPr id="2" name="12">
            <a:extLst xmlns:a="http://schemas.openxmlformats.org/drawingml/2006/main">
              <a:ext uri="{FF2B5EF4-FFF2-40B4-BE49-F238E27FC236}">
                <a16:creationId xmlns:a16="http://schemas.microsoft.com/office/drawing/2014/main" id="{71F57FFE-1364-44FB-8DEF-2E1F2F9EB92B}"/>
              </a:ext>
            </a:extLst>
          </p:cNvPr>
          <p:cNvSpPr>
            <a:spLocks xmlns:a="http://schemas.openxmlformats.org/drawingml/2006/main" noGrp="1"/>
          </p:cNvSpPr>
          <p:nvPr/>
        </p:nvSpPr>
        <p:spPr>
          <a:xfrm xmlns:a="http://schemas.openxmlformats.org/drawingml/2006/main">
            <a:off x="8534400" y="4781550"/>
            <a:ext cx="295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75" b="0">
                <a:solidFill>
                  <a:srgbClr val="687568"/>
                </a:solidFill>
                <a:latin typeface="Pretendard"/>
                <a:ea typeface="Pretendard"/>
                <a:cs typeface="Pretendard"/>
              </a:defRPr>
            </a:defPPr>
          </a:lstStyle>
          <a:p xmlns:a="http://schemas.openxmlformats.org/drawingml/2006/main">
            <a:pPr algn="r">
              <a:defRPr sz="975" b="0">
                <a:solidFill>
                  <a:srgbClr val="687568"/>
                </a:solidFill>
                <a:latin typeface="Pretendard"/>
                <a:ea typeface="Pretendard"/>
                <a:cs typeface="Pretendard"/>
              </a:defRPr>
            </a:pPr>
            <a:r>
              <a:rPr sz="975" b="0">
                <a:solidFill>
                  <a:srgbClr val="687568"/>
                </a:solidFill>
                <a:latin typeface="Pretendard"/>
                <a:ea typeface="Pretendard"/>
                <a:cs typeface="Pretendard"/>
              </a:rPr>
              <a:t>12</a:t>
            </a:r>
          </a:p>
        </p:txBody>
      </p:sp>
      <p:sp>
        <p:nvSpPr>
          <p:cNvPr id="3" name="오늘 확인할 일.">
            <a:extLst xmlns:a="http://schemas.openxmlformats.org/drawingml/2006/main">
              <a:ext uri="{FF2B5EF4-FFF2-40B4-BE49-F238E27FC236}">
                <a16:creationId xmlns:a16="http://schemas.microsoft.com/office/drawing/2014/main" id="{A8ECFC63-F5D6-4F92-9A0F-E12FD2C2AB4A}"/>
              </a:ext>
            </a:extLst>
          </p:cNvPr>
          <p:cNvSpPr>
            <a:spLocks xmlns:a="http://schemas.openxmlformats.org/drawingml/2006/main" noGrp="1"/>
          </p:cNvSpPr>
          <p:nvPr/>
        </p:nvSpPr>
        <p:spPr>
          <a:xfrm xmlns:a="http://schemas.openxmlformats.org/drawingml/2006/main">
            <a:off x="457200" y="1104900"/>
            <a:ext cx="4000500" cy="1781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650" b="1">
                <a:solidFill>
                  <a:srgbClr val="183E35"/>
                </a:solidFill>
                <a:latin typeface="Pretendard"/>
                <a:ea typeface="Pretendard"/>
                <a:cs typeface="Pretendard"/>
              </a:defRPr>
            </a:defPPr>
          </a:lstStyle>
          <a:p xmlns:a="http://schemas.openxmlformats.org/drawingml/2006/main">
            <a:pPr algn="l">
              <a:defRPr sz="4650" b="1">
                <a:solidFill>
                  <a:srgbClr val="183E35"/>
                </a:solidFill>
                <a:latin typeface="Pretendard"/>
                <a:ea typeface="Pretendard"/>
                <a:cs typeface="Pretendard"/>
              </a:defRPr>
            </a:pPr>
            <a:r>
              <a:rPr sz="4650" b="1">
                <a:solidFill>
                  <a:srgbClr val="183E35"/>
                </a:solidFill>
                <a:latin typeface="Pretendard"/>
                <a:ea typeface="Pretendard"/>
                <a:cs typeface="Pretendard"/>
              </a:rPr>
              <a:t>오늘</a:t>
            </a:r>
          </a:p>
          <a:p xmlns:a="http://schemas.openxmlformats.org/drawingml/2006/main">
            <a:pPr algn="l">
              <a:defRPr sz="4650" b="1">
                <a:solidFill>
                  <a:srgbClr val="183E35"/>
                </a:solidFill>
                <a:latin typeface="Pretendard"/>
                <a:ea typeface="Pretendard"/>
                <a:cs typeface="Pretendard"/>
              </a:defRPr>
            </a:pPr>
            <a:r>
              <a:rPr sz="4650" b="1">
                <a:solidFill>
                  <a:srgbClr val="183E35"/>
                </a:solidFill>
                <a:latin typeface="Pretendard"/>
                <a:ea typeface="Pretendard"/>
                <a:cs typeface="Pretendard"/>
              </a:rPr>
              <a:t>확인할 일.</a:t>
            </a:r>
          </a:p>
        </p:txBody>
      </p:sp>
      <p:pic>
        <p:nvPicPr>
          <p:cNvPr id="4" name="">
            <a:extLst xmlns:a="http://schemas.openxmlformats.org/drawingml/2006/main">
              <a:ext uri="{FF2B5EF4-FFF2-40B4-BE49-F238E27FC236}">
                <a16:creationId xmlns:a16="http://schemas.microsoft.com/office/drawing/2014/main" id="{08880439-56F2-4B4F-B0FF-3A6B6805BA01}"/>
              </a:ext>
            </a:extLst>
          </p:cNvPr>
          <p:cNvPicPr>
            <a:picLocks xmlns:a="http://schemas.openxmlformats.org/drawingml/2006/main" noChangeAspect="1"/>
          </p:cNvPicPr>
          <p:nvPr/>
        </p:nvPicPr>
        <p:blipFill>
          <a:blip xmlns:r="http://schemas.openxmlformats.org/officeDocument/2006/relationships" xmlns:a="http://schemas.openxmlformats.org/drawingml/2006/main" r:embed="R6481ad6da3174f22"/>
          <a:stretch xmlns:a="http://schemas.openxmlformats.org/drawingml/2006/main"/>
        </p:blipFill>
        <p:spPr>
          <a:xfrm xmlns:a="http://schemas.openxmlformats.org/drawingml/2006/main">
            <a:off x="504825" y="3286125"/>
            <a:ext cx="266700" cy="266700"/>
          </a:xfrm>
          <a:prstGeom xmlns:a="http://schemas.openxmlformats.org/drawingml/2006/main" prst="rect">
            <a:avLst/>
          </a:prstGeom>
        </p:spPr>
      </p:pic>
      <p:sp>
        <p:nvSpPr>
          <p:cNvPr id="5" name="일정·미응답을 한눈에">
            <a:extLst xmlns:a="http://schemas.openxmlformats.org/drawingml/2006/main">
              <a:ext uri="{FF2B5EF4-FFF2-40B4-BE49-F238E27FC236}">
                <a16:creationId xmlns:a16="http://schemas.microsoft.com/office/drawing/2014/main" id="{2A223D98-5118-4C98-82B7-90FBEFDA4064}"/>
              </a:ext>
            </a:extLst>
          </p:cNvPr>
          <p:cNvSpPr>
            <a:spLocks xmlns:a="http://schemas.openxmlformats.org/drawingml/2006/main" noGrp="1"/>
          </p:cNvSpPr>
          <p:nvPr/>
        </p:nvSpPr>
        <p:spPr>
          <a:xfrm xmlns:a="http://schemas.openxmlformats.org/drawingml/2006/main">
            <a:off x="914400" y="3257550"/>
            <a:ext cx="31146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567D89"/>
                </a:solidFill>
                <a:latin typeface="Pretendard"/>
                <a:ea typeface="Pretendard"/>
                <a:cs typeface="Pretendard"/>
              </a:defRPr>
            </a:defPPr>
          </a:lstStyle>
          <a:p xmlns:a="http://schemas.openxmlformats.org/drawingml/2006/main">
            <a:pPr algn="l">
              <a:defRPr sz="1650" b="1">
                <a:solidFill>
                  <a:srgbClr val="567D89"/>
                </a:solidFill>
                <a:latin typeface="Pretendard"/>
                <a:ea typeface="Pretendard"/>
                <a:cs typeface="Pretendard"/>
              </a:defRPr>
            </a:pPr>
            <a:r>
              <a:rPr sz="1650" b="1">
                <a:solidFill>
                  <a:srgbClr val="567D89"/>
                </a:solidFill>
                <a:latin typeface="Pretendard"/>
                <a:ea typeface="Pretendard"/>
                <a:cs typeface="Pretendard"/>
              </a:rPr>
              <a:t>일정·미응답을 한눈에</a:t>
            </a:r>
          </a:p>
        </p:txBody>
      </p:sp>
      <p:pic>
        <p:nvPicPr>
          <p:cNvPr id="6" name="">
            <a:extLst xmlns:a="http://schemas.openxmlformats.org/drawingml/2006/main">
              <a:ext uri="{FF2B5EF4-FFF2-40B4-BE49-F238E27FC236}">
                <a16:creationId xmlns:a16="http://schemas.microsoft.com/office/drawing/2014/main" id="{A065871B-CFED-4A0F-9B27-F8F19EA5E221}"/>
              </a:ext>
            </a:extLst>
          </p:cNvPr>
          <p:cNvPicPr>
            <a:picLocks xmlns:a="http://schemas.openxmlformats.org/drawingml/2006/main" noChangeAspect="1"/>
          </p:cNvPicPr>
          <p:nvPr/>
        </p:nvPicPr>
        <p:blipFill>
          <a:blip xmlns:r="http://schemas.openxmlformats.org/officeDocument/2006/relationships" xmlns:a="http://schemas.openxmlformats.org/drawingml/2006/main" r:embed="Rdc62fb3abebd4aaa"/>
          <a:stretch xmlns:a="http://schemas.openxmlformats.org/drawingml/2006/main"/>
        </p:blipFill>
        <p:spPr>
          <a:xfrm xmlns:a="http://schemas.openxmlformats.org/drawingml/2006/main">
            <a:off x="504825" y="3933825"/>
            <a:ext cx="266700" cy="266700"/>
          </a:xfrm>
          <a:prstGeom xmlns:a="http://schemas.openxmlformats.org/drawingml/2006/main" prst="rect">
            <a:avLst/>
          </a:prstGeom>
        </p:spPr>
      </p:pic>
      <p:sp>
        <p:nvSpPr>
          <p:cNvPr id="7" name="명부부터 기록까지 한곳에">
            <a:extLst xmlns:a="http://schemas.openxmlformats.org/drawingml/2006/main">
              <a:ext uri="{FF2B5EF4-FFF2-40B4-BE49-F238E27FC236}">
                <a16:creationId xmlns:a16="http://schemas.microsoft.com/office/drawing/2014/main" id="{672C0FA4-F7A0-4FDC-BF31-2F0C9B985F54}"/>
              </a:ext>
            </a:extLst>
          </p:cNvPr>
          <p:cNvSpPr>
            <a:spLocks xmlns:a="http://schemas.openxmlformats.org/drawingml/2006/main" noGrp="1"/>
          </p:cNvSpPr>
          <p:nvPr/>
        </p:nvSpPr>
        <p:spPr>
          <a:xfrm xmlns:a="http://schemas.openxmlformats.org/drawingml/2006/main">
            <a:off x="914400" y="3905250"/>
            <a:ext cx="31146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567D89"/>
                </a:solidFill>
                <a:latin typeface="Pretendard"/>
                <a:ea typeface="Pretendard"/>
                <a:cs typeface="Pretendard"/>
              </a:defRPr>
            </a:defPPr>
          </a:lstStyle>
          <a:p xmlns:a="http://schemas.openxmlformats.org/drawingml/2006/main">
            <a:pPr algn="l">
              <a:defRPr sz="1650" b="1">
                <a:solidFill>
                  <a:srgbClr val="567D89"/>
                </a:solidFill>
                <a:latin typeface="Pretendard"/>
                <a:ea typeface="Pretendard"/>
                <a:cs typeface="Pretendard"/>
              </a:defRPr>
            </a:pPr>
            <a:r>
              <a:rPr sz="1650" b="1">
                <a:solidFill>
                  <a:srgbClr val="567D89"/>
                </a:solidFill>
                <a:latin typeface="Pretendard"/>
                <a:ea typeface="Pretendard"/>
                <a:cs typeface="Pretendard"/>
              </a:rPr>
              <a:t>명부부터 기록까지 한곳에</a:t>
            </a:r>
          </a:p>
        </p:txBody>
      </p:sp>
      <p:pic>
        <p:nvPicPr>
          <p:cNvPr id="8" name="">
            <a:extLst xmlns:a="http://schemas.openxmlformats.org/drawingml/2006/main">
              <a:ext uri="{FF2B5EF4-FFF2-40B4-BE49-F238E27FC236}">
                <a16:creationId xmlns:a16="http://schemas.microsoft.com/office/drawing/2014/main" id="{C9CAC591-BABF-4074-B5FB-EA6838C5AA4E}"/>
              </a:ext>
            </a:extLst>
          </p:cNvPr>
          <p:cNvPicPr>
            <a:picLocks xmlns:a="http://schemas.openxmlformats.org/drawingml/2006/main" noChangeAspect="1"/>
          </p:cNvPicPr>
          <p:nvPr/>
        </p:nvPicPr>
        <p:blipFill>
          <a:blip xmlns:r="http://schemas.openxmlformats.org/officeDocument/2006/relationships" xmlns:a="http://schemas.openxmlformats.org/drawingml/2006/main" r:embed="Rd57ff0abeb624054"/>
          <a:stretch xmlns:a="http://schemas.openxmlformats.org/drawingml/2006/main"/>
        </p:blipFill>
        <p:spPr>
          <a:xfrm xmlns:a="http://schemas.openxmlformats.org/drawingml/2006/main">
            <a:off x="3143250" y="1323975"/>
            <a:ext cx="5962650" cy="3184757"/>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93CD782F-004E-4059-A652-8FCE68261E55}"/>
              </a:ext>
            </a:extLst>
          </p:cNvPr>
          <p:cNvSpPr>
            <a:spLocks xmlns:a="http://schemas.openxmlformats.org/drawingml/2006/main" noGrp="1"/>
          </p:cNvSpPr>
          <p:nvPr/>
        </p:nvSpPr>
        <p:spPr>
          <a:xfrm xmlns:a="http://schemas.openxmlformats.org/drawingml/2006/main">
            <a:off x="4209512" y="1585864"/>
            <a:ext cx="3830126" cy="2403766"/>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10" name="">
            <a:extLst xmlns:a="http://schemas.openxmlformats.org/drawingml/2006/main">
              <a:ext uri="{FF2B5EF4-FFF2-40B4-BE49-F238E27FC236}">
                <a16:creationId xmlns:a16="http://schemas.microsoft.com/office/drawing/2014/main" id="{0CDF9C43-2DD3-4F87-A65C-5DD2E12E1E87}"/>
              </a:ext>
            </a:extLst>
          </p:cNvPr>
          <p:cNvPicPr>
            <a:picLocks xmlns:a="http://schemas.openxmlformats.org/drawingml/2006/main" noChangeAspect="1"/>
          </p:cNvPicPr>
          <p:nvPr/>
        </p:nvPicPr>
        <p:blipFill>
          <a:blip xmlns:r="http://schemas.openxmlformats.org/officeDocument/2006/relationships" xmlns:a="http://schemas.openxmlformats.org/drawingml/2006/main" r:embed="Re9e32bca920a4e39"/>
          <a:srcRect xmlns:a="http://schemas.openxmlformats.org/drawingml/2006/main" l="0" t="0" r="0" b="0"/>
          <a:stretch xmlns:a="http://schemas.openxmlformats.org/drawingml/2006/main">
            <a:fillRect l="0" t="0" r="0" b="0"/>
          </a:stretch>
        </p:blipFill>
        <p:spPr>
          <a:xfrm xmlns:a="http://schemas.openxmlformats.org/drawingml/2006/main">
            <a:off x="4209512" y="1585864"/>
            <a:ext cx="3830126" cy="2403766"/>
          </a:xfrm>
          <a:prstGeom xmlns:a="http://schemas.openxmlformats.org/drawingml/2006/main" prst="rect">
            <a:avLst/>
          </a:prstGeom>
        </p:spPr>
      </p:pic>
    </p:spTree>
    <p:extLst>
      <p:ext uri="{BB962C8B-B14F-4D97-AF65-F5344CB8AC3E}">
        <p14:creationId xmlns:p14="http://schemas.microsoft.com/office/powerpoint/2010/main" val="1170597081"/>
      </p:ext>
    </p:extLst>
  </p:cSld>
</p:sld>
</file>

<file path=ppt/slides/slide13.xml><?xml version="1.0" encoding="utf-8"?>
<p:sld xmlns:p="http://schemas.openxmlformats.org/presentationml/2006/main">
  <p:cSld>
    <p:bg>
      <p:bgPr>
        <a:solidFill xmlns:a="http://schemas.openxmlformats.org/drawingml/2006/main">
          <a:srgbClr val="E5EDEA"/>
        </a:solidFill>
      </p:bgPr>
    </p:bg>
    <p:spTree>
      <p:nvGrpSpPr>
        <p:cNvPr id="1" name=""/>
        <p:cNvGrpSpPr/>
        <p:nvPr/>
      </p:nvGrpSpPr>
      <p:grpSpPr>
        <a:xfrm xmlns:a="http://schemas.openxmlformats.org/drawingml/2006/main"/>
      </p:grpSpPr>
      <p:sp>
        <p:nvSpPr>
          <p:cNvPr id="13" name="설립 준비">
            <a:extLst xmlns:a="http://schemas.openxmlformats.org/drawingml/2006/main">
              <a:ext uri="{FF2B5EF4-FFF2-40B4-BE49-F238E27FC236}">
                <a16:creationId xmlns:a16="http://schemas.microsoft.com/office/drawing/2014/main" id="{2538D5E8-F95E-4857-87C7-C4C859658C59}"/>
              </a:ext>
            </a:extLst>
          </p:cNvPr>
          <p:cNvSpPr>
            <a:spLocks xmlns:a="http://schemas.openxmlformats.org/drawingml/2006/main" noGrp="1"/>
          </p:cNvSpPr>
          <p:nvPr/>
        </p:nvSpPr>
        <p:spPr>
          <a:xfrm xmlns:a="http://schemas.openxmlformats.org/drawingml/2006/main">
            <a:off x="504825" y="257175"/>
            <a:ext cx="628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a:solidFill>
                  <a:srgbClr val="687568"/>
                </a:solidFill>
                <a:latin typeface="Pretendard"/>
                <a:ea typeface="Pretendard"/>
                <a:cs typeface="Pretendard"/>
              </a:defRPr>
            </a:defPPr>
          </a:lstStyle>
          <a:p xmlns:a="http://schemas.openxmlformats.org/drawingml/2006/main">
            <a:pPr algn="l">
              <a:defRPr sz="1050">
                <a:solidFill>
                  <a:srgbClr val="687568"/>
                </a:solidFill>
                <a:latin typeface="Pretendard"/>
                <a:ea typeface="Pretendard"/>
                <a:cs typeface="Pretendard"/>
              </a:defRPr>
            </a:pPr>
            <a:r>
              <a:rPr sz="1050">
                <a:solidFill>
                  <a:srgbClr val="687568"/>
                </a:solidFill>
                <a:latin typeface="Pretendard"/>
                <a:ea typeface="Pretendard"/>
                <a:cs typeface="Pretendard"/>
              </a:rPr>
              <a:t>설립 준비</a:t>
            </a:r>
          </a:p>
        </p:txBody>
      </p:sp>
      <p:sp>
        <p:nvSpPr>
          <p:cNvPr id="2" name="13">
            <a:extLst xmlns:a="http://schemas.openxmlformats.org/drawingml/2006/main">
              <a:ext uri="{FF2B5EF4-FFF2-40B4-BE49-F238E27FC236}">
                <a16:creationId xmlns:a16="http://schemas.microsoft.com/office/drawing/2014/main" id="{54FD9473-1C50-43DD-A383-0CB7F339D32E}"/>
              </a:ext>
            </a:extLst>
          </p:cNvPr>
          <p:cNvSpPr>
            <a:spLocks xmlns:a="http://schemas.openxmlformats.org/drawingml/2006/main" noGrp="1"/>
          </p:cNvSpPr>
          <p:nvPr/>
        </p:nvSpPr>
        <p:spPr>
          <a:xfrm xmlns:a="http://schemas.openxmlformats.org/drawingml/2006/main">
            <a:off x="8534400" y="4781550"/>
            <a:ext cx="295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75" b="0">
                <a:solidFill>
                  <a:srgbClr val="687568"/>
                </a:solidFill>
                <a:latin typeface="Pretendard"/>
                <a:ea typeface="Pretendard"/>
                <a:cs typeface="Pretendard"/>
              </a:defRPr>
            </a:defPPr>
          </a:lstStyle>
          <a:p xmlns:a="http://schemas.openxmlformats.org/drawingml/2006/main">
            <a:pPr algn="r">
              <a:defRPr sz="975" b="0">
                <a:solidFill>
                  <a:srgbClr val="687568"/>
                </a:solidFill>
                <a:latin typeface="Pretendard"/>
                <a:ea typeface="Pretendard"/>
                <a:cs typeface="Pretendard"/>
              </a:defRPr>
            </a:pPr>
            <a:r>
              <a:rPr sz="975" b="0">
                <a:solidFill>
                  <a:srgbClr val="687568"/>
                </a:solidFill>
                <a:latin typeface="Pretendard"/>
                <a:ea typeface="Pretendard"/>
                <a:cs typeface="Pretendard"/>
              </a:rPr>
              <a:t>13</a:t>
            </a:r>
          </a:p>
        </p:txBody>
      </p:sp>
      <p:pic>
        <p:nvPicPr>
          <p:cNvPr id="3" name="">
            <a:extLst xmlns:a="http://schemas.openxmlformats.org/drawingml/2006/main">
              <a:ext uri="{FF2B5EF4-FFF2-40B4-BE49-F238E27FC236}">
                <a16:creationId xmlns:a16="http://schemas.microsoft.com/office/drawing/2014/main" id="{70C121B8-9B66-4669-8065-21D6C8DBA19E}"/>
              </a:ext>
            </a:extLst>
          </p:cNvPr>
          <p:cNvPicPr>
            <a:picLocks xmlns:a="http://schemas.openxmlformats.org/drawingml/2006/main" noChangeAspect="1"/>
          </p:cNvPicPr>
          <p:nvPr/>
        </p:nvPicPr>
        <p:blipFill>
          <a:blip xmlns:r="http://schemas.openxmlformats.org/officeDocument/2006/relationships" xmlns:a="http://schemas.openxmlformats.org/drawingml/2006/main" r:embed="R0ca6ceea0ff44ce2"/>
          <a:stretch xmlns:a="http://schemas.openxmlformats.org/drawingml/2006/main"/>
        </p:blipFill>
        <p:spPr>
          <a:xfrm xmlns:a="http://schemas.openxmlformats.org/drawingml/2006/main">
            <a:off x="47625" y="1343025"/>
            <a:ext cx="5810250" cy="3103357"/>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638814B-ECFE-431D-A685-97418B5EA012}"/>
              </a:ext>
            </a:extLst>
          </p:cNvPr>
          <p:cNvSpPr>
            <a:spLocks xmlns:a="http://schemas.openxmlformats.org/drawingml/2006/main" noGrp="1"/>
          </p:cNvSpPr>
          <p:nvPr/>
        </p:nvSpPr>
        <p:spPr>
          <a:xfrm xmlns:a="http://schemas.openxmlformats.org/drawingml/2006/main">
            <a:off x="1086634" y="1598220"/>
            <a:ext cx="3732231" cy="2342328"/>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176C7F27-BE58-402A-A67D-F747FC2B57D9}"/>
              </a:ext>
            </a:extLst>
          </p:cNvPr>
          <p:cNvPicPr>
            <a:picLocks xmlns:a="http://schemas.openxmlformats.org/drawingml/2006/main" noChangeAspect="1"/>
          </p:cNvPicPr>
          <p:nvPr/>
        </p:nvPicPr>
        <p:blipFill>
          <a:blip xmlns:r="http://schemas.openxmlformats.org/officeDocument/2006/relationships" xmlns:a="http://schemas.openxmlformats.org/drawingml/2006/main" r:embed="Rfff8fa723b3145c7"/>
          <a:srcRect xmlns:a="http://schemas.openxmlformats.org/drawingml/2006/main" l="0" t="0" r="0" b="0"/>
          <a:stretch xmlns:a="http://schemas.openxmlformats.org/drawingml/2006/main">
            <a:fillRect l="0" t="0" r="0" b="0"/>
          </a:stretch>
        </p:blipFill>
        <p:spPr>
          <a:xfrm xmlns:a="http://schemas.openxmlformats.org/drawingml/2006/main">
            <a:off x="1086634" y="1598220"/>
            <a:ext cx="3732231" cy="2342328"/>
          </a:xfrm>
          <a:prstGeom xmlns:a="http://schemas.openxmlformats.org/drawingml/2006/main" prst="rect">
            <a:avLst/>
          </a:prstGeom>
        </p:spPr>
      </p:pic>
      <p:sp>
        <p:nvSpPr>
          <p:cNvPr id="6" name="첫 서류부터 빠짐없이.">
            <a:extLst xmlns:a="http://schemas.openxmlformats.org/drawingml/2006/main">
              <a:ext uri="{FF2B5EF4-FFF2-40B4-BE49-F238E27FC236}">
                <a16:creationId xmlns:a16="http://schemas.microsoft.com/office/drawing/2014/main" id="{C70B87D3-1F37-4DAE-B066-5FC93FD36CEA}"/>
              </a:ext>
            </a:extLst>
          </p:cNvPr>
          <p:cNvSpPr>
            <a:spLocks xmlns:a="http://schemas.openxmlformats.org/drawingml/2006/main" noGrp="1"/>
          </p:cNvSpPr>
          <p:nvPr/>
        </p:nvSpPr>
        <p:spPr>
          <a:xfrm xmlns:a="http://schemas.openxmlformats.org/drawingml/2006/main">
            <a:off x="5514975" y="914400"/>
            <a:ext cx="3448050" cy="1514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825" b="1">
                <a:solidFill>
                  <a:srgbClr val="183E35"/>
                </a:solidFill>
                <a:latin typeface="Pretendard"/>
                <a:ea typeface="Pretendard"/>
                <a:cs typeface="Pretendard"/>
              </a:defRPr>
            </a:defPPr>
          </a:lstStyle>
          <a:p xmlns:a="http://schemas.openxmlformats.org/drawingml/2006/main">
            <a:pPr algn="l">
              <a:defRPr sz="3825" b="1">
                <a:solidFill>
                  <a:srgbClr val="183E35"/>
                </a:solidFill>
                <a:latin typeface="Pretendard"/>
                <a:ea typeface="Pretendard"/>
                <a:cs typeface="Pretendard"/>
              </a:defRPr>
            </a:pPr>
            <a:r>
              <a:rPr sz="3825" b="1">
                <a:solidFill>
                  <a:srgbClr val="183E35"/>
                </a:solidFill>
                <a:latin typeface="Pretendard"/>
                <a:ea typeface="Pretendard"/>
                <a:cs typeface="Pretendard"/>
              </a:rPr>
              <a:t>첫 서류부터</a:t>
            </a:r>
          </a:p>
          <a:p xmlns:a="http://schemas.openxmlformats.org/drawingml/2006/main">
            <a:pPr algn="l">
              <a:defRPr sz="3825" b="1">
                <a:solidFill>
                  <a:srgbClr val="183E35"/>
                </a:solidFill>
                <a:latin typeface="Pretendard"/>
                <a:ea typeface="Pretendard"/>
                <a:cs typeface="Pretendard"/>
              </a:defRPr>
            </a:pPr>
            <a:r>
              <a:rPr sz="3825" b="1">
                <a:solidFill>
                  <a:srgbClr val="183E35"/>
                </a:solidFill>
                <a:latin typeface="Pretendard"/>
                <a:ea typeface="Pretendard"/>
                <a:cs typeface="Pretendard"/>
              </a:rPr>
              <a:t>빠짐없이.</a:t>
            </a:r>
          </a:p>
        </p:txBody>
      </p:sp>
      <p:pic>
        <p:nvPicPr>
          <p:cNvPr id="7" name="">
            <a:extLst xmlns:a="http://schemas.openxmlformats.org/drawingml/2006/main">
              <a:ext uri="{FF2B5EF4-FFF2-40B4-BE49-F238E27FC236}">
                <a16:creationId xmlns:a16="http://schemas.microsoft.com/office/drawing/2014/main" id="{1EA957A5-F083-44CA-B58F-10FDCF2E4C8D}"/>
              </a:ext>
            </a:extLst>
          </p:cNvPr>
          <p:cNvPicPr>
            <a:picLocks xmlns:a="http://schemas.openxmlformats.org/drawingml/2006/main" noChangeAspect="1"/>
          </p:cNvPicPr>
          <p:nvPr/>
        </p:nvPicPr>
        <p:blipFill>
          <a:blip xmlns:r="http://schemas.openxmlformats.org/officeDocument/2006/relationships" xmlns:a="http://schemas.openxmlformats.org/drawingml/2006/main" r:embed="Rcd8e0e5041e94dc6"/>
          <a:stretch xmlns:a="http://schemas.openxmlformats.org/drawingml/2006/main"/>
        </p:blipFill>
        <p:spPr>
          <a:xfrm xmlns:a="http://schemas.openxmlformats.org/drawingml/2006/main">
            <a:off x="6000750" y="2905125"/>
            <a:ext cx="266700" cy="266700"/>
          </a:xfrm>
          <a:prstGeom xmlns:a="http://schemas.openxmlformats.org/drawingml/2006/main" prst="rect">
            <a:avLst/>
          </a:prstGeom>
        </p:spPr>
      </p:pic>
      <p:sp>
        <p:nvSpPr>
          <p:cNvPr id="8" name="빠진 서류까지 확인">
            <a:extLst xmlns:a="http://schemas.openxmlformats.org/drawingml/2006/main">
              <a:ext uri="{FF2B5EF4-FFF2-40B4-BE49-F238E27FC236}">
                <a16:creationId xmlns:a16="http://schemas.microsoft.com/office/drawing/2014/main" id="{04318AF9-D949-4F0E-AE6B-66F111A2C8FB}"/>
              </a:ext>
            </a:extLst>
          </p:cNvPr>
          <p:cNvSpPr>
            <a:spLocks xmlns:a="http://schemas.openxmlformats.org/drawingml/2006/main" noGrp="1"/>
          </p:cNvSpPr>
          <p:nvPr/>
        </p:nvSpPr>
        <p:spPr>
          <a:xfrm xmlns:a="http://schemas.openxmlformats.org/drawingml/2006/main">
            <a:off x="6410325" y="2876550"/>
            <a:ext cx="2466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1">
                <a:solidFill>
                  <a:srgbClr val="567D89"/>
                </a:solidFill>
                <a:latin typeface="Pretendard"/>
                <a:ea typeface="Pretendard"/>
                <a:cs typeface="Pretendard"/>
              </a:defRPr>
            </a:defPPr>
          </a:lstStyle>
          <a:p xmlns:a="http://schemas.openxmlformats.org/drawingml/2006/main">
            <a:pPr algn="l">
              <a:defRPr sz="1575" b="1">
                <a:solidFill>
                  <a:srgbClr val="567D89"/>
                </a:solidFill>
                <a:latin typeface="Pretendard"/>
                <a:ea typeface="Pretendard"/>
                <a:cs typeface="Pretendard"/>
              </a:defRPr>
            </a:pPr>
            <a:r>
              <a:rPr sz="1575" b="1">
                <a:solidFill>
                  <a:srgbClr val="567D89"/>
                </a:solidFill>
                <a:latin typeface="Pretendard"/>
                <a:ea typeface="Pretendard"/>
                <a:cs typeface="Pretendard"/>
              </a:rPr>
              <a:t>빠진 서류까지 확인</a:t>
            </a:r>
          </a:p>
        </p:txBody>
      </p:sp>
      <p:pic>
        <p:nvPicPr>
          <p:cNvPr id="9" name="">
            <a:extLst xmlns:a="http://schemas.openxmlformats.org/drawingml/2006/main">
              <a:ext uri="{FF2B5EF4-FFF2-40B4-BE49-F238E27FC236}">
                <a16:creationId xmlns:a16="http://schemas.microsoft.com/office/drawing/2014/main" id="{94FFE173-D6B6-4226-81DC-BC0E35495752}"/>
              </a:ext>
            </a:extLst>
          </p:cNvPr>
          <p:cNvPicPr>
            <a:picLocks xmlns:a="http://schemas.openxmlformats.org/drawingml/2006/main" noChangeAspect="1"/>
          </p:cNvPicPr>
          <p:nvPr/>
        </p:nvPicPr>
        <p:blipFill>
          <a:blip xmlns:r="http://schemas.openxmlformats.org/officeDocument/2006/relationships" xmlns:a="http://schemas.openxmlformats.org/drawingml/2006/main" r:embed="Ra229bd1a6e9d4f17"/>
          <a:stretch xmlns:a="http://schemas.openxmlformats.org/drawingml/2006/main"/>
        </p:blipFill>
        <p:spPr>
          <a:xfrm xmlns:a="http://schemas.openxmlformats.org/drawingml/2006/main">
            <a:off x="6000750" y="3533775"/>
            <a:ext cx="266700" cy="266700"/>
          </a:xfrm>
          <a:prstGeom xmlns:a="http://schemas.openxmlformats.org/drawingml/2006/main" prst="rect">
            <a:avLst/>
          </a:prstGeom>
        </p:spPr>
      </p:pic>
      <p:sp>
        <p:nvSpPr>
          <p:cNvPr id="10" name="추가할 항목은 명확하게">
            <a:extLst xmlns:a="http://schemas.openxmlformats.org/drawingml/2006/main">
              <a:ext uri="{FF2B5EF4-FFF2-40B4-BE49-F238E27FC236}">
                <a16:creationId xmlns:a16="http://schemas.microsoft.com/office/drawing/2014/main" id="{22BA3C22-B494-4FE8-A7E3-C0928DAA8148}"/>
              </a:ext>
            </a:extLst>
          </p:cNvPr>
          <p:cNvSpPr>
            <a:spLocks xmlns:a="http://schemas.openxmlformats.org/drawingml/2006/main" noGrp="1"/>
          </p:cNvSpPr>
          <p:nvPr/>
        </p:nvSpPr>
        <p:spPr>
          <a:xfrm xmlns:a="http://schemas.openxmlformats.org/drawingml/2006/main">
            <a:off x="6410325" y="3505200"/>
            <a:ext cx="2466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1">
                <a:solidFill>
                  <a:srgbClr val="567D89"/>
                </a:solidFill>
                <a:latin typeface="Pretendard"/>
                <a:ea typeface="Pretendard"/>
                <a:cs typeface="Pretendard"/>
              </a:defRPr>
            </a:defPPr>
          </a:lstStyle>
          <a:p xmlns:a="http://schemas.openxmlformats.org/drawingml/2006/main">
            <a:pPr algn="l">
              <a:defRPr sz="1575" b="1">
                <a:solidFill>
                  <a:srgbClr val="567D89"/>
                </a:solidFill>
                <a:latin typeface="Pretendard"/>
                <a:ea typeface="Pretendard"/>
                <a:cs typeface="Pretendard"/>
              </a:defRPr>
            </a:pPr>
            <a:r>
              <a:rPr sz="1575" b="1">
                <a:solidFill>
                  <a:srgbClr val="567D89"/>
                </a:solidFill>
                <a:latin typeface="Pretendard"/>
                <a:ea typeface="Pretendard"/>
                <a:cs typeface="Pretendard"/>
              </a:rPr>
              <a:t>추가할 항목은 명확하게</a:t>
            </a:r>
          </a:p>
        </p:txBody>
      </p:sp>
      <p:pic>
        <p:nvPicPr>
          <p:cNvPr id="11" name="">
            <a:extLst xmlns:a="http://schemas.openxmlformats.org/drawingml/2006/main">
              <a:ext uri="{FF2B5EF4-FFF2-40B4-BE49-F238E27FC236}">
                <a16:creationId xmlns:a16="http://schemas.microsoft.com/office/drawing/2014/main" id="{00F34E8B-233D-41F6-957B-E870A203F4A4}"/>
              </a:ext>
            </a:extLst>
          </p:cNvPr>
          <p:cNvPicPr>
            <a:picLocks xmlns:a="http://schemas.openxmlformats.org/drawingml/2006/main" noChangeAspect="1"/>
          </p:cNvPicPr>
          <p:nvPr/>
        </p:nvPicPr>
        <p:blipFill>
          <a:blip xmlns:r="http://schemas.openxmlformats.org/officeDocument/2006/relationships" xmlns:a="http://schemas.openxmlformats.org/drawingml/2006/main" r:embed="R9bab1e598dc94c6c"/>
          <a:stretch xmlns:a="http://schemas.openxmlformats.org/drawingml/2006/main"/>
        </p:blipFill>
        <p:spPr>
          <a:xfrm xmlns:a="http://schemas.openxmlformats.org/drawingml/2006/main">
            <a:off x="6000750" y="4162425"/>
            <a:ext cx="266700" cy="266700"/>
          </a:xfrm>
          <a:prstGeom xmlns:a="http://schemas.openxmlformats.org/drawingml/2006/main" prst="rect">
            <a:avLst/>
          </a:prstGeom>
        </p:spPr>
      </p:pic>
      <p:sp>
        <p:nvSpPr>
          <p:cNvPr id="12" name="법무사 후보까지 한 번에">
            <a:extLst xmlns:a="http://schemas.openxmlformats.org/drawingml/2006/main">
              <a:ext uri="{FF2B5EF4-FFF2-40B4-BE49-F238E27FC236}">
                <a16:creationId xmlns:a16="http://schemas.microsoft.com/office/drawing/2014/main" id="{4E9DBD7B-5534-41A2-A679-B031F365DB09}"/>
              </a:ext>
            </a:extLst>
          </p:cNvPr>
          <p:cNvSpPr>
            <a:spLocks xmlns:a="http://schemas.openxmlformats.org/drawingml/2006/main" noGrp="1"/>
          </p:cNvSpPr>
          <p:nvPr/>
        </p:nvSpPr>
        <p:spPr>
          <a:xfrm xmlns:a="http://schemas.openxmlformats.org/drawingml/2006/main">
            <a:off x="6410325" y="4133850"/>
            <a:ext cx="2466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1">
                <a:solidFill>
                  <a:srgbClr val="567D89"/>
                </a:solidFill>
                <a:latin typeface="Pretendard"/>
                <a:ea typeface="Pretendard"/>
                <a:cs typeface="Pretendard"/>
              </a:defRPr>
            </a:defPPr>
          </a:lstStyle>
          <a:p xmlns:a="http://schemas.openxmlformats.org/drawingml/2006/main">
            <a:pPr algn="l">
              <a:defRPr sz="1575" b="1">
                <a:solidFill>
                  <a:srgbClr val="567D89"/>
                </a:solidFill>
                <a:latin typeface="Pretendard"/>
                <a:ea typeface="Pretendard"/>
                <a:cs typeface="Pretendard"/>
              </a:defRPr>
            </a:pPr>
            <a:r>
              <a:rPr sz="1575" b="1">
                <a:solidFill>
                  <a:srgbClr val="567D89"/>
                </a:solidFill>
                <a:latin typeface="Pretendard"/>
                <a:ea typeface="Pretendard"/>
                <a:cs typeface="Pretendard"/>
              </a:rPr>
              <a:t>법무사 후보까지 한 번에</a:t>
            </a:r>
          </a:p>
        </p:txBody>
      </p:sp>
    </p:spTree>
    <p:extLst>
      <p:ext uri="{BB962C8B-B14F-4D97-AF65-F5344CB8AC3E}">
        <p14:creationId xmlns:p14="http://schemas.microsoft.com/office/powerpoint/2010/main" val="396993717"/>
      </p:ext>
    </p:extLst>
  </p:cSld>
</p:sld>
</file>

<file path=ppt/slides/slide14.xml><?xml version="1.0" encoding="utf-8"?>
<p:sld xmlns:p="http://schemas.openxmlformats.org/presentationml/2006/main">
  <p:cSld>
    <p:bg>
      <p:bgPr>
        <a:solidFill xmlns:a="http://schemas.openxmlformats.org/drawingml/2006/main">
          <a:srgbClr val="173F49"/>
        </a:solidFill>
      </p:bgPr>
    </p:bg>
    <p:spTree>
      <p:nvGrpSpPr>
        <p:cNvPr id="1" name=""/>
        <p:cNvGrpSpPr/>
        <p:nvPr/>
      </p:nvGrpSpPr>
      <p:grpSpPr>
        <a:xfrm xmlns:a="http://schemas.openxmlformats.org/drawingml/2006/main"/>
      </p:grpSpPr>
      <p:sp>
        <p:nvSpPr>
          <p:cNvPr id="11" name="회의 녹음">
            <a:extLst xmlns:a="http://schemas.openxmlformats.org/drawingml/2006/main">
              <a:ext uri="{FF2B5EF4-FFF2-40B4-BE49-F238E27FC236}">
                <a16:creationId xmlns:a16="http://schemas.microsoft.com/office/drawing/2014/main" id="{6846D7E6-C1C5-481C-A6A2-4D369488385B}"/>
              </a:ext>
            </a:extLst>
          </p:cNvPr>
          <p:cNvSpPr>
            <a:spLocks xmlns:a="http://schemas.openxmlformats.org/drawingml/2006/main" noGrp="1"/>
          </p:cNvSpPr>
          <p:nvPr/>
        </p:nvSpPr>
        <p:spPr>
          <a:xfrm xmlns:a="http://schemas.openxmlformats.org/drawingml/2006/main">
            <a:off x="504825" y="257175"/>
            <a:ext cx="628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a:solidFill>
                  <a:srgbClr val="BDCFCA"/>
                </a:solidFill>
                <a:latin typeface="Pretendard"/>
                <a:ea typeface="Pretendard"/>
                <a:cs typeface="Pretendard"/>
              </a:defRPr>
            </a:defPPr>
          </a:lstStyle>
          <a:p xmlns:a="http://schemas.openxmlformats.org/drawingml/2006/main">
            <a:pPr algn="l">
              <a:defRPr sz="1050">
                <a:solidFill>
                  <a:srgbClr val="BDCFCA"/>
                </a:solidFill>
                <a:latin typeface="Pretendard"/>
                <a:ea typeface="Pretendard"/>
                <a:cs typeface="Pretendard"/>
              </a:defRPr>
            </a:pPr>
            <a:r>
              <a:rPr sz="1050">
                <a:solidFill>
                  <a:srgbClr val="BDCFCA"/>
                </a:solidFill>
                <a:latin typeface="Pretendard"/>
                <a:ea typeface="Pretendard"/>
                <a:cs typeface="Pretendard"/>
              </a:rPr>
              <a:t>회의 녹음</a:t>
            </a:r>
          </a:p>
        </p:txBody>
      </p:sp>
      <p:sp>
        <p:nvSpPr>
          <p:cNvPr id="2" name="14">
            <a:extLst xmlns:a="http://schemas.openxmlformats.org/drawingml/2006/main">
              <a:ext uri="{FF2B5EF4-FFF2-40B4-BE49-F238E27FC236}">
                <a16:creationId xmlns:a16="http://schemas.microsoft.com/office/drawing/2014/main" id="{E5F47CCF-CB67-4B0E-AE05-A53115DAC14E}"/>
              </a:ext>
            </a:extLst>
          </p:cNvPr>
          <p:cNvSpPr>
            <a:spLocks xmlns:a="http://schemas.openxmlformats.org/drawingml/2006/main" noGrp="1"/>
          </p:cNvSpPr>
          <p:nvPr/>
        </p:nvSpPr>
        <p:spPr>
          <a:xfrm xmlns:a="http://schemas.openxmlformats.org/drawingml/2006/main">
            <a:off x="8534400" y="4781550"/>
            <a:ext cx="295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75" b="0">
                <a:solidFill>
                  <a:srgbClr val="BDCFCA"/>
                </a:solidFill>
                <a:latin typeface="Pretendard"/>
                <a:ea typeface="Pretendard"/>
                <a:cs typeface="Pretendard"/>
              </a:defRPr>
            </a:defPPr>
          </a:lstStyle>
          <a:p xmlns:a="http://schemas.openxmlformats.org/drawingml/2006/main">
            <a:pPr algn="r">
              <a:defRPr sz="975" b="0">
                <a:solidFill>
                  <a:srgbClr val="BDCFCA"/>
                </a:solidFill>
                <a:latin typeface="Pretendard"/>
                <a:ea typeface="Pretendard"/>
                <a:cs typeface="Pretendard"/>
              </a:defRPr>
            </a:pPr>
            <a:r>
              <a:rPr sz="975" b="0">
                <a:solidFill>
                  <a:srgbClr val="BDCFCA"/>
                </a:solidFill>
                <a:latin typeface="Pretendard"/>
                <a:ea typeface="Pretendard"/>
                <a:cs typeface="Pretendard"/>
              </a:rPr>
              <a:t>14</a:t>
            </a:r>
          </a:p>
        </p:txBody>
      </p:sp>
      <p:sp>
        <p:nvSpPr>
          <p:cNvPr id="3" name="말한 내용을 회의록으로.">
            <a:extLst xmlns:a="http://schemas.openxmlformats.org/drawingml/2006/main">
              <a:ext uri="{FF2B5EF4-FFF2-40B4-BE49-F238E27FC236}">
                <a16:creationId xmlns:a16="http://schemas.microsoft.com/office/drawing/2014/main" id="{0BC48BAC-8510-40D3-959E-240DCA34AE94}"/>
              </a:ext>
            </a:extLst>
          </p:cNvPr>
          <p:cNvSpPr>
            <a:spLocks xmlns:a="http://schemas.openxmlformats.org/drawingml/2006/main" noGrp="1"/>
          </p:cNvSpPr>
          <p:nvPr/>
        </p:nvSpPr>
        <p:spPr>
          <a:xfrm xmlns:a="http://schemas.openxmlformats.org/drawingml/2006/main">
            <a:off x="514350" y="1095375"/>
            <a:ext cx="5410200" cy="181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650" b="1">
                <a:solidFill>
                  <a:srgbClr val="F5F2E9"/>
                </a:solidFill>
                <a:latin typeface="Pretendard"/>
                <a:ea typeface="Pretendard"/>
                <a:cs typeface="Pretendard"/>
              </a:defRPr>
            </a:defPPr>
          </a:lstStyle>
          <a:p xmlns:a="http://schemas.openxmlformats.org/drawingml/2006/main">
            <a:pPr algn="l">
              <a:defRPr sz="4650" b="1">
                <a:solidFill>
                  <a:srgbClr val="F5F2E9"/>
                </a:solidFill>
                <a:latin typeface="Pretendard"/>
                <a:ea typeface="Pretendard"/>
                <a:cs typeface="Pretendard"/>
              </a:defRPr>
            </a:pPr>
            <a:r>
              <a:rPr sz="4650" b="1">
                <a:solidFill>
                  <a:srgbClr val="F5F2E9"/>
                </a:solidFill>
                <a:latin typeface="Pretendard"/>
                <a:ea typeface="Pretendard"/>
                <a:cs typeface="Pretendard"/>
              </a:rPr>
              <a:t>말한 내용을</a:t>
            </a:r>
          </a:p>
          <a:p xmlns:a="http://schemas.openxmlformats.org/drawingml/2006/main">
            <a:pPr algn="l">
              <a:defRPr sz="4650" b="1">
                <a:solidFill>
                  <a:srgbClr val="F5F2E9"/>
                </a:solidFill>
                <a:latin typeface="Pretendard"/>
                <a:ea typeface="Pretendard"/>
                <a:cs typeface="Pretendard"/>
              </a:defRPr>
            </a:pPr>
            <a:r>
              <a:rPr sz="4650" b="1">
                <a:solidFill>
                  <a:srgbClr val="F5F2E9"/>
                </a:solidFill>
                <a:latin typeface="Pretendard"/>
                <a:ea typeface="Pretendard"/>
                <a:cs typeface="Pretendard"/>
              </a:rPr>
              <a:t>회의록으로.</a:t>
            </a:r>
          </a:p>
        </p:txBody>
      </p:sp>
      <p:pic>
        <p:nvPicPr>
          <p:cNvPr id="4" name="">
            <a:extLst xmlns:a="http://schemas.openxmlformats.org/drawingml/2006/main">
              <a:ext uri="{FF2B5EF4-FFF2-40B4-BE49-F238E27FC236}">
                <a16:creationId xmlns:a16="http://schemas.microsoft.com/office/drawing/2014/main" id="{B2198A2E-5862-4992-BCC8-A3C81EFA0221}"/>
              </a:ext>
            </a:extLst>
          </p:cNvPr>
          <p:cNvPicPr>
            <a:picLocks xmlns:a="http://schemas.openxmlformats.org/drawingml/2006/main" noChangeAspect="1"/>
          </p:cNvPicPr>
          <p:nvPr/>
        </p:nvPicPr>
        <p:blipFill>
          <a:blip xmlns:r="http://schemas.openxmlformats.org/officeDocument/2006/relationships" xmlns:a="http://schemas.openxmlformats.org/drawingml/2006/main" r:embed="Rb537aefa23a54f3e"/>
          <a:stretch xmlns:a="http://schemas.openxmlformats.org/drawingml/2006/main"/>
        </p:blipFill>
        <p:spPr>
          <a:xfrm xmlns:a="http://schemas.openxmlformats.org/drawingml/2006/main">
            <a:off x="590550" y="3419475"/>
            <a:ext cx="304800" cy="304800"/>
          </a:xfrm>
          <a:prstGeom xmlns:a="http://schemas.openxmlformats.org/drawingml/2006/main" prst="rect">
            <a:avLst/>
          </a:prstGeom>
        </p:spPr>
      </p:pic>
      <p:sp>
        <p:nvSpPr>
          <p:cNvPr id="5" name="말은 기록으로, 기억은 근거로">
            <a:extLst xmlns:a="http://schemas.openxmlformats.org/drawingml/2006/main">
              <a:ext uri="{FF2B5EF4-FFF2-40B4-BE49-F238E27FC236}">
                <a16:creationId xmlns:a16="http://schemas.microsoft.com/office/drawing/2014/main" id="{004ED933-4F3B-4735-A890-5B5C89916421}"/>
              </a:ext>
            </a:extLst>
          </p:cNvPr>
          <p:cNvSpPr>
            <a:spLocks xmlns:a="http://schemas.openxmlformats.org/drawingml/2006/main" noGrp="1"/>
          </p:cNvSpPr>
          <p:nvPr/>
        </p:nvSpPr>
        <p:spPr>
          <a:xfrm xmlns:a="http://schemas.openxmlformats.org/drawingml/2006/main">
            <a:off x="1038225" y="3390900"/>
            <a:ext cx="4752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1">
                <a:solidFill>
                  <a:srgbClr val="BDCFCA"/>
                </a:solidFill>
                <a:latin typeface="Pretendard"/>
                <a:ea typeface="Pretendard"/>
                <a:cs typeface="Pretendard"/>
              </a:defRPr>
            </a:defPPr>
          </a:lstStyle>
          <a:p xmlns:a="http://schemas.openxmlformats.org/drawingml/2006/main">
            <a:pPr algn="l">
              <a:defRPr sz="1800" b="1">
                <a:solidFill>
                  <a:srgbClr val="BDCFCA"/>
                </a:solidFill>
                <a:latin typeface="Pretendard"/>
                <a:ea typeface="Pretendard"/>
                <a:cs typeface="Pretendard"/>
              </a:defRPr>
            </a:pPr>
            <a:r>
              <a:rPr sz="1800" b="1">
                <a:solidFill>
                  <a:srgbClr val="BDCFCA"/>
                </a:solidFill>
                <a:latin typeface="Pretendard"/>
                <a:ea typeface="Pretendard"/>
                <a:cs typeface="Pretendard"/>
              </a:rPr>
              <a:t>말은 기록으로, 기억은 근거로</a:t>
            </a:r>
          </a:p>
        </p:txBody>
      </p:sp>
      <p:pic>
        <p:nvPicPr>
          <p:cNvPr id="6" name="">
            <a:extLst xmlns:a="http://schemas.openxmlformats.org/drawingml/2006/main">
              <a:ext uri="{FF2B5EF4-FFF2-40B4-BE49-F238E27FC236}">
                <a16:creationId xmlns:a16="http://schemas.microsoft.com/office/drawing/2014/main" id="{B57BC83A-9A5B-4067-B4B7-992461905609}"/>
              </a:ext>
            </a:extLst>
          </p:cNvPr>
          <p:cNvPicPr>
            <a:picLocks xmlns:a="http://schemas.openxmlformats.org/drawingml/2006/main" noChangeAspect="1"/>
          </p:cNvPicPr>
          <p:nvPr/>
        </p:nvPicPr>
        <p:blipFill>
          <a:blip xmlns:r="http://schemas.openxmlformats.org/officeDocument/2006/relationships" xmlns:a="http://schemas.openxmlformats.org/drawingml/2006/main" r:embed="R1e19780053bd4742"/>
          <a:stretch xmlns:a="http://schemas.openxmlformats.org/drawingml/2006/main"/>
        </p:blipFill>
        <p:spPr>
          <a:xfrm xmlns:a="http://schemas.openxmlformats.org/drawingml/2006/main">
            <a:off x="590550" y="4048125"/>
            <a:ext cx="304800" cy="304800"/>
          </a:xfrm>
          <a:prstGeom xmlns:a="http://schemas.openxmlformats.org/drawingml/2006/main" prst="rect">
            <a:avLst/>
          </a:prstGeom>
        </p:spPr>
      </p:pic>
      <p:sp>
        <p:nvSpPr>
          <p:cNvPr id="7" name="녹음부터 회의록 초안까지">
            <a:extLst xmlns:a="http://schemas.openxmlformats.org/drawingml/2006/main">
              <a:ext uri="{FF2B5EF4-FFF2-40B4-BE49-F238E27FC236}">
                <a16:creationId xmlns:a16="http://schemas.microsoft.com/office/drawing/2014/main" id="{7AD1772F-1981-4BCE-A45C-00A940EAF101}"/>
              </a:ext>
            </a:extLst>
          </p:cNvPr>
          <p:cNvSpPr>
            <a:spLocks xmlns:a="http://schemas.openxmlformats.org/drawingml/2006/main" noGrp="1"/>
          </p:cNvSpPr>
          <p:nvPr/>
        </p:nvSpPr>
        <p:spPr>
          <a:xfrm xmlns:a="http://schemas.openxmlformats.org/drawingml/2006/main">
            <a:off x="1038225" y="4019550"/>
            <a:ext cx="4752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1">
                <a:solidFill>
                  <a:srgbClr val="BDCFCA"/>
                </a:solidFill>
                <a:latin typeface="Pretendard"/>
                <a:ea typeface="Pretendard"/>
                <a:cs typeface="Pretendard"/>
              </a:defRPr>
            </a:defPPr>
          </a:lstStyle>
          <a:p xmlns:a="http://schemas.openxmlformats.org/drawingml/2006/main">
            <a:pPr algn="l">
              <a:defRPr sz="1800" b="1">
                <a:solidFill>
                  <a:srgbClr val="BDCFCA"/>
                </a:solidFill>
                <a:latin typeface="Pretendard"/>
                <a:ea typeface="Pretendard"/>
                <a:cs typeface="Pretendard"/>
              </a:defRPr>
            </a:pPr>
            <a:r>
              <a:rPr sz="1800" b="1">
                <a:solidFill>
                  <a:srgbClr val="BDCFCA"/>
                </a:solidFill>
                <a:latin typeface="Pretendard"/>
                <a:ea typeface="Pretendard"/>
                <a:cs typeface="Pretendard"/>
              </a:rPr>
              <a:t>녹음부터 회의록 초안까지</a:t>
            </a:r>
          </a:p>
        </p:txBody>
      </p:sp>
      <p:pic>
        <p:nvPicPr>
          <p:cNvPr id="8" name="">
            <a:extLst xmlns:a="http://schemas.openxmlformats.org/drawingml/2006/main">
              <a:ext uri="{FF2B5EF4-FFF2-40B4-BE49-F238E27FC236}">
                <a16:creationId xmlns:a16="http://schemas.microsoft.com/office/drawing/2014/main" id="{43DA64D2-FC72-41D8-8C41-2267E88929BA}"/>
              </a:ext>
            </a:extLst>
          </p:cNvPr>
          <p:cNvPicPr>
            <a:picLocks xmlns:a="http://schemas.openxmlformats.org/drawingml/2006/main" noChangeAspect="1"/>
          </p:cNvPicPr>
          <p:nvPr/>
        </p:nvPicPr>
        <p:blipFill>
          <a:blip xmlns:r="http://schemas.openxmlformats.org/officeDocument/2006/relationships" xmlns:a="http://schemas.openxmlformats.org/drawingml/2006/main" r:embed="R652ac07b43f34579"/>
          <a:stretch xmlns:a="http://schemas.openxmlformats.org/drawingml/2006/main"/>
        </p:blipFill>
        <p:spPr>
          <a:xfrm xmlns:a="http://schemas.openxmlformats.org/drawingml/2006/main">
            <a:off x="6191250" y="476250"/>
            <a:ext cx="2396490" cy="437197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45501636-2A3F-40AF-A44D-D9DAF0D0508A}"/>
              </a:ext>
            </a:extLst>
          </p:cNvPr>
          <p:cNvSpPr>
            <a:spLocks xmlns:a="http://schemas.openxmlformats.org/drawingml/2006/main" noGrp="1"/>
          </p:cNvSpPr>
          <p:nvPr/>
        </p:nvSpPr>
        <p:spPr>
          <a:xfrm xmlns:a="http://schemas.openxmlformats.org/drawingml/2006/main">
            <a:off x="6498908" y="945833"/>
            <a:ext cx="1773079" cy="3137297"/>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10" name="">
            <a:extLst xmlns:a="http://schemas.openxmlformats.org/drawingml/2006/main">
              <a:ext uri="{FF2B5EF4-FFF2-40B4-BE49-F238E27FC236}">
                <a16:creationId xmlns:a16="http://schemas.microsoft.com/office/drawing/2014/main" id="{1F94DF81-CAE4-4219-AC1B-0EC3CC43C32F}"/>
              </a:ext>
            </a:extLst>
          </p:cNvPr>
          <p:cNvPicPr>
            <a:picLocks xmlns:a="http://schemas.openxmlformats.org/drawingml/2006/main" noChangeAspect="1"/>
          </p:cNvPicPr>
          <p:nvPr/>
        </p:nvPicPr>
        <p:blipFill>
          <a:blip xmlns:r="http://schemas.openxmlformats.org/officeDocument/2006/relationships" xmlns:a="http://schemas.openxmlformats.org/drawingml/2006/main" r:embed="R71b5611b86a342f4"/>
          <a:srcRect xmlns:a="http://schemas.openxmlformats.org/drawingml/2006/main" l="0" t="0" r="0" b="0"/>
          <a:stretch xmlns:a="http://schemas.openxmlformats.org/drawingml/2006/main">
            <a:fillRect l="0" t="0" r="0" b="0"/>
          </a:stretch>
        </p:blipFill>
        <p:spPr>
          <a:xfrm xmlns:a="http://schemas.openxmlformats.org/drawingml/2006/main">
            <a:off x="6498908" y="945833"/>
            <a:ext cx="1773079" cy="3137297"/>
          </a:xfrm>
          <a:prstGeom xmlns:a="http://schemas.openxmlformats.org/drawingml/2006/main" prst="rect">
            <a:avLst/>
          </a:prstGeom>
        </p:spPr>
      </p:pic>
    </p:spTree>
    <p:extLst>
      <p:ext uri="{BB962C8B-B14F-4D97-AF65-F5344CB8AC3E}">
        <p14:creationId xmlns:p14="http://schemas.microsoft.com/office/powerpoint/2010/main" val="279216005"/>
      </p:ext>
    </p:extLst>
  </p:cSld>
</p:sld>
</file>

<file path=ppt/slides/slide15.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13" name="문서 검색과 초안">
            <a:extLst xmlns:a="http://schemas.openxmlformats.org/drawingml/2006/main">
              <a:ext uri="{FF2B5EF4-FFF2-40B4-BE49-F238E27FC236}">
                <a16:creationId xmlns:a16="http://schemas.microsoft.com/office/drawing/2014/main" id="{0299AB32-CBDB-43C2-B58E-C56DBD573EA9}"/>
              </a:ext>
            </a:extLst>
          </p:cNvPr>
          <p:cNvSpPr>
            <a:spLocks xmlns:a="http://schemas.openxmlformats.org/drawingml/2006/main" noGrp="1"/>
          </p:cNvSpPr>
          <p:nvPr/>
        </p:nvSpPr>
        <p:spPr>
          <a:xfrm xmlns:a="http://schemas.openxmlformats.org/drawingml/2006/main">
            <a:off x="504825" y="257175"/>
            <a:ext cx="628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a:solidFill>
                  <a:srgbClr val="687568"/>
                </a:solidFill>
                <a:latin typeface="Pretendard"/>
                <a:ea typeface="Pretendard"/>
                <a:cs typeface="Pretendard"/>
              </a:defRPr>
            </a:defPPr>
          </a:lstStyle>
          <a:p xmlns:a="http://schemas.openxmlformats.org/drawingml/2006/main">
            <a:pPr algn="l">
              <a:defRPr sz="1050">
                <a:solidFill>
                  <a:srgbClr val="687568"/>
                </a:solidFill>
                <a:latin typeface="Pretendard"/>
                <a:ea typeface="Pretendard"/>
                <a:cs typeface="Pretendard"/>
              </a:defRPr>
            </a:pPr>
            <a:r>
              <a:rPr sz="1050">
                <a:solidFill>
                  <a:srgbClr val="687568"/>
                </a:solidFill>
                <a:latin typeface="Pretendard"/>
                <a:ea typeface="Pretendard"/>
                <a:cs typeface="Pretendard"/>
              </a:rPr>
              <a:t>문서 검색과 초안</a:t>
            </a:r>
          </a:p>
        </p:txBody>
      </p:sp>
      <p:sp>
        <p:nvSpPr>
          <p:cNvPr id="2" name="15">
            <a:extLst xmlns:a="http://schemas.openxmlformats.org/drawingml/2006/main">
              <a:ext uri="{FF2B5EF4-FFF2-40B4-BE49-F238E27FC236}">
                <a16:creationId xmlns:a16="http://schemas.microsoft.com/office/drawing/2014/main" id="{1CCED589-E20E-4C34-8EB9-691CE6658E28}"/>
              </a:ext>
            </a:extLst>
          </p:cNvPr>
          <p:cNvSpPr>
            <a:spLocks xmlns:a="http://schemas.openxmlformats.org/drawingml/2006/main" noGrp="1"/>
          </p:cNvSpPr>
          <p:nvPr/>
        </p:nvSpPr>
        <p:spPr>
          <a:xfrm xmlns:a="http://schemas.openxmlformats.org/drawingml/2006/main">
            <a:off x="8534400" y="4781550"/>
            <a:ext cx="295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75" b="0">
                <a:solidFill>
                  <a:srgbClr val="687568"/>
                </a:solidFill>
                <a:latin typeface="Pretendard"/>
                <a:ea typeface="Pretendard"/>
                <a:cs typeface="Pretendard"/>
              </a:defRPr>
            </a:defPPr>
          </a:lstStyle>
          <a:p xmlns:a="http://schemas.openxmlformats.org/drawingml/2006/main">
            <a:pPr algn="r">
              <a:defRPr sz="975" b="0">
                <a:solidFill>
                  <a:srgbClr val="687568"/>
                </a:solidFill>
                <a:latin typeface="Pretendard"/>
                <a:ea typeface="Pretendard"/>
                <a:cs typeface="Pretendard"/>
              </a:defRPr>
            </a:pPr>
            <a:r>
              <a:rPr sz="975" b="0">
                <a:solidFill>
                  <a:srgbClr val="687568"/>
                </a:solidFill>
                <a:latin typeface="Pretendard"/>
                <a:ea typeface="Pretendard"/>
                <a:cs typeface="Pretendard"/>
              </a:rPr>
              <a:t>15</a:t>
            </a:r>
          </a:p>
        </p:txBody>
      </p:sp>
      <p:sp>
        <p:nvSpPr>
          <p:cNvPr id="3" name="지난 회의도, 이번 초안도.">
            <a:extLst xmlns:a="http://schemas.openxmlformats.org/drawingml/2006/main">
              <a:ext uri="{FF2B5EF4-FFF2-40B4-BE49-F238E27FC236}">
                <a16:creationId xmlns:a16="http://schemas.microsoft.com/office/drawing/2014/main" id="{3E535DB4-1CD7-4BE8-A30E-AAEDE5D3F3E2}"/>
              </a:ext>
            </a:extLst>
          </p:cNvPr>
          <p:cNvSpPr>
            <a:spLocks xmlns:a="http://schemas.openxmlformats.org/drawingml/2006/main" noGrp="1"/>
          </p:cNvSpPr>
          <p:nvPr/>
        </p:nvSpPr>
        <p:spPr>
          <a:xfrm xmlns:a="http://schemas.openxmlformats.org/drawingml/2006/main">
            <a:off x="485775" y="647700"/>
            <a:ext cx="83343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75" b="1">
                <a:solidFill>
                  <a:srgbClr val="183E35"/>
                </a:solidFill>
                <a:latin typeface="Pretendard"/>
                <a:ea typeface="Pretendard"/>
                <a:cs typeface="Pretendard"/>
              </a:defRPr>
            </a:defPPr>
          </a:lstStyle>
          <a:p xmlns:a="http://schemas.openxmlformats.org/drawingml/2006/main">
            <a:pPr algn="l">
              <a:defRPr sz="3675" b="1">
                <a:solidFill>
                  <a:srgbClr val="183E35"/>
                </a:solidFill>
                <a:latin typeface="Pretendard"/>
                <a:ea typeface="Pretendard"/>
                <a:cs typeface="Pretendard"/>
              </a:defRPr>
            </a:pPr>
            <a:r>
              <a:rPr sz="3675" b="1">
                <a:solidFill>
                  <a:srgbClr val="183E35"/>
                </a:solidFill>
                <a:latin typeface="Pretendard"/>
                <a:ea typeface="Pretendard"/>
                <a:cs typeface="Pretendard"/>
              </a:rPr>
              <a:t>지난 회의도, 이번 초안도.</a:t>
            </a:r>
          </a:p>
        </p:txBody>
      </p:sp>
      <p:pic>
        <p:nvPicPr>
          <p:cNvPr id="4" name="">
            <a:extLst xmlns:a="http://schemas.openxmlformats.org/drawingml/2006/main">
              <a:ext uri="{FF2B5EF4-FFF2-40B4-BE49-F238E27FC236}">
                <a16:creationId xmlns:a16="http://schemas.microsoft.com/office/drawing/2014/main" id="{D40DFC33-953A-4FDB-BD9B-EAFCEC05E205}"/>
              </a:ext>
            </a:extLst>
          </p:cNvPr>
          <p:cNvPicPr>
            <a:picLocks xmlns:a="http://schemas.openxmlformats.org/drawingml/2006/main" noChangeAspect="1"/>
          </p:cNvPicPr>
          <p:nvPr/>
        </p:nvPicPr>
        <p:blipFill>
          <a:blip xmlns:r="http://schemas.openxmlformats.org/officeDocument/2006/relationships" xmlns:a="http://schemas.openxmlformats.org/drawingml/2006/main" r:embed="R935235f9cf8c426e"/>
          <a:stretch xmlns:a="http://schemas.openxmlformats.org/drawingml/2006/main"/>
        </p:blipFill>
        <p:spPr>
          <a:xfrm xmlns:a="http://schemas.openxmlformats.org/drawingml/2006/main">
            <a:off x="247650" y="1543050"/>
            <a:ext cx="5543550" cy="2960908"/>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EB2335F2-6D4B-4F8D-A012-44EF3AC9D137}"/>
              </a:ext>
            </a:extLst>
          </p:cNvPr>
          <p:cNvSpPr>
            <a:spLocks xmlns:a="http://schemas.openxmlformats.org/drawingml/2006/main" noGrp="1"/>
          </p:cNvSpPr>
          <p:nvPr/>
        </p:nvSpPr>
        <p:spPr>
          <a:xfrm xmlns:a="http://schemas.openxmlformats.org/drawingml/2006/main">
            <a:off x="1238967" y="1786531"/>
            <a:ext cx="3560916" cy="2234812"/>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6" name="">
            <a:extLst xmlns:a="http://schemas.openxmlformats.org/drawingml/2006/main">
              <a:ext uri="{FF2B5EF4-FFF2-40B4-BE49-F238E27FC236}">
                <a16:creationId xmlns:a16="http://schemas.microsoft.com/office/drawing/2014/main" id="{7327CE15-FC5C-476D-AE49-DABF552E907E}"/>
              </a:ext>
            </a:extLst>
          </p:cNvPr>
          <p:cNvPicPr>
            <a:picLocks xmlns:a="http://schemas.openxmlformats.org/drawingml/2006/main" noChangeAspect="1"/>
          </p:cNvPicPr>
          <p:nvPr/>
        </p:nvPicPr>
        <p:blipFill>
          <a:blip xmlns:r="http://schemas.openxmlformats.org/officeDocument/2006/relationships" xmlns:a="http://schemas.openxmlformats.org/drawingml/2006/main" r:embed="Racdc26f7db3b49ef"/>
          <a:srcRect xmlns:a="http://schemas.openxmlformats.org/drawingml/2006/main" l="0" t="0" r="0" b="0"/>
          <a:stretch xmlns:a="http://schemas.openxmlformats.org/drawingml/2006/main">
            <a:fillRect l="0" t="0" r="0" b="0"/>
          </a:stretch>
        </p:blipFill>
        <p:spPr>
          <a:xfrm xmlns:a="http://schemas.openxmlformats.org/drawingml/2006/main">
            <a:off x="1238967" y="1786531"/>
            <a:ext cx="3560916" cy="2234812"/>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7AC6ECD9-15E5-4205-8FA5-0E5E0C94CDD7}"/>
              </a:ext>
            </a:extLst>
          </p:cNvPr>
          <p:cNvPicPr>
            <a:picLocks xmlns:a="http://schemas.openxmlformats.org/drawingml/2006/main" noChangeAspect="1"/>
          </p:cNvPicPr>
          <p:nvPr/>
        </p:nvPicPr>
        <p:blipFill>
          <a:blip xmlns:r="http://schemas.openxmlformats.org/officeDocument/2006/relationships" xmlns:a="http://schemas.openxmlformats.org/drawingml/2006/main" r:embed="R17379664a5394c88"/>
          <a:stretch xmlns:a="http://schemas.openxmlformats.org/drawingml/2006/main"/>
        </p:blipFill>
        <p:spPr>
          <a:xfrm xmlns:a="http://schemas.openxmlformats.org/drawingml/2006/main">
            <a:off x="5867400" y="2057400"/>
            <a:ext cx="266700" cy="266700"/>
          </a:xfrm>
          <a:prstGeom xmlns:a="http://schemas.openxmlformats.org/drawingml/2006/main" prst="rect">
            <a:avLst/>
          </a:prstGeom>
        </p:spPr>
      </p:pic>
      <p:sp>
        <p:nvSpPr>
          <p:cNvPr id="8" name="필요한 원문을 바로 찾고">
            <a:extLst xmlns:a="http://schemas.openxmlformats.org/drawingml/2006/main">
              <a:ext uri="{FF2B5EF4-FFF2-40B4-BE49-F238E27FC236}">
                <a16:creationId xmlns:a16="http://schemas.microsoft.com/office/drawing/2014/main" id="{95FF4490-80F4-4C7C-8481-2907A0989C63}"/>
              </a:ext>
            </a:extLst>
          </p:cNvPr>
          <p:cNvSpPr>
            <a:spLocks xmlns:a="http://schemas.openxmlformats.org/drawingml/2006/main" noGrp="1"/>
          </p:cNvSpPr>
          <p:nvPr/>
        </p:nvSpPr>
        <p:spPr>
          <a:xfrm xmlns:a="http://schemas.openxmlformats.org/drawingml/2006/main">
            <a:off x="6276975" y="2028825"/>
            <a:ext cx="26574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1">
                <a:solidFill>
                  <a:srgbClr val="567D89"/>
                </a:solidFill>
                <a:latin typeface="Pretendard"/>
                <a:ea typeface="Pretendard"/>
                <a:cs typeface="Pretendard"/>
              </a:defRPr>
            </a:defPPr>
          </a:lstStyle>
          <a:p xmlns:a="http://schemas.openxmlformats.org/drawingml/2006/main">
            <a:pPr algn="l">
              <a:defRPr sz="1575" b="1">
                <a:solidFill>
                  <a:srgbClr val="567D89"/>
                </a:solidFill>
                <a:latin typeface="Pretendard"/>
                <a:ea typeface="Pretendard"/>
                <a:cs typeface="Pretendard"/>
              </a:defRPr>
            </a:pPr>
            <a:r>
              <a:rPr sz="1575" b="1">
                <a:solidFill>
                  <a:srgbClr val="567D89"/>
                </a:solidFill>
                <a:latin typeface="Pretendard"/>
                <a:ea typeface="Pretendard"/>
                <a:cs typeface="Pretendard"/>
              </a:rPr>
              <a:t>필요한 원문을 바로 찾고</a:t>
            </a:r>
          </a:p>
        </p:txBody>
      </p:sp>
      <p:pic>
        <p:nvPicPr>
          <p:cNvPr id="9" name="">
            <a:extLst xmlns:a="http://schemas.openxmlformats.org/drawingml/2006/main">
              <a:ext uri="{FF2B5EF4-FFF2-40B4-BE49-F238E27FC236}">
                <a16:creationId xmlns:a16="http://schemas.microsoft.com/office/drawing/2014/main" id="{C9B4B095-1B6A-4BFB-A153-3937C5B24A03}"/>
              </a:ext>
            </a:extLst>
          </p:cNvPr>
          <p:cNvPicPr>
            <a:picLocks xmlns:a="http://schemas.openxmlformats.org/drawingml/2006/main" noChangeAspect="1"/>
          </p:cNvPicPr>
          <p:nvPr/>
        </p:nvPicPr>
        <p:blipFill>
          <a:blip xmlns:r="http://schemas.openxmlformats.org/officeDocument/2006/relationships" xmlns:a="http://schemas.openxmlformats.org/drawingml/2006/main" r:embed="R622575063ea74dc0"/>
          <a:stretch xmlns:a="http://schemas.openxmlformats.org/drawingml/2006/main"/>
        </p:blipFill>
        <p:spPr>
          <a:xfrm xmlns:a="http://schemas.openxmlformats.org/drawingml/2006/main">
            <a:off x="5867400" y="2819400"/>
            <a:ext cx="266700" cy="266700"/>
          </a:xfrm>
          <a:prstGeom xmlns:a="http://schemas.openxmlformats.org/drawingml/2006/main" prst="rect">
            <a:avLst/>
          </a:prstGeom>
        </p:spPr>
      </p:pic>
      <p:sp>
        <p:nvSpPr>
          <p:cNvPr id="10" name="바뀐 내용은 버전으로 남기고">
            <a:extLst xmlns:a="http://schemas.openxmlformats.org/drawingml/2006/main">
              <a:ext uri="{FF2B5EF4-FFF2-40B4-BE49-F238E27FC236}">
                <a16:creationId xmlns:a16="http://schemas.microsoft.com/office/drawing/2014/main" id="{9C7ACD61-CA28-4084-BFB7-69145C1B9A62}"/>
              </a:ext>
            </a:extLst>
          </p:cNvPr>
          <p:cNvSpPr>
            <a:spLocks xmlns:a="http://schemas.openxmlformats.org/drawingml/2006/main" noGrp="1"/>
          </p:cNvSpPr>
          <p:nvPr/>
        </p:nvSpPr>
        <p:spPr>
          <a:xfrm xmlns:a="http://schemas.openxmlformats.org/drawingml/2006/main">
            <a:off x="6276975" y="2790825"/>
            <a:ext cx="26574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1">
                <a:solidFill>
                  <a:srgbClr val="567D89"/>
                </a:solidFill>
                <a:latin typeface="Pretendard"/>
                <a:ea typeface="Pretendard"/>
                <a:cs typeface="Pretendard"/>
              </a:defRPr>
            </a:defPPr>
          </a:lstStyle>
          <a:p xmlns:a="http://schemas.openxmlformats.org/drawingml/2006/main">
            <a:pPr algn="l">
              <a:defRPr sz="1500" b="1">
                <a:solidFill>
                  <a:srgbClr val="567D89"/>
                </a:solidFill>
                <a:latin typeface="Pretendard"/>
                <a:ea typeface="Pretendard"/>
                <a:cs typeface="Pretendard"/>
              </a:defRPr>
            </a:pPr>
            <a:r>
              <a:rPr sz="1500" b="1">
                <a:solidFill>
                  <a:srgbClr val="567D89"/>
                </a:solidFill>
                <a:latin typeface="Pretendard"/>
                <a:ea typeface="Pretendard"/>
                <a:cs typeface="Pretendard"/>
              </a:rPr>
              <a:t>바뀐 내용은 버전으로 남기고</a:t>
            </a:r>
          </a:p>
        </p:txBody>
      </p:sp>
      <p:pic>
        <p:nvPicPr>
          <p:cNvPr id="11" name="">
            <a:extLst xmlns:a="http://schemas.openxmlformats.org/drawingml/2006/main">
              <a:ext uri="{FF2B5EF4-FFF2-40B4-BE49-F238E27FC236}">
                <a16:creationId xmlns:a16="http://schemas.microsoft.com/office/drawing/2014/main" id="{BA43D57F-7C6A-4B85-8211-B816E7276C07}"/>
              </a:ext>
            </a:extLst>
          </p:cNvPr>
          <p:cNvPicPr>
            <a:picLocks xmlns:a="http://schemas.openxmlformats.org/drawingml/2006/main" noChangeAspect="1"/>
          </p:cNvPicPr>
          <p:nvPr/>
        </p:nvPicPr>
        <p:blipFill>
          <a:blip xmlns:r="http://schemas.openxmlformats.org/officeDocument/2006/relationships" xmlns:a="http://schemas.openxmlformats.org/drawingml/2006/main" r:embed="Red32cdeb14624620"/>
          <a:stretch xmlns:a="http://schemas.openxmlformats.org/drawingml/2006/main"/>
        </p:blipFill>
        <p:spPr>
          <a:xfrm xmlns:a="http://schemas.openxmlformats.org/drawingml/2006/main">
            <a:off x="5867400" y="3581400"/>
            <a:ext cx="266700" cy="266700"/>
          </a:xfrm>
          <a:prstGeom xmlns:a="http://schemas.openxmlformats.org/drawingml/2006/main" prst="rect">
            <a:avLst/>
          </a:prstGeom>
        </p:spPr>
      </p:pic>
      <p:sp>
        <p:nvSpPr>
          <p:cNvPr id="12" name="이번 초안은 근거와 함께">
            <a:extLst xmlns:a="http://schemas.openxmlformats.org/drawingml/2006/main">
              <a:ext uri="{FF2B5EF4-FFF2-40B4-BE49-F238E27FC236}">
                <a16:creationId xmlns:a16="http://schemas.microsoft.com/office/drawing/2014/main" id="{7742A907-061B-4D02-ACDD-612300EBBA60}"/>
              </a:ext>
            </a:extLst>
          </p:cNvPr>
          <p:cNvSpPr>
            <a:spLocks xmlns:a="http://schemas.openxmlformats.org/drawingml/2006/main" noGrp="1"/>
          </p:cNvSpPr>
          <p:nvPr/>
        </p:nvSpPr>
        <p:spPr>
          <a:xfrm xmlns:a="http://schemas.openxmlformats.org/drawingml/2006/main">
            <a:off x="6276975" y="3552825"/>
            <a:ext cx="26574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1">
                <a:solidFill>
                  <a:srgbClr val="567D89"/>
                </a:solidFill>
                <a:latin typeface="Pretendard"/>
                <a:ea typeface="Pretendard"/>
                <a:cs typeface="Pretendard"/>
              </a:defRPr>
            </a:defPPr>
          </a:lstStyle>
          <a:p xmlns:a="http://schemas.openxmlformats.org/drawingml/2006/main">
            <a:pPr algn="l">
              <a:defRPr sz="1575" b="1">
                <a:solidFill>
                  <a:srgbClr val="567D89"/>
                </a:solidFill>
                <a:latin typeface="Pretendard"/>
                <a:ea typeface="Pretendard"/>
                <a:cs typeface="Pretendard"/>
              </a:defRPr>
            </a:pPr>
            <a:r>
              <a:rPr sz="1575" b="1">
                <a:solidFill>
                  <a:srgbClr val="567D89"/>
                </a:solidFill>
                <a:latin typeface="Pretendard"/>
                <a:ea typeface="Pretendard"/>
                <a:cs typeface="Pretendard"/>
              </a:rPr>
              <a:t>이번 초안은 근거와 함께</a:t>
            </a:r>
          </a:p>
        </p:txBody>
      </p:sp>
    </p:spTree>
    <p:extLst>
      <p:ext uri="{BB962C8B-B14F-4D97-AF65-F5344CB8AC3E}">
        <p14:creationId xmlns:p14="http://schemas.microsoft.com/office/powerpoint/2010/main" val="505829170"/>
      </p:ext>
    </p:extLst>
  </p:cSld>
</p:sld>
</file>

<file path=ppt/slides/slide16.xml><?xml version="1.0" encoding="utf-8"?>
<p:sld xmlns:p="http://schemas.openxmlformats.org/presentationml/2006/main">
  <p:cSld>
    <p:bg>
      <p:bgPr>
        <a:solidFill xmlns:a="http://schemas.openxmlformats.org/drawingml/2006/main">
          <a:srgbClr val="E2ECEE"/>
        </a:solidFill>
      </p:bgPr>
    </p:bg>
    <p:spTree>
      <p:nvGrpSpPr>
        <p:cNvPr id="1" name=""/>
        <p:cNvGrpSpPr/>
        <p:nvPr/>
      </p:nvGrpSpPr>
      <p:grpSpPr>
        <a:xfrm xmlns:a="http://schemas.openxmlformats.org/drawingml/2006/main"/>
      </p:grpSpPr>
      <p:sp>
        <p:nvSpPr>
          <p:cNvPr id="9" name="총회와 동의">
            <a:extLst xmlns:a="http://schemas.openxmlformats.org/drawingml/2006/main">
              <a:ext uri="{FF2B5EF4-FFF2-40B4-BE49-F238E27FC236}">
                <a16:creationId xmlns:a16="http://schemas.microsoft.com/office/drawing/2014/main" id="{B6E552CB-8552-4E6C-A12A-702C68E03C29}"/>
              </a:ext>
            </a:extLst>
          </p:cNvPr>
          <p:cNvSpPr>
            <a:spLocks xmlns:a="http://schemas.openxmlformats.org/drawingml/2006/main" noGrp="1"/>
          </p:cNvSpPr>
          <p:nvPr/>
        </p:nvSpPr>
        <p:spPr>
          <a:xfrm xmlns:a="http://schemas.openxmlformats.org/drawingml/2006/main">
            <a:off x="504825" y="257175"/>
            <a:ext cx="628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a:solidFill>
                  <a:srgbClr val="687568"/>
                </a:solidFill>
                <a:latin typeface="Pretendard"/>
                <a:ea typeface="Pretendard"/>
                <a:cs typeface="Pretendard"/>
              </a:defRPr>
            </a:defPPr>
          </a:lstStyle>
          <a:p xmlns:a="http://schemas.openxmlformats.org/drawingml/2006/main">
            <a:pPr algn="l">
              <a:defRPr sz="1050">
                <a:solidFill>
                  <a:srgbClr val="687568"/>
                </a:solidFill>
                <a:latin typeface="Pretendard"/>
                <a:ea typeface="Pretendard"/>
                <a:cs typeface="Pretendard"/>
              </a:defRPr>
            </a:pPr>
            <a:r>
              <a:rPr sz="1050">
                <a:solidFill>
                  <a:srgbClr val="687568"/>
                </a:solidFill>
                <a:latin typeface="Pretendard"/>
                <a:ea typeface="Pretendard"/>
                <a:cs typeface="Pretendard"/>
              </a:rPr>
              <a:t>총회와 동의</a:t>
            </a:r>
          </a:p>
        </p:txBody>
      </p:sp>
      <p:sp>
        <p:nvSpPr>
          <p:cNvPr id="2" name="16">
            <a:extLst xmlns:a="http://schemas.openxmlformats.org/drawingml/2006/main">
              <a:ext uri="{FF2B5EF4-FFF2-40B4-BE49-F238E27FC236}">
                <a16:creationId xmlns:a16="http://schemas.microsoft.com/office/drawing/2014/main" id="{771781E4-CC26-41DB-AF31-8958E5C4E142}"/>
              </a:ext>
            </a:extLst>
          </p:cNvPr>
          <p:cNvSpPr>
            <a:spLocks xmlns:a="http://schemas.openxmlformats.org/drawingml/2006/main" noGrp="1"/>
          </p:cNvSpPr>
          <p:nvPr/>
        </p:nvSpPr>
        <p:spPr>
          <a:xfrm xmlns:a="http://schemas.openxmlformats.org/drawingml/2006/main">
            <a:off x="8534400" y="4781550"/>
            <a:ext cx="295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75" b="0">
                <a:solidFill>
                  <a:srgbClr val="687568"/>
                </a:solidFill>
                <a:latin typeface="Pretendard"/>
                <a:ea typeface="Pretendard"/>
                <a:cs typeface="Pretendard"/>
              </a:defRPr>
            </a:defPPr>
          </a:lstStyle>
          <a:p xmlns:a="http://schemas.openxmlformats.org/drawingml/2006/main">
            <a:pPr algn="r">
              <a:defRPr sz="975" b="0">
                <a:solidFill>
                  <a:srgbClr val="687568"/>
                </a:solidFill>
                <a:latin typeface="Pretendard"/>
                <a:ea typeface="Pretendard"/>
                <a:cs typeface="Pretendard"/>
              </a:defRPr>
            </a:pPr>
            <a:r>
              <a:rPr sz="975" b="0">
                <a:solidFill>
                  <a:srgbClr val="687568"/>
                </a:solidFill>
                <a:latin typeface="Pretendard"/>
                <a:ea typeface="Pretendard"/>
                <a:cs typeface="Pretendard"/>
              </a:rPr>
              <a:t>16</a:t>
            </a:r>
          </a:p>
        </p:txBody>
      </p:sp>
      <p:pic>
        <p:nvPicPr>
          <p:cNvPr id="3" name="">
            <a:extLst xmlns:a="http://schemas.openxmlformats.org/drawingml/2006/main">
              <a:ext uri="{FF2B5EF4-FFF2-40B4-BE49-F238E27FC236}">
                <a16:creationId xmlns:a16="http://schemas.microsoft.com/office/drawing/2014/main" id="{087DAA02-8768-4AA4-A5F0-4B38761DCFE8}"/>
              </a:ext>
            </a:extLst>
          </p:cNvPr>
          <p:cNvPicPr>
            <a:picLocks xmlns:a="http://schemas.openxmlformats.org/drawingml/2006/main" noChangeAspect="1"/>
          </p:cNvPicPr>
          <p:nvPr/>
        </p:nvPicPr>
        <p:blipFill>
          <a:blip xmlns:r="http://schemas.openxmlformats.org/officeDocument/2006/relationships" xmlns:a="http://schemas.openxmlformats.org/drawingml/2006/main" r:embed="R733842b0a60c4cd5"/>
          <a:stretch xmlns:a="http://schemas.openxmlformats.org/drawingml/2006/main"/>
        </p:blipFill>
        <p:spPr>
          <a:xfrm xmlns:a="http://schemas.openxmlformats.org/drawingml/2006/main">
            <a:off x="514350" y="609600"/>
            <a:ext cx="2344279" cy="42767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383C36E-03E4-4225-87DB-3A5A3F22761E}"/>
              </a:ext>
            </a:extLst>
          </p:cNvPr>
          <p:cNvSpPr>
            <a:spLocks xmlns:a="http://schemas.openxmlformats.org/drawingml/2006/main" noGrp="1"/>
          </p:cNvSpPr>
          <p:nvPr/>
        </p:nvSpPr>
        <p:spPr>
          <a:xfrm xmlns:a="http://schemas.openxmlformats.org/drawingml/2006/main">
            <a:off x="815305" y="1068952"/>
            <a:ext cx="1734450" cy="3068946"/>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1442513A-B940-4287-8259-FD5FF8FE9C50}"/>
              </a:ext>
            </a:extLst>
          </p:cNvPr>
          <p:cNvPicPr>
            <a:picLocks xmlns:a="http://schemas.openxmlformats.org/drawingml/2006/main" noChangeAspect="1"/>
          </p:cNvPicPr>
          <p:nvPr/>
        </p:nvPicPr>
        <p:blipFill>
          <a:blip xmlns:r="http://schemas.openxmlformats.org/officeDocument/2006/relationships" xmlns:a="http://schemas.openxmlformats.org/drawingml/2006/main" r:embed="Rf51d3efa6d324b7c"/>
          <a:srcRect xmlns:a="http://schemas.openxmlformats.org/drawingml/2006/main" l="0" t="0" r="0" b="0"/>
          <a:stretch xmlns:a="http://schemas.openxmlformats.org/drawingml/2006/main">
            <a:fillRect l="0" t="0" r="0" b="0"/>
          </a:stretch>
        </p:blipFill>
        <p:spPr>
          <a:xfrm xmlns:a="http://schemas.openxmlformats.org/drawingml/2006/main">
            <a:off x="815305" y="1068952"/>
            <a:ext cx="1734450" cy="3068946"/>
          </a:xfrm>
          <a:prstGeom xmlns:a="http://schemas.openxmlformats.org/drawingml/2006/main" prst="rect">
            <a:avLst/>
          </a:prstGeom>
        </p:spPr>
      </p:pic>
      <p:sp>
        <p:nvSpPr>
          <p:cNvPr id="6" name="누가, 어떤 안건에 동의했는지.">
            <a:extLst xmlns:a="http://schemas.openxmlformats.org/drawingml/2006/main">
              <a:ext uri="{FF2B5EF4-FFF2-40B4-BE49-F238E27FC236}">
                <a16:creationId xmlns:a16="http://schemas.microsoft.com/office/drawing/2014/main" id="{5FDAB800-0A86-4B10-9742-1A68F8B464A4}"/>
              </a:ext>
            </a:extLst>
          </p:cNvPr>
          <p:cNvSpPr>
            <a:spLocks xmlns:a="http://schemas.openxmlformats.org/drawingml/2006/main" noGrp="1"/>
          </p:cNvSpPr>
          <p:nvPr/>
        </p:nvSpPr>
        <p:spPr>
          <a:xfrm xmlns:a="http://schemas.openxmlformats.org/drawingml/2006/main">
            <a:off x="3495675" y="1000125"/>
            <a:ext cx="5334000" cy="2371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275" b="1">
                <a:solidFill>
                  <a:srgbClr val="183E35"/>
                </a:solidFill>
                <a:latin typeface="Pretendard"/>
                <a:ea typeface="Pretendard"/>
                <a:cs typeface="Pretendard"/>
              </a:defRPr>
            </a:defPPr>
          </a:lstStyle>
          <a:p xmlns:a="http://schemas.openxmlformats.org/drawingml/2006/main">
            <a:pPr algn="l">
              <a:defRPr sz="4275" b="1">
                <a:solidFill>
                  <a:srgbClr val="183E35"/>
                </a:solidFill>
                <a:latin typeface="Pretendard"/>
                <a:ea typeface="Pretendard"/>
                <a:cs typeface="Pretendard"/>
              </a:defRPr>
            </a:pPr>
            <a:r>
              <a:rPr sz="4275" b="1">
                <a:solidFill>
                  <a:srgbClr val="183E35"/>
                </a:solidFill>
                <a:latin typeface="Pretendard"/>
                <a:ea typeface="Pretendard"/>
                <a:cs typeface="Pretendard"/>
              </a:rPr>
              <a:t>누가,</a:t>
            </a:r>
          </a:p>
          <a:p xmlns:a="http://schemas.openxmlformats.org/drawingml/2006/main">
            <a:pPr algn="l">
              <a:defRPr sz="4275" b="1">
                <a:solidFill>
                  <a:srgbClr val="183E35"/>
                </a:solidFill>
                <a:latin typeface="Pretendard"/>
                <a:ea typeface="Pretendard"/>
                <a:cs typeface="Pretendard"/>
              </a:defRPr>
            </a:pPr>
            <a:r>
              <a:rPr sz="4275" b="1">
                <a:solidFill>
                  <a:srgbClr val="183E35"/>
                </a:solidFill>
                <a:latin typeface="Pretendard"/>
                <a:ea typeface="Pretendard"/>
                <a:cs typeface="Pretendard"/>
              </a:rPr>
              <a:t>어떤 안건에</a:t>
            </a:r>
          </a:p>
          <a:p xmlns:a="http://schemas.openxmlformats.org/drawingml/2006/main">
            <a:pPr algn="l">
              <a:defRPr sz="4275" b="1">
                <a:solidFill>
                  <a:srgbClr val="183E35"/>
                </a:solidFill>
                <a:latin typeface="Pretendard"/>
                <a:ea typeface="Pretendard"/>
                <a:cs typeface="Pretendard"/>
              </a:defRPr>
            </a:pPr>
            <a:r>
              <a:rPr sz="4275" b="1">
                <a:solidFill>
                  <a:srgbClr val="183E35"/>
                </a:solidFill>
                <a:latin typeface="Pretendard"/>
                <a:ea typeface="Pretendard"/>
                <a:cs typeface="Pretendard"/>
              </a:rPr>
              <a:t>동의했는지.</a:t>
            </a:r>
          </a:p>
        </p:txBody>
      </p:sp>
      <p:pic>
        <p:nvPicPr>
          <p:cNvPr id="7" name="">
            <a:extLst xmlns:a="http://schemas.openxmlformats.org/drawingml/2006/main">
              <a:ext uri="{FF2B5EF4-FFF2-40B4-BE49-F238E27FC236}">
                <a16:creationId xmlns:a16="http://schemas.microsoft.com/office/drawing/2014/main" id="{0009A44B-C024-4968-874B-D027387D0868}"/>
              </a:ext>
            </a:extLst>
          </p:cNvPr>
          <p:cNvPicPr>
            <a:picLocks xmlns:a="http://schemas.openxmlformats.org/drawingml/2006/main" noChangeAspect="1"/>
          </p:cNvPicPr>
          <p:nvPr/>
        </p:nvPicPr>
        <p:blipFill>
          <a:blip xmlns:r="http://schemas.openxmlformats.org/officeDocument/2006/relationships" xmlns:a="http://schemas.openxmlformats.org/drawingml/2006/main" r:embed="Re091f7d72bfc4c4c"/>
          <a:stretch xmlns:a="http://schemas.openxmlformats.org/drawingml/2006/main"/>
        </p:blipFill>
        <p:spPr>
          <a:xfrm xmlns:a="http://schemas.openxmlformats.org/drawingml/2006/main">
            <a:off x="3581400" y="3867150"/>
            <a:ext cx="266700" cy="266700"/>
          </a:xfrm>
          <a:prstGeom xmlns:a="http://schemas.openxmlformats.org/drawingml/2006/main" prst="rect">
            <a:avLst/>
          </a:prstGeom>
        </p:spPr>
      </p:pic>
      <p:sp>
        <p:nvSpPr>
          <p:cNvPr id="8" name="모든 종중원의 동의가 필요하니까!">
            <a:extLst xmlns:a="http://schemas.openxmlformats.org/drawingml/2006/main">
              <a:ext uri="{FF2B5EF4-FFF2-40B4-BE49-F238E27FC236}">
                <a16:creationId xmlns:a16="http://schemas.microsoft.com/office/drawing/2014/main" id="{24EF6B1A-86AF-4C9F-909B-1245BAB20E2A}"/>
              </a:ext>
            </a:extLst>
          </p:cNvPr>
          <p:cNvSpPr>
            <a:spLocks xmlns:a="http://schemas.openxmlformats.org/drawingml/2006/main" noGrp="1"/>
          </p:cNvSpPr>
          <p:nvPr/>
        </p:nvSpPr>
        <p:spPr>
          <a:xfrm xmlns:a="http://schemas.openxmlformats.org/drawingml/2006/main">
            <a:off x="3990975" y="3838575"/>
            <a:ext cx="4810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1">
                <a:solidFill>
                  <a:srgbClr val="567D89"/>
                </a:solidFill>
                <a:latin typeface="Pretendard"/>
                <a:ea typeface="Pretendard"/>
                <a:cs typeface="Pretendard"/>
              </a:defRPr>
            </a:defPPr>
          </a:lstStyle>
          <a:p xmlns:a="http://schemas.openxmlformats.org/drawingml/2006/main">
            <a:pPr algn="l">
              <a:defRPr sz="1800" b="1">
                <a:solidFill>
                  <a:srgbClr val="567D89"/>
                </a:solidFill>
                <a:latin typeface="Pretendard"/>
                <a:ea typeface="Pretendard"/>
                <a:cs typeface="Pretendard"/>
              </a:defRPr>
            </a:pPr>
            <a:r>
              <a:rPr sz="1800" b="1">
                <a:solidFill>
                  <a:srgbClr val="567D89"/>
                </a:solidFill>
                <a:latin typeface="Pretendard"/>
                <a:ea typeface="Pretendard"/>
                <a:cs typeface="Pretendard"/>
              </a:rPr>
              <a:t>모든 종중원의 동의가 필요하니까!</a:t>
            </a:r>
          </a:p>
        </p:txBody>
      </p:sp>
    </p:spTree>
    <p:extLst>
      <p:ext uri="{BB962C8B-B14F-4D97-AF65-F5344CB8AC3E}">
        <p14:creationId xmlns:p14="http://schemas.microsoft.com/office/powerpoint/2010/main" val="1900164526"/>
      </p:ext>
    </p:extLst>
  </p:cSld>
</p:sld>
</file>

<file path=ppt/slides/slide17.xml><?xml version="1.0" encoding="utf-8"?>
<p:sld xmlns:p="http://schemas.openxmlformats.org/presentationml/2006/main">
  <p:cSld>
    <p:bg>
      <p:bgPr>
        <a:solidFill xmlns:a="http://schemas.openxmlformats.org/drawingml/2006/main">
          <a:srgbClr val="E2ECEE"/>
        </a:solidFill>
      </p:bgPr>
    </p:bg>
    <p:spTree>
      <p:nvGrpSpPr>
        <p:cNvPr id="1" name=""/>
        <p:cNvGrpSpPr/>
        <p:nvPr/>
      </p:nvGrpSpPr>
      <p:grpSpPr>
        <a:xfrm xmlns:a="http://schemas.openxmlformats.org/drawingml/2006/main"/>
      </p:grpSpPr>
      <p:sp>
        <p:nvSpPr>
          <p:cNvPr id="11" name="재산과 등기">
            <a:extLst xmlns:a="http://schemas.openxmlformats.org/drawingml/2006/main">
              <a:ext uri="{FF2B5EF4-FFF2-40B4-BE49-F238E27FC236}">
                <a16:creationId xmlns:a16="http://schemas.microsoft.com/office/drawing/2014/main" id="{F5F2F93C-D90E-4781-A45B-B14D44502D4D}"/>
              </a:ext>
            </a:extLst>
          </p:cNvPr>
          <p:cNvSpPr>
            <a:spLocks xmlns:a="http://schemas.openxmlformats.org/drawingml/2006/main" noGrp="1"/>
          </p:cNvSpPr>
          <p:nvPr/>
        </p:nvSpPr>
        <p:spPr>
          <a:xfrm xmlns:a="http://schemas.openxmlformats.org/drawingml/2006/main">
            <a:off x="504825" y="257175"/>
            <a:ext cx="628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a:solidFill>
                  <a:srgbClr val="687568"/>
                </a:solidFill>
                <a:latin typeface="Pretendard"/>
                <a:ea typeface="Pretendard"/>
                <a:cs typeface="Pretendard"/>
              </a:defRPr>
            </a:defPPr>
          </a:lstStyle>
          <a:p xmlns:a="http://schemas.openxmlformats.org/drawingml/2006/main">
            <a:pPr algn="l">
              <a:defRPr sz="1050">
                <a:solidFill>
                  <a:srgbClr val="687568"/>
                </a:solidFill>
                <a:latin typeface="Pretendard"/>
                <a:ea typeface="Pretendard"/>
                <a:cs typeface="Pretendard"/>
              </a:defRPr>
            </a:pPr>
            <a:r>
              <a:rPr sz="1050">
                <a:solidFill>
                  <a:srgbClr val="687568"/>
                </a:solidFill>
                <a:latin typeface="Pretendard"/>
                <a:ea typeface="Pretendard"/>
                <a:cs typeface="Pretendard"/>
              </a:rPr>
              <a:t>재산과 등기</a:t>
            </a:r>
          </a:p>
        </p:txBody>
      </p:sp>
      <p:sp>
        <p:nvSpPr>
          <p:cNvPr id="2" name="17">
            <a:extLst xmlns:a="http://schemas.openxmlformats.org/drawingml/2006/main">
              <a:ext uri="{FF2B5EF4-FFF2-40B4-BE49-F238E27FC236}">
                <a16:creationId xmlns:a16="http://schemas.microsoft.com/office/drawing/2014/main" id="{48D41BBD-FAD2-4B8E-BB03-85F034D07871}"/>
              </a:ext>
            </a:extLst>
          </p:cNvPr>
          <p:cNvSpPr>
            <a:spLocks xmlns:a="http://schemas.openxmlformats.org/drawingml/2006/main" noGrp="1"/>
          </p:cNvSpPr>
          <p:nvPr/>
        </p:nvSpPr>
        <p:spPr>
          <a:xfrm xmlns:a="http://schemas.openxmlformats.org/drawingml/2006/main">
            <a:off x="8534400" y="4781550"/>
            <a:ext cx="295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75" b="0">
                <a:solidFill>
                  <a:srgbClr val="687568"/>
                </a:solidFill>
                <a:latin typeface="Pretendard"/>
                <a:ea typeface="Pretendard"/>
                <a:cs typeface="Pretendard"/>
              </a:defRPr>
            </a:defPPr>
          </a:lstStyle>
          <a:p xmlns:a="http://schemas.openxmlformats.org/drawingml/2006/main">
            <a:pPr algn="r">
              <a:defRPr sz="975" b="0">
                <a:solidFill>
                  <a:srgbClr val="687568"/>
                </a:solidFill>
                <a:latin typeface="Pretendard"/>
                <a:ea typeface="Pretendard"/>
                <a:cs typeface="Pretendard"/>
              </a:defRPr>
            </a:pPr>
            <a:r>
              <a:rPr sz="975" b="0">
                <a:solidFill>
                  <a:srgbClr val="687568"/>
                </a:solidFill>
                <a:latin typeface="Pretendard"/>
                <a:ea typeface="Pretendard"/>
                <a:cs typeface="Pretendard"/>
              </a:rPr>
              <a:t>17</a:t>
            </a:r>
          </a:p>
        </p:txBody>
      </p:sp>
      <p:sp>
        <p:nvSpPr>
          <p:cNvPr id="3" name="우리 종중의 땅">
            <a:extLst xmlns:a="http://schemas.openxmlformats.org/drawingml/2006/main">
              <a:ext uri="{FF2B5EF4-FFF2-40B4-BE49-F238E27FC236}">
                <a16:creationId xmlns:a16="http://schemas.microsoft.com/office/drawing/2014/main" id="{03C6EACE-1BD9-4223-9B7A-ED92C2CC2D84}"/>
              </a:ext>
            </a:extLst>
          </p:cNvPr>
          <p:cNvSpPr>
            <a:spLocks xmlns:a="http://schemas.openxmlformats.org/drawingml/2006/main" noGrp="1"/>
          </p:cNvSpPr>
          <p:nvPr/>
        </p:nvSpPr>
        <p:spPr>
          <a:xfrm xmlns:a="http://schemas.openxmlformats.org/drawingml/2006/main">
            <a:off x="476250" y="666750"/>
            <a:ext cx="82010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900" b="1">
                <a:solidFill>
                  <a:srgbClr val="183E35"/>
                </a:solidFill>
                <a:latin typeface="Pretendard"/>
                <a:ea typeface="Pretendard"/>
                <a:cs typeface="Pretendard"/>
              </a:defRPr>
            </a:defPPr>
          </a:lstStyle>
          <a:p xmlns:a="http://schemas.openxmlformats.org/drawingml/2006/main">
            <a:pPr algn="l">
              <a:defRPr sz="3900" b="1">
                <a:solidFill>
                  <a:srgbClr val="183E35"/>
                </a:solidFill>
                <a:latin typeface="Pretendard"/>
                <a:ea typeface="Pretendard"/>
                <a:cs typeface="Pretendard"/>
              </a:defRPr>
            </a:pPr>
            <a:r>
              <a:rPr sz="3900" b="1">
                <a:solidFill>
                  <a:srgbClr val="183E35"/>
                </a:solidFill>
                <a:latin typeface="Pretendard"/>
                <a:ea typeface="Pretendard"/>
                <a:cs typeface="Pretendard"/>
              </a:rPr>
              <a:t>우리 종중의 땅</a:t>
            </a:r>
          </a:p>
        </p:txBody>
      </p:sp>
      <p:pic>
        <p:nvPicPr>
          <p:cNvPr id="4" name="">
            <a:extLst xmlns:a="http://schemas.openxmlformats.org/drawingml/2006/main">
              <a:ext uri="{FF2B5EF4-FFF2-40B4-BE49-F238E27FC236}">
                <a16:creationId xmlns:a16="http://schemas.microsoft.com/office/drawing/2014/main" id="{93EAB5B5-1BDE-4430-90D1-3BF718F036B3}"/>
              </a:ext>
            </a:extLst>
          </p:cNvPr>
          <p:cNvPicPr>
            <a:picLocks xmlns:a="http://schemas.openxmlformats.org/drawingml/2006/main" noChangeAspect="1"/>
          </p:cNvPicPr>
          <p:nvPr/>
        </p:nvPicPr>
        <p:blipFill>
          <a:blip xmlns:r="http://schemas.openxmlformats.org/officeDocument/2006/relationships" xmlns:a="http://schemas.openxmlformats.org/drawingml/2006/main" r:embed="Ra1e31f82dde14083"/>
          <a:stretch xmlns:a="http://schemas.openxmlformats.org/drawingml/2006/main"/>
        </p:blipFill>
        <p:spPr>
          <a:xfrm xmlns:a="http://schemas.openxmlformats.org/drawingml/2006/main">
            <a:off x="228600" y="1476375"/>
            <a:ext cx="6153150" cy="3286506"/>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F33EE2B4-120A-4B3F-85E8-0889470F1F81}"/>
              </a:ext>
            </a:extLst>
          </p:cNvPr>
          <p:cNvSpPr>
            <a:spLocks xmlns:a="http://schemas.openxmlformats.org/drawingml/2006/main" noGrp="1"/>
          </p:cNvSpPr>
          <p:nvPr/>
        </p:nvSpPr>
        <p:spPr>
          <a:xfrm xmlns:a="http://schemas.openxmlformats.org/drawingml/2006/main">
            <a:off x="1328928" y="1746631"/>
            <a:ext cx="3952494" cy="2480564"/>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6" name="">
            <a:extLst xmlns:a="http://schemas.openxmlformats.org/drawingml/2006/main">
              <a:ext uri="{FF2B5EF4-FFF2-40B4-BE49-F238E27FC236}">
                <a16:creationId xmlns:a16="http://schemas.microsoft.com/office/drawing/2014/main" id="{3602F012-AF51-4662-82A7-742858F85131}"/>
              </a:ext>
            </a:extLst>
          </p:cNvPr>
          <p:cNvPicPr>
            <a:picLocks xmlns:a="http://schemas.openxmlformats.org/drawingml/2006/main" noChangeAspect="1"/>
          </p:cNvPicPr>
          <p:nvPr/>
        </p:nvPicPr>
        <p:blipFill>
          <a:blip xmlns:r="http://schemas.openxmlformats.org/officeDocument/2006/relationships" xmlns:a="http://schemas.openxmlformats.org/drawingml/2006/main" r:embed="Raa920a6c5aa64c2d"/>
          <a:srcRect xmlns:a="http://schemas.openxmlformats.org/drawingml/2006/main" l="0" t="0" r="0" b="0"/>
          <a:stretch xmlns:a="http://schemas.openxmlformats.org/drawingml/2006/main">
            <a:fillRect l="0" t="0" r="0" b="0"/>
          </a:stretch>
        </p:blipFill>
        <p:spPr>
          <a:xfrm xmlns:a="http://schemas.openxmlformats.org/drawingml/2006/main">
            <a:off x="1328928" y="1746631"/>
            <a:ext cx="3952494" cy="2480564"/>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4317A05D-75FA-4F56-93E9-1A6EB3E9E695}"/>
              </a:ext>
            </a:extLst>
          </p:cNvPr>
          <p:cNvPicPr>
            <a:picLocks xmlns:a="http://schemas.openxmlformats.org/drawingml/2006/main" noChangeAspect="1"/>
          </p:cNvPicPr>
          <p:nvPr/>
        </p:nvPicPr>
        <p:blipFill>
          <a:blip xmlns:r="http://schemas.openxmlformats.org/officeDocument/2006/relationships" xmlns:a="http://schemas.openxmlformats.org/drawingml/2006/main" r:embed="Rd9c4942ebb8047a6"/>
          <a:stretch xmlns:a="http://schemas.openxmlformats.org/drawingml/2006/main"/>
        </p:blipFill>
        <p:spPr>
          <a:xfrm xmlns:a="http://schemas.openxmlformats.org/drawingml/2006/main">
            <a:off x="6486525" y="2247900"/>
            <a:ext cx="266700" cy="266700"/>
          </a:xfrm>
          <a:prstGeom xmlns:a="http://schemas.openxmlformats.org/drawingml/2006/main" prst="rect">
            <a:avLst/>
          </a:prstGeom>
        </p:spPr>
      </p:pic>
      <p:sp>
        <p:nvSpPr>
          <p:cNvPr id="8" name="우리 땅의 경계를 한눈에">
            <a:extLst xmlns:a="http://schemas.openxmlformats.org/drawingml/2006/main">
              <a:ext uri="{FF2B5EF4-FFF2-40B4-BE49-F238E27FC236}">
                <a16:creationId xmlns:a16="http://schemas.microsoft.com/office/drawing/2014/main" id="{3B626821-677D-4A04-ADAB-0040498F4539}"/>
              </a:ext>
            </a:extLst>
          </p:cNvPr>
          <p:cNvSpPr>
            <a:spLocks xmlns:a="http://schemas.openxmlformats.org/drawingml/2006/main" noGrp="1"/>
          </p:cNvSpPr>
          <p:nvPr/>
        </p:nvSpPr>
        <p:spPr>
          <a:xfrm xmlns:a="http://schemas.openxmlformats.org/drawingml/2006/main">
            <a:off x="6896100" y="2219325"/>
            <a:ext cx="21621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63" b="1">
                <a:solidFill>
                  <a:srgbClr val="567D89"/>
                </a:solidFill>
                <a:latin typeface="Pretendard"/>
                <a:ea typeface="Pretendard"/>
                <a:cs typeface="Pretendard"/>
              </a:defRPr>
            </a:defPPr>
          </a:lstStyle>
          <a:p xmlns:a="http://schemas.openxmlformats.org/drawingml/2006/main">
            <a:pPr algn="l">
              <a:defRPr sz="1463" b="1">
                <a:solidFill>
                  <a:srgbClr val="567D89"/>
                </a:solidFill>
                <a:latin typeface="Pretendard"/>
                <a:ea typeface="Pretendard"/>
                <a:cs typeface="Pretendard"/>
              </a:defRPr>
            </a:pPr>
            <a:r>
              <a:rPr sz="1463" b="1">
                <a:solidFill>
                  <a:srgbClr val="567D89"/>
                </a:solidFill>
                <a:latin typeface="Pretendard"/>
                <a:ea typeface="Pretendard"/>
                <a:cs typeface="Pretendard"/>
              </a:rPr>
              <a:t>우리 땅의 경계를 한눈에</a:t>
            </a:r>
          </a:p>
        </p:txBody>
      </p:sp>
      <p:pic>
        <p:nvPicPr>
          <p:cNvPr id="9" name="">
            <a:extLst xmlns:a="http://schemas.openxmlformats.org/drawingml/2006/main">
              <a:ext uri="{FF2B5EF4-FFF2-40B4-BE49-F238E27FC236}">
                <a16:creationId xmlns:a16="http://schemas.microsoft.com/office/drawing/2014/main" id="{E7958768-CFB9-43FF-A89F-0ACE57787A57}"/>
              </a:ext>
            </a:extLst>
          </p:cNvPr>
          <p:cNvPicPr>
            <a:picLocks xmlns:a="http://schemas.openxmlformats.org/drawingml/2006/main" noChangeAspect="1"/>
          </p:cNvPicPr>
          <p:nvPr/>
        </p:nvPicPr>
        <p:blipFill>
          <a:blip xmlns:r="http://schemas.openxmlformats.org/officeDocument/2006/relationships" xmlns:a="http://schemas.openxmlformats.org/drawingml/2006/main" r:embed="R64be1da6e21e4ed5"/>
          <a:stretch xmlns:a="http://schemas.openxmlformats.org/drawingml/2006/main"/>
        </p:blipFill>
        <p:spPr>
          <a:xfrm xmlns:a="http://schemas.openxmlformats.org/drawingml/2006/main">
            <a:off x="6486525" y="3390900"/>
            <a:ext cx="266700" cy="266700"/>
          </a:xfrm>
          <a:prstGeom xmlns:a="http://schemas.openxmlformats.org/drawingml/2006/main" prst="rect">
            <a:avLst/>
          </a:prstGeom>
        </p:spPr>
      </p:pic>
      <p:sp>
        <p:nvSpPr>
          <p:cNvPr id="10" name="바뀐 등기, 놓치지 않게">
            <a:extLst xmlns:a="http://schemas.openxmlformats.org/drawingml/2006/main">
              <a:ext uri="{FF2B5EF4-FFF2-40B4-BE49-F238E27FC236}">
                <a16:creationId xmlns:a16="http://schemas.microsoft.com/office/drawing/2014/main" id="{668907CE-ACFE-4D01-8ABC-8BFE5A8BEA58}"/>
              </a:ext>
            </a:extLst>
          </p:cNvPr>
          <p:cNvSpPr>
            <a:spLocks xmlns:a="http://schemas.openxmlformats.org/drawingml/2006/main" noGrp="1"/>
          </p:cNvSpPr>
          <p:nvPr/>
        </p:nvSpPr>
        <p:spPr>
          <a:xfrm xmlns:a="http://schemas.openxmlformats.org/drawingml/2006/main">
            <a:off x="6896100" y="3362325"/>
            <a:ext cx="21621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63" b="1">
                <a:solidFill>
                  <a:srgbClr val="567D89"/>
                </a:solidFill>
                <a:latin typeface="Pretendard"/>
                <a:ea typeface="Pretendard"/>
                <a:cs typeface="Pretendard"/>
              </a:defRPr>
            </a:defPPr>
          </a:lstStyle>
          <a:p xmlns:a="http://schemas.openxmlformats.org/drawingml/2006/main">
            <a:pPr algn="l">
              <a:defRPr sz="1463" b="1">
                <a:solidFill>
                  <a:srgbClr val="567D89"/>
                </a:solidFill>
                <a:latin typeface="Pretendard"/>
                <a:ea typeface="Pretendard"/>
                <a:cs typeface="Pretendard"/>
              </a:defRPr>
            </a:pPr>
            <a:r>
              <a:rPr sz="1463" b="1">
                <a:solidFill>
                  <a:srgbClr val="567D89"/>
                </a:solidFill>
                <a:latin typeface="Pretendard"/>
                <a:ea typeface="Pretendard"/>
                <a:cs typeface="Pretendard"/>
              </a:rPr>
              <a:t>바뀐 등기, 놓치지 않게</a:t>
            </a:r>
          </a:p>
        </p:txBody>
      </p:sp>
    </p:spTree>
    <p:extLst>
      <p:ext uri="{BB962C8B-B14F-4D97-AF65-F5344CB8AC3E}">
        <p14:creationId xmlns:p14="http://schemas.microsoft.com/office/powerpoint/2010/main" val="1809746114"/>
      </p:ext>
    </p:extLst>
  </p:cSld>
</p:sld>
</file>

<file path=ppt/slides/slide18.xml><?xml version="1.0" encoding="utf-8"?>
<p:sld xmlns:p="http://schemas.openxmlformats.org/presentationml/2006/main">
  <p:cSld>
    <p:bg>
      <p:bgPr>
        <a:solidFill xmlns:a="http://schemas.openxmlformats.org/drawingml/2006/main">
          <a:srgbClr val="183E35"/>
        </a:solidFill>
      </p:bgPr>
    </p:bg>
    <p:spTree>
      <p:nvGrpSpPr>
        <p:cNvPr id="1" name=""/>
        <p:cNvGrpSpPr/>
        <p:nvPr/>
      </p:nvGrpSpPr>
      <p:grpSpPr>
        <a:xfrm xmlns:a="http://schemas.openxmlformats.org/drawingml/2006/main"/>
      </p:grpSpPr>
      <p:sp>
        <p:nvSpPr>
          <p:cNvPr id="11" name="재산과 회계">
            <a:extLst xmlns:a="http://schemas.openxmlformats.org/drawingml/2006/main">
              <a:ext uri="{FF2B5EF4-FFF2-40B4-BE49-F238E27FC236}">
                <a16:creationId xmlns:a16="http://schemas.microsoft.com/office/drawing/2014/main" id="{55A03E9D-463F-491E-9A3E-EB52491EA11E}"/>
              </a:ext>
            </a:extLst>
          </p:cNvPr>
          <p:cNvSpPr>
            <a:spLocks xmlns:a="http://schemas.openxmlformats.org/drawingml/2006/main" noGrp="1"/>
          </p:cNvSpPr>
          <p:nvPr/>
        </p:nvSpPr>
        <p:spPr>
          <a:xfrm xmlns:a="http://schemas.openxmlformats.org/drawingml/2006/main">
            <a:off x="504825" y="257175"/>
            <a:ext cx="628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a:solidFill>
                  <a:srgbClr val="BDCFCA"/>
                </a:solidFill>
                <a:latin typeface="Pretendard"/>
                <a:ea typeface="Pretendard"/>
                <a:cs typeface="Pretendard"/>
              </a:defRPr>
            </a:defPPr>
          </a:lstStyle>
          <a:p xmlns:a="http://schemas.openxmlformats.org/drawingml/2006/main">
            <a:pPr algn="l">
              <a:defRPr sz="1050">
                <a:solidFill>
                  <a:srgbClr val="BDCFCA"/>
                </a:solidFill>
                <a:latin typeface="Pretendard"/>
                <a:ea typeface="Pretendard"/>
                <a:cs typeface="Pretendard"/>
              </a:defRPr>
            </a:pPr>
            <a:r>
              <a:rPr sz="1050">
                <a:solidFill>
                  <a:srgbClr val="BDCFCA"/>
                </a:solidFill>
                <a:latin typeface="Pretendard"/>
                <a:ea typeface="Pretendard"/>
                <a:cs typeface="Pretendard"/>
              </a:rPr>
              <a:t>재산과 회계</a:t>
            </a:r>
          </a:p>
        </p:txBody>
      </p:sp>
      <p:sp>
        <p:nvSpPr>
          <p:cNvPr id="2" name="18">
            <a:extLst xmlns:a="http://schemas.openxmlformats.org/drawingml/2006/main">
              <a:ext uri="{FF2B5EF4-FFF2-40B4-BE49-F238E27FC236}">
                <a16:creationId xmlns:a16="http://schemas.microsoft.com/office/drawing/2014/main" id="{4E793447-09AB-4831-9F49-704D58867E7E}"/>
              </a:ext>
            </a:extLst>
          </p:cNvPr>
          <p:cNvSpPr>
            <a:spLocks xmlns:a="http://schemas.openxmlformats.org/drawingml/2006/main" noGrp="1"/>
          </p:cNvSpPr>
          <p:nvPr/>
        </p:nvSpPr>
        <p:spPr>
          <a:xfrm xmlns:a="http://schemas.openxmlformats.org/drawingml/2006/main">
            <a:off x="8534400" y="4781550"/>
            <a:ext cx="295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75" b="0">
                <a:solidFill>
                  <a:srgbClr val="BDCFCA"/>
                </a:solidFill>
                <a:latin typeface="Pretendard"/>
                <a:ea typeface="Pretendard"/>
                <a:cs typeface="Pretendard"/>
              </a:defRPr>
            </a:defPPr>
          </a:lstStyle>
          <a:p xmlns:a="http://schemas.openxmlformats.org/drawingml/2006/main">
            <a:pPr algn="r">
              <a:defRPr sz="975" b="0">
                <a:solidFill>
                  <a:srgbClr val="BDCFCA"/>
                </a:solidFill>
                <a:latin typeface="Pretendard"/>
                <a:ea typeface="Pretendard"/>
                <a:cs typeface="Pretendard"/>
              </a:defRPr>
            </a:pPr>
            <a:r>
              <a:rPr sz="975" b="0">
                <a:solidFill>
                  <a:srgbClr val="BDCFCA"/>
                </a:solidFill>
                <a:latin typeface="Pretendard"/>
                <a:ea typeface="Pretendard"/>
                <a:cs typeface="Pretendard"/>
              </a:rPr>
              <a:t>18</a:t>
            </a:r>
          </a:p>
        </p:txBody>
      </p:sp>
      <p:sp>
        <p:nvSpPr>
          <p:cNvPr id="3" name="우리 가문의 재산, 내가 지킨다">
            <a:extLst xmlns:a="http://schemas.openxmlformats.org/drawingml/2006/main">
              <a:ext uri="{FF2B5EF4-FFF2-40B4-BE49-F238E27FC236}">
                <a16:creationId xmlns:a16="http://schemas.microsoft.com/office/drawing/2014/main" id="{02F8973C-6CEC-4C52-939E-32B490BF5D2F}"/>
              </a:ext>
            </a:extLst>
          </p:cNvPr>
          <p:cNvSpPr>
            <a:spLocks xmlns:a="http://schemas.openxmlformats.org/drawingml/2006/main" noGrp="1"/>
          </p:cNvSpPr>
          <p:nvPr/>
        </p:nvSpPr>
        <p:spPr>
          <a:xfrm xmlns:a="http://schemas.openxmlformats.org/drawingml/2006/main">
            <a:off x="495300" y="1066800"/>
            <a:ext cx="5810250"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750" b="1">
                <a:solidFill>
                  <a:srgbClr val="F5F2E9"/>
                </a:solidFill>
                <a:latin typeface="Pretendard"/>
                <a:ea typeface="Pretendard"/>
                <a:cs typeface="Pretendard"/>
              </a:defRPr>
            </a:defPPr>
          </a:lstStyle>
          <a:p xmlns:a="http://schemas.openxmlformats.org/drawingml/2006/main">
            <a:pPr algn="l">
              <a:defRPr sz="3750" b="1">
                <a:solidFill>
                  <a:srgbClr val="F5F2E9"/>
                </a:solidFill>
                <a:latin typeface="Pretendard"/>
                <a:ea typeface="Pretendard"/>
                <a:cs typeface="Pretendard"/>
              </a:defRPr>
            </a:pPr>
            <a:r>
              <a:rPr sz="3750" b="1">
                <a:solidFill>
                  <a:srgbClr val="F5F2E9"/>
                </a:solidFill>
                <a:latin typeface="Pretendard"/>
                <a:ea typeface="Pretendard"/>
                <a:cs typeface="Pretendard"/>
              </a:rPr>
              <a:t>우리 가문의 재산,</a:t>
            </a:r>
          </a:p>
          <a:p xmlns:a="http://schemas.openxmlformats.org/drawingml/2006/main">
            <a:pPr algn="l">
              <a:defRPr sz="3750" b="1">
                <a:solidFill>
                  <a:srgbClr val="F5F2E9"/>
                </a:solidFill>
                <a:latin typeface="Pretendard"/>
                <a:ea typeface="Pretendard"/>
                <a:cs typeface="Pretendard"/>
              </a:defRPr>
            </a:pPr>
            <a:r>
              <a:rPr sz="3750" b="1">
                <a:solidFill>
                  <a:srgbClr val="F5F2E9"/>
                </a:solidFill>
                <a:latin typeface="Pretendard"/>
                <a:ea typeface="Pretendard"/>
                <a:cs typeface="Pretendard"/>
              </a:rPr>
              <a:t>내가 지킨다</a:t>
            </a:r>
          </a:p>
        </p:txBody>
      </p:sp>
      <p:pic>
        <p:nvPicPr>
          <p:cNvPr id="4" name="">
            <a:extLst xmlns:a="http://schemas.openxmlformats.org/drawingml/2006/main">
              <a:ext uri="{FF2B5EF4-FFF2-40B4-BE49-F238E27FC236}">
                <a16:creationId xmlns:a16="http://schemas.microsoft.com/office/drawing/2014/main" id="{53463A33-BDDF-46C1-872E-CC4922D015A1}"/>
              </a:ext>
            </a:extLst>
          </p:cNvPr>
          <p:cNvPicPr>
            <a:picLocks xmlns:a="http://schemas.openxmlformats.org/drawingml/2006/main" noChangeAspect="1"/>
          </p:cNvPicPr>
          <p:nvPr/>
        </p:nvPicPr>
        <p:blipFill>
          <a:blip xmlns:r="http://schemas.openxmlformats.org/officeDocument/2006/relationships" xmlns:a="http://schemas.openxmlformats.org/drawingml/2006/main" r:embed="R620e19df5b3e41c0"/>
          <a:stretch xmlns:a="http://schemas.openxmlformats.org/drawingml/2006/main"/>
        </p:blipFill>
        <p:spPr>
          <a:xfrm xmlns:a="http://schemas.openxmlformats.org/drawingml/2006/main">
            <a:off x="542925" y="3362325"/>
            <a:ext cx="266700" cy="266700"/>
          </a:xfrm>
          <a:prstGeom xmlns:a="http://schemas.openxmlformats.org/drawingml/2006/main" prst="rect">
            <a:avLst/>
          </a:prstGeom>
        </p:spPr>
      </p:pic>
      <p:sp>
        <p:nvSpPr>
          <p:cNvPr id="5" name="재산 현황부터 수입·지출까지">
            <a:extLst xmlns:a="http://schemas.openxmlformats.org/drawingml/2006/main">
              <a:ext uri="{FF2B5EF4-FFF2-40B4-BE49-F238E27FC236}">
                <a16:creationId xmlns:a16="http://schemas.microsoft.com/office/drawing/2014/main" id="{B0CBC4AA-44B3-4A8E-8C5C-AE574D5A395B}"/>
              </a:ext>
            </a:extLst>
          </p:cNvPr>
          <p:cNvSpPr>
            <a:spLocks xmlns:a="http://schemas.openxmlformats.org/drawingml/2006/main" noGrp="1"/>
          </p:cNvSpPr>
          <p:nvPr/>
        </p:nvSpPr>
        <p:spPr>
          <a:xfrm xmlns:a="http://schemas.openxmlformats.org/drawingml/2006/main">
            <a:off x="952500" y="3333750"/>
            <a:ext cx="34480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BDCFCA"/>
                </a:solidFill>
                <a:latin typeface="Pretendard"/>
                <a:ea typeface="Pretendard"/>
                <a:cs typeface="Pretendard"/>
              </a:defRPr>
            </a:defPPr>
          </a:lstStyle>
          <a:p xmlns:a="http://schemas.openxmlformats.org/drawingml/2006/main">
            <a:pPr algn="l">
              <a:defRPr sz="1650" b="1">
                <a:solidFill>
                  <a:srgbClr val="BDCFCA"/>
                </a:solidFill>
                <a:latin typeface="Pretendard"/>
                <a:ea typeface="Pretendard"/>
                <a:cs typeface="Pretendard"/>
              </a:defRPr>
            </a:pPr>
            <a:r>
              <a:rPr sz="1650" b="1">
                <a:solidFill>
                  <a:srgbClr val="BDCFCA"/>
                </a:solidFill>
                <a:latin typeface="Pretendard"/>
                <a:ea typeface="Pretendard"/>
                <a:cs typeface="Pretendard"/>
              </a:rPr>
              <a:t>재산 현황부터 수입·지출까지</a:t>
            </a:r>
          </a:p>
        </p:txBody>
      </p:sp>
      <p:pic>
        <p:nvPicPr>
          <p:cNvPr id="6" name="">
            <a:extLst xmlns:a="http://schemas.openxmlformats.org/drawingml/2006/main">
              <a:ext uri="{FF2B5EF4-FFF2-40B4-BE49-F238E27FC236}">
                <a16:creationId xmlns:a16="http://schemas.microsoft.com/office/drawing/2014/main" id="{AE29AEFA-CEDA-486C-A296-9CECE0B25893}"/>
              </a:ext>
            </a:extLst>
          </p:cNvPr>
          <p:cNvPicPr>
            <a:picLocks xmlns:a="http://schemas.openxmlformats.org/drawingml/2006/main" noChangeAspect="1"/>
          </p:cNvPicPr>
          <p:nvPr/>
        </p:nvPicPr>
        <p:blipFill>
          <a:blip xmlns:r="http://schemas.openxmlformats.org/officeDocument/2006/relationships" xmlns:a="http://schemas.openxmlformats.org/drawingml/2006/main" r:embed="Rfbda0c70cb8c4087"/>
          <a:stretch xmlns:a="http://schemas.openxmlformats.org/drawingml/2006/main"/>
        </p:blipFill>
        <p:spPr>
          <a:xfrm xmlns:a="http://schemas.openxmlformats.org/drawingml/2006/main">
            <a:off x="542925" y="4038600"/>
            <a:ext cx="266700" cy="266700"/>
          </a:xfrm>
          <a:prstGeom xmlns:a="http://schemas.openxmlformats.org/drawingml/2006/main" prst="rect">
            <a:avLst/>
          </a:prstGeom>
        </p:spPr>
      </p:pic>
      <p:sp>
        <p:nvSpPr>
          <p:cNvPr id="7" name="증빙과 변경 기록으로 확인">
            <a:extLst xmlns:a="http://schemas.openxmlformats.org/drawingml/2006/main">
              <a:ext uri="{FF2B5EF4-FFF2-40B4-BE49-F238E27FC236}">
                <a16:creationId xmlns:a16="http://schemas.microsoft.com/office/drawing/2014/main" id="{FB5E7E2A-9B64-4C45-A845-B4B452126C44}"/>
              </a:ext>
            </a:extLst>
          </p:cNvPr>
          <p:cNvSpPr>
            <a:spLocks xmlns:a="http://schemas.openxmlformats.org/drawingml/2006/main" noGrp="1"/>
          </p:cNvSpPr>
          <p:nvPr/>
        </p:nvSpPr>
        <p:spPr>
          <a:xfrm xmlns:a="http://schemas.openxmlformats.org/drawingml/2006/main">
            <a:off x="952500" y="4010025"/>
            <a:ext cx="34480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BDCFCA"/>
                </a:solidFill>
                <a:latin typeface="Pretendard"/>
                <a:ea typeface="Pretendard"/>
                <a:cs typeface="Pretendard"/>
              </a:defRPr>
            </a:defPPr>
          </a:lstStyle>
          <a:p xmlns:a="http://schemas.openxmlformats.org/drawingml/2006/main">
            <a:pPr algn="l">
              <a:defRPr sz="1650" b="1">
                <a:solidFill>
                  <a:srgbClr val="BDCFCA"/>
                </a:solidFill>
                <a:latin typeface="Pretendard"/>
                <a:ea typeface="Pretendard"/>
                <a:cs typeface="Pretendard"/>
              </a:defRPr>
            </a:pPr>
            <a:r>
              <a:rPr sz="1650" b="1">
                <a:solidFill>
                  <a:srgbClr val="BDCFCA"/>
                </a:solidFill>
                <a:latin typeface="Pretendard"/>
                <a:ea typeface="Pretendard"/>
                <a:cs typeface="Pretendard"/>
              </a:rPr>
              <a:t>증빙과 변경 기록으로 확인</a:t>
            </a:r>
          </a:p>
        </p:txBody>
      </p:sp>
      <p:pic>
        <p:nvPicPr>
          <p:cNvPr id="8" name="">
            <a:extLst xmlns:a="http://schemas.openxmlformats.org/drawingml/2006/main">
              <a:ext uri="{FF2B5EF4-FFF2-40B4-BE49-F238E27FC236}">
                <a16:creationId xmlns:a16="http://schemas.microsoft.com/office/drawing/2014/main" id="{FFDA51BF-292E-4C2E-B488-0C7954B328DF}"/>
              </a:ext>
            </a:extLst>
          </p:cNvPr>
          <p:cNvPicPr>
            <a:picLocks xmlns:a="http://schemas.openxmlformats.org/drawingml/2006/main" noChangeAspect="1"/>
          </p:cNvPicPr>
          <p:nvPr/>
        </p:nvPicPr>
        <p:blipFill>
          <a:blip xmlns:r="http://schemas.openxmlformats.org/officeDocument/2006/relationships" xmlns:a="http://schemas.openxmlformats.org/drawingml/2006/main" r:embed="R2cdc433876714629"/>
          <a:stretch xmlns:a="http://schemas.openxmlformats.org/drawingml/2006/main"/>
        </p:blipFill>
        <p:spPr>
          <a:xfrm xmlns:a="http://schemas.openxmlformats.org/drawingml/2006/main">
            <a:off x="3305175" y="1362075"/>
            <a:ext cx="5800725" cy="309827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3B8BB724-98BD-4DEC-B7BA-17CFA0262570}"/>
              </a:ext>
            </a:extLst>
          </p:cNvPr>
          <p:cNvSpPr>
            <a:spLocks xmlns:a="http://schemas.openxmlformats.org/drawingml/2006/main" noGrp="1"/>
          </p:cNvSpPr>
          <p:nvPr/>
        </p:nvSpPr>
        <p:spPr>
          <a:xfrm xmlns:a="http://schemas.openxmlformats.org/drawingml/2006/main">
            <a:off x="4342481" y="1616852"/>
            <a:ext cx="3726113" cy="2338488"/>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10" name="">
            <a:extLst xmlns:a="http://schemas.openxmlformats.org/drawingml/2006/main">
              <a:ext uri="{FF2B5EF4-FFF2-40B4-BE49-F238E27FC236}">
                <a16:creationId xmlns:a16="http://schemas.microsoft.com/office/drawing/2014/main" id="{DB3F6157-D601-410A-B853-FB184E4FC067}"/>
              </a:ext>
            </a:extLst>
          </p:cNvPr>
          <p:cNvPicPr>
            <a:picLocks xmlns:a="http://schemas.openxmlformats.org/drawingml/2006/main" noChangeAspect="1"/>
          </p:cNvPicPr>
          <p:nvPr/>
        </p:nvPicPr>
        <p:blipFill>
          <a:blip xmlns:r="http://schemas.openxmlformats.org/officeDocument/2006/relationships" xmlns:a="http://schemas.openxmlformats.org/drawingml/2006/main" r:embed="R5635751227b34d0b"/>
          <a:srcRect xmlns:a="http://schemas.openxmlformats.org/drawingml/2006/main" l="0" t="0" r="0" b="0"/>
          <a:stretch xmlns:a="http://schemas.openxmlformats.org/drawingml/2006/main">
            <a:fillRect l="0" t="0" r="0" b="0"/>
          </a:stretch>
        </p:blipFill>
        <p:spPr>
          <a:xfrm xmlns:a="http://schemas.openxmlformats.org/drawingml/2006/main">
            <a:off x="4342481" y="1616852"/>
            <a:ext cx="3726113" cy="2338488"/>
          </a:xfrm>
          <a:prstGeom xmlns:a="http://schemas.openxmlformats.org/drawingml/2006/main" prst="rect">
            <a:avLst/>
          </a:prstGeom>
        </p:spPr>
      </p:pic>
    </p:spTree>
    <p:extLst>
      <p:ext uri="{BB962C8B-B14F-4D97-AF65-F5344CB8AC3E}">
        <p14:creationId xmlns:p14="http://schemas.microsoft.com/office/powerpoint/2010/main" val="620940926"/>
      </p:ext>
    </p:extLst>
  </p:cSld>
</p:sld>
</file>

<file path=ppt/slides/slide19.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13" name="법률 근거와 전문가">
            <a:extLst xmlns:a="http://schemas.openxmlformats.org/drawingml/2006/main">
              <a:ext uri="{FF2B5EF4-FFF2-40B4-BE49-F238E27FC236}">
                <a16:creationId xmlns:a16="http://schemas.microsoft.com/office/drawing/2014/main" id="{9A45177A-D49C-4D9B-8292-BC046C7D6FE9}"/>
              </a:ext>
            </a:extLst>
          </p:cNvPr>
          <p:cNvSpPr>
            <a:spLocks xmlns:a="http://schemas.openxmlformats.org/drawingml/2006/main" noGrp="1"/>
          </p:cNvSpPr>
          <p:nvPr/>
        </p:nvSpPr>
        <p:spPr>
          <a:xfrm xmlns:a="http://schemas.openxmlformats.org/drawingml/2006/main">
            <a:off x="504825" y="257175"/>
            <a:ext cx="628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a:solidFill>
                  <a:srgbClr val="687568"/>
                </a:solidFill>
                <a:latin typeface="Pretendard"/>
                <a:ea typeface="Pretendard"/>
                <a:cs typeface="Pretendard"/>
              </a:defRPr>
            </a:defPPr>
          </a:lstStyle>
          <a:p xmlns:a="http://schemas.openxmlformats.org/drawingml/2006/main">
            <a:pPr algn="l">
              <a:defRPr sz="1050">
                <a:solidFill>
                  <a:srgbClr val="687568"/>
                </a:solidFill>
                <a:latin typeface="Pretendard"/>
                <a:ea typeface="Pretendard"/>
                <a:cs typeface="Pretendard"/>
              </a:defRPr>
            </a:pPr>
            <a:r>
              <a:rPr sz="1050">
                <a:solidFill>
                  <a:srgbClr val="687568"/>
                </a:solidFill>
                <a:latin typeface="Pretendard"/>
                <a:ea typeface="Pretendard"/>
                <a:cs typeface="Pretendard"/>
              </a:rPr>
              <a:t>법률 근거와 전문가</a:t>
            </a:r>
          </a:p>
        </p:txBody>
      </p:sp>
      <p:sp>
        <p:nvSpPr>
          <p:cNvPr id="2" name="19">
            <a:extLst xmlns:a="http://schemas.openxmlformats.org/drawingml/2006/main">
              <a:ext uri="{FF2B5EF4-FFF2-40B4-BE49-F238E27FC236}">
                <a16:creationId xmlns:a16="http://schemas.microsoft.com/office/drawing/2014/main" id="{0B5BD606-0043-4EDE-ADDF-20326E5F8DE6}"/>
              </a:ext>
            </a:extLst>
          </p:cNvPr>
          <p:cNvSpPr>
            <a:spLocks xmlns:a="http://schemas.openxmlformats.org/drawingml/2006/main" noGrp="1"/>
          </p:cNvSpPr>
          <p:nvPr/>
        </p:nvSpPr>
        <p:spPr>
          <a:xfrm xmlns:a="http://schemas.openxmlformats.org/drawingml/2006/main">
            <a:off x="8534400" y="4781550"/>
            <a:ext cx="295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75" b="0">
                <a:solidFill>
                  <a:srgbClr val="687568"/>
                </a:solidFill>
                <a:latin typeface="Pretendard"/>
                <a:ea typeface="Pretendard"/>
                <a:cs typeface="Pretendard"/>
              </a:defRPr>
            </a:defPPr>
          </a:lstStyle>
          <a:p xmlns:a="http://schemas.openxmlformats.org/drawingml/2006/main">
            <a:pPr algn="r">
              <a:defRPr sz="975" b="0">
                <a:solidFill>
                  <a:srgbClr val="687568"/>
                </a:solidFill>
                <a:latin typeface="Pretendard"/>
                <a:ea typeface="Pretendard"/>
                <a:cs typeface="Pretendard"/>
              </a:defRPr>
            </a:pPr>
            <a:r>
              <a:rPr sz="975" b="0">
                <a:solidFill>
                  <a:srgbClr val="687568"/>
                </a:solidFill>
                <a:latin typeface="Pretendard"/>
                <a:ea typeface="Pretendard"/>
                <a:cs typeface="Pretendard"/>
              </a:rPr>
              <a:t>19</a:t>
            </a:r>
          </a:p>
        </p:txBody>
      </p:sp>
      <p:pic>
        <p:nvPicPr>
          <p:cNvPr id="3" name="">
            <a:extLst xmlns:a="http://schemas.openxmlformats.org/drawingml/2006/main">
              <a:ext uri="{FF2B5EF4-FFF2-40B4-BE49-F238E27FC236}">
                <a16:creationId xmlns:a16="http://schemas.microsoft.com/office/drawing/2014/main" id="{ABB1A29C-0016-48BA-B41C-9F96BA80BABF}"/>
              </a:ext>
            </a:extLst>
          </p:cNvPr>
          <p:cNvPicPr>
            <a:picLocks xmlns:a="http://schemas.openxmlformats.org/drawingml/2006/main" noChangeAspect="1"/>
          </p:cNvPicPr>
          <p:nvPr/>
        </p:nvPicPr>
        <p:blipFill>
          <a:blip xmlns:r="http://schemas.openxmlformats.org/officeDocument/2006/relationships" xmlns:a="http://schemas.openxmlformats.org/drawingml/2006/main" r:embed="R02cfbe0440734fc3"/>
          <a:stretch xmlns:a="http://schemas.openxmlformats.org/drawingml/2006/main"/>
        </p:blipFill>
        <p:spPr>
          <a:xfrm xmlns:a="http://schemas.openxmlformats.org/drawingml/2006/main">
            <a:off x="47625" y="1343025"/>
            <a:ext cx="5810250" cy="3103357"/>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CF0F8DC8-12AD-4E15-A71C-7D155495D7E9}"/>
              </a:ext>
            </a:extLst>
          </p:cNvPr>
          <p:cNvSpPr>
            <a:spLocks xmlns:a="http://schemas.openxmlformats.org/drawingml/2006/main" noGrp="1"/>
          </p:cNvSpPr>
          <p:nvPr/>
        </p:nvSpPr>
        <p:spPr>
          <a:xfrm xmlns:a="http://schemas.openxmlformats.org/drawingml/2006/main">
            <a:off x="1086634" y="1598220"/>
            <a:ext cx="3732231" cy="2342328"/>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9E8D3572-B80B-4A65-AC44-4017EAB10969}"/>
              </a:ext>
            </a:extLst>
          </p:cNvPr>
          <p:cNvPicPr>
            <a:picLocks xmlns:a="http://schemas.openxmlformats.org/drawingml/2006/main" noChangeAspect="1"/>
          </p:cNvPicPr>
          <p:nvPr/>
        </p:nvPicPr>
        <p:blipFill>
          <a:blip xmlns:r="http://schemas.openxmlformats.org/officeDocument/2006/relationships" xmlns:a="http://schemas.openxmlformats.org/drawingml/2006/main" r:embed="R5b231308cd8a4bae"/>
          <a:srcRect xmlns:a="http://schemas.openxmlformats.org/drawingml/2006/main" l="0" t="0" r="0" b="0"/>
          <a:stretch xmlns:a="http://schemas.openxmlformats.org/drawingml/2006/main">
            <a:fillRect l="0" t="0" r="0" b="0"/>
          </a:stretch>
        </p:blipFill>
        <p:spPr>
          <a:xfrm xmlns:a="http://schemas.openxmlformats.org/drawingml/2006/main">
            <a:off x="1086634" y="1598220"/>
            <a:ext cx="3732231" cy="2342328"/>
          </a:xfrm>
          <a:prstGeom xmlns:a="http://schemas.openxmlformats.org/drawingml/2006/main" prst="rect">
            <a:avLst/>
          </a:prstGeom>
        </p:spPr>
      </p:pic>
      <p:sp>
        <p:nvSpPr>
          <p:cNvPr id="6" name="우리 가문 법률 전문가">
            <a:extLst xmlns:a="http://schemas.openxmlformats.org/drawingml/2006/main">
              <a:ext uri="{FF2B5EF4-FFF2-40B4-BE49-F238E27FC236}">
                <a16:creationId xmlns:a16="http://schemas.microsoft.com/office/drawing/2014/main" id="{09F6A585-6ED7-429F-BAC0-28ACD9FB8DF3}"/>
              </a:ext>
            </a:extLst>
          </p:cNvPr>
          <p:cNvSpPr>
            <a:spLocks xmlns:a="http://schemas.openxmlformats.org/drawingml/2006/main" noGrp="1"/>
          </p:cNvSpPr>
          <p:nvPr/>
        </p:nvSpPr>
        <p:spPr>
          <a:xfrm xmlns:a="http://schemas.openxmlformats.org/drawingml/2006/main">
            <a:off x="5505450" y="1000125"/>
            <a:ext cx="3533775"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525" b="1">
                <a:solidFill>
                  <a:srgbClr val="183E35"/>
                </a:solidFill>
                <a:latin typeface="Pretendard"/>
                <a:ea typeface="Pretendard"/>
                <a:cs typeface="Pretendard"/>
              </a:defRPr>
            </a:defPPr>
          </a:lstStyle>
          <a:p xmlns:a="http://schemas.openxmlformats.org/drawingml/2006/main">
            <a:pPr algn="l">
              <a:defRPr sz="3525" b="1">
                <a:solidFill>
                  <a:srgbClr val="183E35"/>
                </a:solidFill>
                <a:latin typeface="Pretendard"/>
                <a:ea typeface="Pretendard"/>
                <a:cs typeface="Pretendard"/>
              </a:defRPr>
            </a:pPr>
            <a:r>
              <a:rPr sz="3525" b="1">
                <a:solidFill>
                  <a:srgbClr val="183E35"/>
                </a:solidFill>
                <a:latin typeface="Pretendard"/>
                <a:ea typeface="Pretendard"/>
                <a:cs typeface="Pretendard"/>
              </a:rPr>
              <a:t>우리 가문</a:t>
            </a:r>
          </a:p>
          <a:p xmlns:a="http://schemas.openxmlformats.org/drawingml/2006/main">
            <a:pPr algn="l">
              <a:defRPr sz="3525" b="1">
                <a:solidFill>
                  <a:srgbClr val="183E35"/>
                </a:solidFill>
                <a:latin typeface="Pretendard"/>
                <a:ea typeface="Pretendard"/>
                <a:cs typeface="Pretendard"/>
              </a:defRPr>
            </a:pPr>
            <a:r>
              <a:rPr sz="3525" b="1">
                <a:solidFill>
                  <a:srgbClr val="183E35"/>
                </a:solidFill>
                <a:latin typeface="Pretendard"/>
                <a:ea typeface="Pretendard"/>
                <a:cs typeface="Pretendard"/>
              </a:rPr>
              <a:t>법률 전문가</a:t>
            </a:r>
          </a:p>
        </p:txBody>
      </p:sp>
      <p:pic>
        <p:nvPicPr>
          <p:cNvPr id="7" name="">
            <a:extLst xmlns:a="http://schemas.openxmlformats.org/drawingml/2006/main">
              <a:ext uri="{FF2B5EF4-FFF2-40B4-BE49-F238E27FC236}">
                <a16:creationId xmlns:a16="http://schemas.microsoft.com/office/drawing/2014/main" id="{E89295D5-20A2-4669-842B-35F9A3ACBD1D}"/>
              </a:ext>
            </a:extLst>
          </p:cNvPr>
          <p:cNvPicPr>
            <a:picLocks xmlns:a="http://schemas.openxmlformats.org/drawingml/2006/main" noChangeAspect="1"/>
          </p:cNvPicPr>
          <p:nvPr/>
        </p:nvPicPr>
        <p:blipFill>
          <a:blip xmlns:r="http://schemas.openxmlformats.org/officeDocument/2006/relationships" xmlns:a="http://schemas.openxmlformats.org/drawingml/2006/main" r:embed="R91e84397ad98467a"/>
          <a:stretch xmlns:a="http://schemas.openxmlformats.org/drawingml/2006/main"/>
        </p:blipFill>
        <p:spPr>
          <a:xfrm xmlns:a="http://schemas.openxmlformats.org/drawingml/2006/main">
            <a:off x="6000750" y="2905125"/>
            <a:ext cx="266700" cy="266700"/>
          </a:xfrm>
          <a:prstGeom xmlns:a="http://schemas.openxmlformats.org/drawingml/2006/main" prst="rect">
            <a:avLst/>
          </a:prstGeom>
        </p:spPr>
      </p:pic>
      <p:sp>
        <p:nvSpPr>
          <p:cNvPr id="8" name="법령·규약에서 근거를 찾고">
            <a:extLst xmlns:a="http://schemas.openxmlformats.org/drawingml/2006/main">
              <a:ext uri="{FF2B5EF4-FFF2-40B4-BE49-F238E27FC236}">
                <a16:creationId xmlns:a16="http://schemas.microsoft.com/office/drawing/2014/main" id="{3B0E0971-EA06-4F59-97A3-DB2FD35E2676}"/>
              </a:ext>
            </a:extLst>
          </p:cNvPr>
          <p:cNvSpPr>
            <a:spLocks xmlns:a="http://schemas.openxmlformats.org/drawingml/2006/main" noGrp="1"/>
          </p:cNvSpPr>
          <p:nvPr/>
        </p:nvSpPr>
        <p:spPr>
          <a:xfrm xmlns:a="http://schemas.openxmlformats.org/drawingml/2006/main">
            <a:off x="6410325" y="2876550"/>
            <a:ext cx="2524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38" b="1">
                <a:solidFill>
                  <a:srgbClr val="567D89"/>
                </a:solidFill>
                <a:latin typeface="Pretendard"/>
                <a:ea typeface="Pretendard"/>
                <a:cs typeface="Pretendard"/>
              </a:defRPr>
            </a:defPPr>
          </a:lstStyle>
          <a:p xmlns:a="http://schemas.openxmlformats.org/drawingml/2006/main">
            <a:pPr algn="l">
              <a:defRPr sz="1538" b="1">
                <a:solidFill>
                  <a:srgbClr val="567D89"/>
                </a:solidFill>
                <a:latin typeface="Pretendard"/>
                <a:ea typeface="Pretendard"/>
                <a:cs typeface="Pretendard"/>
              </a:defRPr>
            </a:pPr>
            <a:r>
              <a:rPr sz="1538" b="1">
                <a:solidFill>
                  <a:srgbClr val="567D89"/>
                </a:solidFill>
                <a:latin typeface="Pretendard"/>
                <a:ea typeface="Pretendard"/>
                <a:cs typeface="Pretendard"/>
              </a:rPr>
              <a:t>법령·규약에서 근거를 찾고</a:t>
            </a:r>
          </a:p>
        </p:txBody>
      </p:sp>
      <p:pic>
        <p:nvPicPr>
          <p:cNvPr id="9" name="">
            <a:extLst xmlns:a="http://schemas.openxmlformats.org/drawingml/2006/main">
              <a:ext uri="{FF2B5EF4-FFF2-40B4-BE49-F238E27FC236}">
                <a16:creationId xmlns:a16="http://schemas.microsoft.com/office/drawing/2014/main" id="{56A3A7C1-1849-4AD6-AD38-FA735055B709}"/>
              </a:ext>
            </a:extLst>
          </p:cNvPr>
          <p:cNvPicPr>
            <a:picLocks xmlns:a="http://schemas.openxmlformats.org/drawingml/2006/main" noChangeAspect="1"/>
          </p:cNvPicPr>
          <p:nvPr/>
        </p:nvPicPr>
        <p:blipFill>
          <a:blip xmlns:r="http://schemas.openxmlformats.org/officeDocument/2006/relationships" xmlns:a="http://schemas.openxmlformats.org/drawingml/2006/main" r:embed="R109b4c79d31b4102"/>
          <a:stretch xmlns:a="http://schemas.openxmlformats.org/drawingml/2006/main"/>
        </p:blipFill>
        <p:spPr>
          <a:xfrm xmlns:a="http://schemas.openxmlformats.org/drawingml/2006/main">
            <a:off x="6000750" y="3533775"/>
            <a:ext cx="266700" cy="266700"/>
          </a:xfrm>
          <a:prstGeom xmlns:a="http://schemas.openxmlformats.org/drawingml/2006/main" prst="rect">
            <a:avLst/>
          </a:prstGeom>
        </p:spPr>
      </p:pic>
      <p:sp>
        <p:nvSpPr>
          <p:cNvPr id="10" name="상담 전, 쟁점부터 정리">
            <a:extLst xmlns:a="http://schemas.openxmlformats.org/drawingml/2006/main">
              <a:ext uri="{FF2B5EF4-FFF2-40B4-BE49-F238E27FC236}">
                <a16:creationId xmlns:a16="http://schemas.microsoft.com/office/drawing/2014/main" id="{90ADEC7A-FFF4-435B-8ECE-EBEAB024B7A5}"/>
              </a:ext>
            </a:extLst>
          </p:cNvPr>
          <p:cNvSpPr>
            <a:spLocks xmlns:a="http://schemas.openxmlformats.org/drawingml/2006/main" noGrp="1"/>
          </p:cNvSpPr>
          <p:nvPr/>
        </p:nvSpPr>
        <p:spPr>
          <a:xfrm xmlns:a="http://schemas.openxmlformats.org/drawingml/2006/main">
            <a:off x="6410325" y="3505200"/>
            <a:ext cx="2524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38" b="1">
                <a:solidFill>
                  <a:srgbClr val="567D89"/>
                </a:solidFill>
                <a:latin typeface="Pretendard"/>
                <a:ea typeface="Pretendard"/>
                <a:cs typeface="Pretendard"/>
              </a:defRPr>
            </a:defPPr>
          </a:lstStyle>
          <a:p xmlns:a="http://schemas.openxmlformats.org/drawingml/2006/main">
            <a:pPr algn="l">
              <a:defRPr sz="1538" b="1">
                <a:solidFill>
                  <a:srgbClr val="567D89"/>
                </a:solidFill>
                <a:latin typeface="Pretendard"/>
                <a:ea typeface="Pretendard"/>
                <a:cs typeface="Pretendard"/>
              </a:defRPr>
            </a:pPr>
            <a:r>
              <a:rPr sz="1538" b="1">
                <a:solidFill>
                  <a:srgbClr val="567D89"/>
                </a:solidFill>
                <a:latin typeface="Pretendard"/>
                <a:ea typeface="Pretendard"/>
                <a:cs typeface="Pretendard"/>
              </a:rPr>
              <a:t>상담 전, 쟁점부터 정리</a:t>
            </a:r>
          </a:p>
        </p:txBody>
      </p:sp>
      <p:pic>
        <p:nvPicPr>
          <p:cNvPr id="11" name="">
            <a:extLst xmlns:a="http://schemas.openxmlformats.org/drawingml/2006/main">
              <a:ext uri="{FF2B5EF4-FFF2-40B4-BE49-F238E27FC236}">
                <a16:creationId xmlns:a16="http://schemas.microsoft.com/office/drawing/2014/main" id="{2489E89D-C1CD-4C61-BE7C-F05833613C5C}"/>
              </a:ext>
            </a:extLst>
          </p:cNvPr>
          <p:cNvPicPr>
            <a:picLocks xmlns:a="http://schemas.openxmlformats.org/drawingml/2006/main" noChangeAspect="1"/>
          </p:cNvPicPr>
          <p:nvPr/>
        </p:nvPicPr>
        <p:blipFill>
          <a:blip xmlns:r="http://schemas.openxmlformats.org/officeDocument/2006/relationships" xmlns:a="http://schemas.openxmlformats.org/drawingml/2006/main" r:embed="R492c45ce95784106"/>
          <a:stretch xmlns:a="http://schemas.openxmlformats.org/drawingml/2006/main"/>
        </p:blipFill>
        <p:spPr>
          <a:xfrm xmlns:a="http://schemas.openxmlformats.org/drawingml/2006/main">
            <a:off x="6000750" y="4162425"/>
            <a:ext cx="266700" cy="266700"/>
          </a:xfrm>
          <a:prstGeom xmlns:a="http://schemas.openxmlformats.org/drawingml/2006/main" prst="rect">
            <a:avLst/>
          </a:prstGeom>
        </p:spPr>
      </p:pic>
      <p:sp>
        <p:nvSpPr>
          <p:cNvPr id="12" name="분야에 맞는 전문가를 찾다">
            <a:extLst xmlns:a="http://schemas.openxmlformats.org/drawingml/2006/main">
              <a:ext uri="{FF2B5EF4-FFF2-40B4-BE49-F238E27FC236}">
                <a16:creationId xmlns:a16="http://schemas.microsoft.com/office/drawing/2014/main" id="{87A21BF6-A11B-4421-9C3B-4EFE010DFB98}"/>
              </a:ext>
            </a:extLst>
          </p:cNvPr>
          <p:cNvSpPr>
            <a:spLocks xmlns:a="http://schemas.openxmlformats.org/drawingml/2006/main" noGrp="1"/>
          </p:cNvSpPr>
          <p:nvPr/>
        </p:nvSpPr>
        <p:spPr>
          <a:xfrm xmlns:a="http://schemas.openxmlformats.org/drawingml/2006/main">
            <a:off x="6410325" y="4133850"/>
            <a:ext cx="2524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38" b="1">
                <a:solidFill>
                  <a:srgbClr val="567D89"/>
                </a:solidFill>
                <a:latin typeface="Pretendard"/>
                <a:ea typeface="Pretendard"/>
                <a:cs typeface="Pretendard"/>
              </a:defRPr>
            </a:defPPr>
          </a:lstStyle>
          <a:p xmlns:a="http://schemas.openxmlformats.org/drawingml/2006/main">
            <a:pPr algn="l">
              <a:defRPr sz="1538" b="1">
                <a:solidFill>
                  <a:srgbClr val="567D89"/>
                </a:solidFill>
                <a:latin typeface="Pretendard"/>
                <a:ea typeface="Pretendard"/>
                <a:cs typeface="Pretendard"/>
              </a:defRPr>
            </a:pPr>
            <a:r>
              <a:rPr sz="1538" b="1">
                <a:solidFill>
                  <a:srgbClr val="567D89"/>
                </a:solidFill>
                <a:latin typeface="Pretendard"/>
                <a:ea typeface="Pretendard"/>
                <a:cs typeface="Pretendard"/>
              </a:rPr>
              <a:t>분야에 맞는 전문가를 찾다</a:t>
            </a:r>
          </a:p>
        </p:txBody>
      </p:sp>
    </p:spTree>
    <p:extLst>
      <p:ext uri="{BB962C8B-B14F-4D97-AF65-F5344CB8AC3E}">
        <p14:creationId xmlns:p14="http://schemas.microsoft.com/office/powerpoint/2010/main" val="1938300793"/>
      </p:ext>
    </p:extLst>
  </p:cSld>
</p:sld>
</file>

<file path=ppt/slides/slide20.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15" name="시장 모수">
            <a:extLst xmlns:a="http://schemas.openxmlformats.org/drawingml/2006/main">
              <a:ext uri="{FF2B5EF4-FFF2-40B4-BE49-F238E27FC236}">
                <a16:creationId xmlns:a16="http://schemas.microsoft.com/office/drawing/2014/main" id="{BC40E4E0-158F-4646-A682-12FD9BD8C6CB}"/>
              </a:ext>
            </a:extLst>
          </p:cNvPr>
          <p:cNvSpPr>
            <a:spLocks xmlns:a="http://schemas.openxmlformats.org/drawingml/2006/main" noGrp="1"/>
          </p:cNvSpPr>
          <p:nvPr/>
        </p:nvSpPr>
        <p:spPr>
          <a:xfrm xmlns:a="http://schemas.openxmlformats.org/drawingml/2006/main">
            <a:off x="504825" y="257175"/>
            <a:ext cx="628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a:solidFill>
                  <a:srgbClr val="687568"/>
                </a:solidFill>
                <a:latin typeface="Pretendard"/>
                <a:ea typeface="Pretendard"/>
                <a:cs typeface="Pretendard"/>
              </a:defRPr>
            </a:defPPr>
          </a:lstStyle>
          <a:p xmlns:a="http://schemas.openxmlformats.org/drawingml/2006/main">
            <a:pPr algn="l">
              <a:defRPr sz="1050">
                <a:solidFill>
                  <a:srgbClr val="687568"/>
                </a:solidFill>
                <a:latin typeface="Pretendard"/>
                <a:ea typeface="Pretendard"/>
                <a:cs typeface="Pretendard"/>
              </a:defRPr>
            </a:pPr>
            <a:r>
              <a:rPr sz="1050">
                <a:solidFill>
                  <a:srgbClr val="687568"/>
                </a:solidFill>
                <a:latin typeface="Pretendard"/>
                <a:ea typeface="Pretendard"/>
                <a:cs typeface="Pretendard"/>
              </a:rPr>
              <a:t>시장 모수</a:t>
            </a:r>
          </a:p>
        </p:txBody>
      </p:sp>
      <p:sp>
        <p:nvSpPr>
          <p:cNvPr id="2" name="부동산등기용 등록 종중">
            <a:extLst xmlns:a="http://schemas.openxmlformats.org/drawingml/2006/main">
              <a:ext uri="{FF2B5EF4-FFF2-40B4-BE49-F238E27FC236}">
                <a16:creationId xmlns:a16="http://schemas.microsoft.com/office/drawing/2014/main" id="{BB0F7258-4A93-454C-B395-23C899AD42E3}"/>
              </a:ext>
            </a:extLst>
          </p:cNvPr>
          <p:cNvSpPr>
            <a:spLocks xmlns:a="http://schemas.openxmlformats.org/drawingml/2006/main" noGrp="1"/>
          </p:cNvSpPr>
          <p:nvPr/>
        </p:nvSpPr>
        <p:spPr>
          <a:xfrm xmlns:a="http://schemas.openxmlformats.org/drawingml/2006/main">
            <a:off x="476250" y="628650"/>
            <a:ext cx="8248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00" b="1">
                <a:solidFill>
                  <a:srgbClr val="183E35"/>
                </a:solidFill>
                <a:latin typeface="Pretendard"/>
                <a:ea typeface="Pretendard"/>
                <a:cs typeface="Pretendard"/>
              </a:defRPr>
            </a:defPPr>
          </a:lstStyle>
          <a:p xmlns:a="http://schemas.openxmlformats.org/drawingml/2006/main">
            <a:pPr algn="l">
              <a:defRPr sz="3000" b="1">
                <a:solidFill>
                  <a:srgbClr val="183E35"/>
                </a:solidFill>
                <a:latin typeface="Pretendard"/>
                <a:ea typeface="Pretendard"/>
                <a:cs typeface="Pretendard"/>
              </a:defRPr>
            </a:pPr>
            <a:r>
              <a:rPr sz="3000" b="1">
                <a:solidFill>
                  <a:srgbClr val="183E35"/>
                </a:solidFill>
                <a:latin typeface="Pretendard"/>
                <a:ea typeface="Pretendard"/>
                <a:cs typeface="Pretendard"/>
              </a:rPr>
              <a:t>부동산등기용 등록 종중</a:t>
            </a:r>
          </a:p>
        </p:txBody>
      </p:sp>
      <p:sp>
        <p:nvSpPr>
          <p:cNvPr id="3" name="20">
            <a:extLst xmlns:a="http://schemas.openxmlformats.org/drawingml/2006/main">
              <a:ext uri="{FF2B5EF4-FFF2-40B4-BE49-F238E27FC236}">
                <a16:creationId xmlns:a16="http://schemas.microsoft.com/office/drawing/2014/main" id="{6DFB9221-C926-4B9F-A0CA-43DEABFD969B}"/>
              </a:ext>
            </a:extLst>
          </p:cNvPr>
          <p:cNvSpPr>
            <a:spLocks xmlns:a="http://schemas.openxmlformats.org/drawingml/2006/main" noGrp="1"/>
          </p:cNvSpPr>
          <p:nvPr/>
        </p:nvSpPr>
        <p:spPr>
          <a:xfrm xmlns:a="http://schemas.openxmlformats.org/drawingml/2006/main">
            <a:off x="8534400" y="4781550"/>
            <a:ext cx="295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75" b="0">
                <a:solidFill>
                  <a:srgbClr val="687568"/>
                </a:solidFill>
                <a:latin typeface="Pretendard"/>
                <a:ea typeface="Pretendard"/>
                <a:cs typeface="Pretendard"/>
              </a:defRPr>
            </a:defPPr>
          </a:lstStyle>
          <a:p xmlns:a="http://schemas.openxmlformats.org/drawingml/2006/main">
            <a:pPr algn="r">
              <a:defRPr sz="975" b="0">
                <a:solidFill>
                  <a:srgbClr val="687568"/>
                </a:solidFill>
                <a:latin typeface="Pretendard"/>
                <a:ea typeface="Pretendard"/>
                <a:cs typeface="Pretendard"/>
              </a:defRPr>
            </a:pPr>
            <a:r>
              <a:rPr sz="975" b="0">
                <a:solidFill>
                  <a:srgbClr val="687568"/>
                </a:solidFill>
                <a:latin typeface="Pretendard"/>
                <a:ea typeface="Pretendard"/>
                <a:cs typeface="Pretendard"/>
              </a:rPr>
              <a:t>20</a:t>
            </a:r>
          </a:p>
        </p:txBody>
      </p:sp>
      <p:sp>
        <p:nvSpPr>
          <p:cNvPr id="4" name="237,071">
            <a:extLst xmlns:a="http://schemas.openxmlformats.org/drawingml/2006/main">
              <a:ext uri="{FF2B5EF4-FFF2-40B4-BE49-F238E27FC236}">
                <a16:creationId xmlns:a16="http://schemas.microsoft.com/office/drawing/2014/main" id="{246D2A64-F82A-4E5B-9BC3-6A9B279CA45B}"/>
              </a:ext>
            </a:extLst>
          </p:cNvPr>
          <p:cNvSpPr>
            <a:spLocks xmlns:a="http://schemas.openxmlformats.org/drawingml/2006/main" noGrp="1"/>
          </p:cNvSpPr>
          <p:nvPr/>
        </p:nvSpPr>
        <p:spPr>
          <a:xfrm xmlns:a="http://schemas.openxmlformats.org/drawingml/2006/main">
            <a:off x="457200" y="1762125"/>
            <a:ext cx="60579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7875" b="1">
                <a:solidFill>
                  <a:srgbClr val="183E35"/>
                </a:solidFill>
                <a:latin typeface="Pretendard"/>
                <a:ea typeface="Pretendard"/>
                <a:cs typeface="Pretendard"/>
              </a:defRPr>
            </a:defPPr>
          </a:lstStyle>
          <a:p xmlns:a="http://schemas.openxmlformats.org/drawingml/2006/main">
            <a:pPr algn="l">
              <a:defRPr sz="7875" b="1">
                <a:solidFill>
                  <a:srgbClr val="183E35"/>
                </a:solidFill>
                <a:latin typeface="Pretendard"/>
                <a:ea typeface="Pretendard"/>
                <a:cs typeface="Pretendard"/>
              </a:defRPr>
            </a:pPr>
            <a:r>
              <a:rPr sz="7875" b="1">
                <a:solidFill>
                  <a:srgbClr val="183E35"/>
                </a:solidFill>
                <a:latin typeface="Pretendard"/>
                <a:ea typeface="Pretendard"/>
                <a:cs typeface="Pretendard"/>
              </a:rPr>
              <a:t>237,071</a:t>
            </a:r>
          </a:p>
        </p:txBody>
      </p:sp>
      <p:sp>
        <p:nvSpPr>
          <p:cNvPr id="5" name="개">
            <a:extLst xmlns:a="http://schemas.openxmlformats.org/drawingml/2006/main">
              <a:ext uri="{FF2B5EF4-FFF2-40B4-BE49-F238E27FC236}">
                <a16:creationId xmlns:a16="http://schemas.microsoft.com/office/drawing/2014/main" id="{CE6EB076-E4BF-44CE-818C-318820CE35AC}"/>
              </a:ext>
            </a:extLst>
          </p:cNvPr>
          <p:cNvSpPr>
            <a:spLocks xmlns:a="http://schemas.openxmlformats.org/drawingml/2006/main" noGrp="1"/>
          </p:cNvSpPr>
          <p:nvPr/>
        </p:nvSpPr>
        <p:spPr>
          <a:xfrm xmlns:a="http://schemas.openxmlformats.org/drawingml/2006/main">
            <a:off x="5857875" y="2466975"/>
            <a:ext cx="7524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a:solidFill>
                  <a:srgbClr val="183E35"/>
                </a:solidFill>
                <a:latin typeface="Pretendard"/>
                <a:ea typeface="Pretendard"/>
                <a:cs typeface="Pretendard"/>
              </a:defRPr>
            </a:defPPr>
          </a:lstStyle>
          <a:p xmlns:a="http://schemas.openxmlformats.org/drawingml/2006/main">
            <a:pPr algn="l">
              <a:defRPr sz="2700">
                <a:solidFill>
                  <a:srgbClr val="183E35"/>
                </a:solidFill>
                <a:latin typeface="Pretendard"/>
                <a:ea typeface="Pretendard"/>
                <a:cs typeface="Pretendard"/>
              </a:defRPr>
            </a:pPr>
            <a:r>
              <a:rPr sz="2700">
                <a:solidFill>
                  <a:srgbClr val="183E35"/>
                </a:solidFill>
                <a:latin typeface="Pretendard"/>
                <a:ea typeface="Pretendard"/>
                <a:cs typeface="Pretendard"/>
              </a:rPr>
              <a:t>개</a:t>
            </a:r>
          </a:p>
        </p:txBody>
      </p:sp>
      <p:sp>
        <p:nvSpPr>
          <p:cNvPr id="6" name="2024년 6월">
            <a:extLst xmlns:a="http://schemas.openxmlformats.org/drawingml/2006/main">
              <a:ext uri="{FF2B5EF4-FFF2-40B4-BE49-F238E27FC236}">
                <a16:creationId xmlns:a16="http://schemas.microsoft.com/office/drawing/2014/main" id="{57A1616F-1BF0-487D-B452-A53D3083B538}"/>
              </a:ext>
            </a:extLst>
          </p:cNvPr>
          <p:cNvSpPr>
            <a:spLocks xmlns:a="http://schemas.openxmlformats.org/drawingml/2006/main" noGrp="1"/>
          </p:cNvSpPr>
          <p:nvPr/>
        </p:nvSpPr>
        <p:spPr>
          <a:xfrm xmlns:a="http://schemas.openxmlformats.org/drawingml/2006/main">
            <a:off x="523875" y="3124200"/>
            <a:ext cx="5257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a:solidFill>
                  <a:srgbClr val="687568"/>
                </a:solidFill>
                <a:latin typeface="Pretendard"/>
                <a:ea typeface="Pretendard"/>
                <a:cs typeface="Pretendard"/>
              </a:defRPr>
            </a:defPPr>
          </a:lstStyle>
          <a:p xmlns:a="http://schemas.openxmlformats.org/drawingml/2006/main">
            <a:pPr algn="l">
              <a:defRPr sz="1425">
                <a:solidFill>
                  <a:srgbClr val="687568"/>
                </a:solidFill>
                <a:latin typeface="Pretendard"/>
                <a:ea typeface="Pretendard"/>
                <a:cs typeface="Pretendard"/>
              </a:defRPr>
            </a:pPr>
            <a:r>
              <a:rPr sz="1425">
                <a:solidFill>
                  <a:srgbClr val="687568"/>
                </a:solidFill>
                <a:latin typeface="Pretendard"/>
                <a:ea typeface="Pretendard"/>
                <a:cs typeface="Pretendard"/>
              </a:rPr>
              <a:t>2024년 6월</a:t>
            </a:r>
          </a:p>
        </p:txBody>
      </p:sp>
      <p:pic>
        <p:nvPicPr>
          <p:cNvPr id="7" name="">
            <a:extLst xmlns:a="http://schemas.openxmlformats.org/drawingml/2006/main">
              <a:ext uri="{FF2B5EF4-FFF2-40B4-BE49-F238E27FC236}">
                <a16:creationId xmlns:a16="http://schemas.microsoft.com/office/drawing/2014/main" id="{14103D98-13D9-49C2-AE37-2B0F4A299607}"/>
              </a:ext>
            </a:extLst>
          </p:cNvPr>
          <p:cNvPicPr>
            <a:picLocks xmlns:a="http://schemas.openxmlformats.org/drawingml/2006/main" noChangeAspect="1"/>
          </p:cNvPicPr>
          <p:nvPr/>
        </p:nvPicPr>
        <p:blipFill>
          <a:blip xmlns:r="http://schemas.openxmlformats.org/officeDocument/2006/relationships" xmlns:a="http://schemas.openxmlformats.org/drawingml/2006/main" r:embed="Ra5ea86903815418f"/>
          <a:stretch xmlns:a="http://schemas.openxmlformats.org/drawingml/2006/main"/>
        </p:blipFill>
        <p:spPr>
          <a:xfrm xmlns:a="http://schemas.openxmlformats.org/drawingml/2006/main">
            <a:off x="561975" y="3714750"/>
            <a:ext cx="371475" cy="371475"/>
          </a:xfrm>
          <a:prstGeom xmlns:a="http://schemas.openxmlformats.org/drawingml/2006/main" prst="rect">
            <a:avLst/>
          </a:prstGeom>
        </p:spPr>
      </p:pic>
      <p:sp>
        <p:nvSpPr>
          <p:cNvPr id="8" name="임야">
            <a:extLst xmlns:a="http://schemas.openxmlformats.org/drawingml/2006/main">
              <a:ext uri="{FF2B5EF4-FFF2-40B4-BE49-F238E27FC236}">
                <a16:creationId xmlns:a16="http://schemas.microsoft.com/office/drawing/2014/main" id="{2080F7AF-8B61-4962-A019-88EC44A7978F}"/>
              </a:ext>
            </a:extLst>
          </p:cNvPr>
          <p:cNvSpPr>
            <a:spLocks xmlns:a="http://schemas.openxmlformats.org/drawingml/2006/main" noGrp="1"/>
          </p:cNvSpPr>
          <p:nvPr/>
        </p:nvSpPr>
        <p:spPr>
          <a:xfrm xmlns:a="http://schemas.openxmlformats.org/drawingml/2006/main">
            <a:off x="1114425" y="3724275"/>
            <a:ext cx="12668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a:solidFill>
                  <a:srgbClr val="183E35"/>
                </a:solidFill>
                <a:latin typeface="Pretendard"/>
                <a:ea typeface="Pretendard"/>
                <a:cs typeface="Pretendard"/>
              </a:defRPr>
            </a:defPPr>
          </a:lstStyle>
          <a:p xmlns:a="http://schemas.openxmlformats.org/drawingml/2006/main">
            <a:pPr algn="l">
              <a:defRPr sz="1800">
                <a:solidFill>
                  <a:srgbClr val="183E35"/>
                </a:solidFill>
                <a:latin typeface="Pretendard"/>
                <a:ea typeface="Pretendard"/>
                <a:cs typeface="Pretendard"/>
              </a:defRPr>
            </a:pPr>
            <a:r>
              <a:rPr sz="1800">
                <a:solidFill>
                  <a:srgbClr val="183E35"/>
                </a:solidFill>
                <a:latin typeface="Pretendard"/>
                <a:ea typeface="Pretendard"/>
                <a:cs typeface="Pretendard"/>
              </a:rPr>
              <a:t>임야</a:t>
            </a:r>
          </a:p>
        </p:txBody>
      </p:sp>
      <p:pic>
        <p:nvPicPr>
          <p:cNvPr id="9" name="">
            <a:extLst xmlns:a="http://schemas.openxmlformats.org/drawingml/2006/main">
              <a:ext uri="{FF2B5EF4-FFF2-40B4-BE49-F238E27FC236}">
                <a16:creationId xmlns:a16="http://schemas.microsoft.com/office/drawing/2014/main" id="{913EE70C-4B7A-4310-AD92-02A54E6EB6A7}"/>
              </a:ext>
            </a:extLst>
          </p:cNvPr>
          <p:cNvPicPr>
            <a:picLocks xmlns:a="http://schemas.openxmlformats.org/drawingml/2006/main" noChangeAspect="1"/>
          </p:cNvPicPr>
          <p:nvPr/>
        </p:nvPicPr>
        <p:blipFill>
          <a:blip xmlns:r="http://schemas.openxmlformats.org/officeDocument/2006/relationships" xmlns:a="http://schemas.openxmlformats.org/drawingml/2006/main" r:embed="Rb49e5a772bb74e1f"/>
          <a:stretch xmlns:a="http://schemas.openxmlformats.org/drawingml/2006/main"/>
        </p:blipFill>
        <p:spPr>
          <a:xfrm xmlns:a="http://schemas.openxmlformats.org/drawingml/2006/main">
            <a:off x="2628900" y="3714750"/>
            <a:ext cx="371475" cy="371475"/>
          </a:xfrm>
          <a:prstGeom xmlns:a="http://schemas.openxmlformats.org/drawingml/2006/main" prst="rect">
            <a:avLst/>
          </a:prstGeom>
        </p:spPr>
      </p:pic>
      <p:sp>
        <p:nvSpPr>
          <p:cNvPr id="10" name="농지">
            <a:extLst xmlns:a="http://schemas.openxmlformats.org/drawingml/2006/main">
              <a:ext uri="{FF2B5EF4-FFF2-40B4-BE49-F238E27FC236}">
                <a16:creationId xmlns:a16="http://schemas.microsoft.com/office/drawing/2014/main" id="{872E9C6D-97CB-4A33-B57A-E30FB722DC1C}"/>
              </a:ext>
            </a:extLst>
          </p:cNvPr>
          <p:cNvSpPr>
            <a:spLocks xmlns:a="http://schemas.openxmlformats.org/drawingml/2006/main" noGrp="1"/>
          </p:cNvSpPr>
          <p:nvPr/>
        </p:nvSpPr>
        <p:spPr>
          <a:xfrm xmlns:a="http://schemas.openxmlformats.org/drawingml/2006/main">
            <a:off x="3181350" y="3724275"/>
            <a:ext cx="12668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a:solidFill>
                  <a:srgbClr val="183E35"/>
                </a:solidFill>
                <a:latin typeface="Pretendard"/>
                <a:ea typeface="Pretendard"/>
                <a:cs typeface="Pretendard"/>
              </a:defRPr>
            </a:defPPr>
          </a:lstStyle>
          <a:p xmlns:a="http://schemas.openxmlformats.org/drawingml/2006/main">
            <a:pPr algn="l">
              <a:defRPr sz="1800">
                <a:solidFill>
                  <a:srgbClr val="183E35"/>
                </a:solidFill>
                <a:latin typeface="Pretendard"/>
                <a:ea typeface="Pretendard"/>
                <a:cs typeface="Pretendard"/>
              </a:defRPr>
            </a:pPr>
            <a:r>
              <a:rPr sz="1800">
                <a:solidFill>
                  <a:srgbClr val="183E35"/>
                </a:solidFill>
                <a:latin typeface="Pretendard"/>
                <a:ea typeface="Pretendard"/>
                <a:cs typeface="Pretendard"/>
              </a:rPr>
              <a:t>농지</a:t>
            </a:r>
          </a:p>
        </p:txBody>
      </p:sp>
      <p:pic>
        <p:nvPicPr>
          <p:cNvPr id="11" name="">
            <a:extLst xmlns:a="http://schemas.openxmlformats.org/drawingml/2006/main">
              <a:ext uri="{FF2B5EF4-FFF2-40B4-BE49-F238E27FC236}">
                <a16:creationId xmlns:a16="http://schemas.microsoft.com/office/drawing/2014/main" id="{E1479C68-8CFD-49E6-BF26-686F6B5865AC}"/>
              </a:ext>
            </a:extLst>
          </p:cNvPr>
          <p:cNvPicPr>
            <a:picLocks xmlns:a="http://schemas.openxmlformats.org/drawingml/2006/main" noChangeAspect="1"/>
          </p:cNvPicPr>
          <p:nvPr/>
        </p:nvPicPr>
        <p:blipFill>
          <a:blip xmlns:r="http://schemas.openxmlformats.org/officeDocument/2006/relationships" xmlns:a="http://schemas.openxmlformats.org/drawingml/2006/main" r:embed="Rac8a590c73b64bb5"/>
          <a:stretch xmlns:a="http://schemas.openxmlformats.org/drawingml/2006/main"/>
        </p:blipFill>
        <p:spPr>
          <a:xfrm xmlns:a="http://schemas.openxmlformats.org/drawingml/2006/main">
            <a:off x="4695825" y="3714750"/>
            <a:ext cx="371475" cy="371475"/>
          </a:xfrm>
          <a:prstGeom xmlns:a="http://schemas.openxmlformats.org/drawingml/2006/main" prst="rect">
            <a:avLst/>
          </a:prstGeom>
        </p:spPr>
      </p:pic>
      <p:sp>
        <p:nvSpPr>
          <p:cNvPr id="12" name="대지">
            <a:extLst xmlns:a="http://schemas.openxmlformats.org/drawingml/2006/main">
              <a:ext uri="{FF2B5EF4-FFF2-40B4-BE49-F238E27FC236}">
                <a16:creationId xmlns:a16="http://schemas.microsoft.com/office/drawing/2014/main" id="{FC29C288-8A90-4949-8444-EAE9B12BE113}"/>
              </a:ext>
            </a:extLst>
          </p:cNvPr>
          <p:cNvSpPr>
            <a:spLocks xmlns:a="http://schemas.openxmlformats.org/drawingml/2006/main" noGrp="1"/>
          </p:cNvSpPr>
          <p:nvPr/>
        </p:nvSpPr>
        <p:spPr>
          <a:xfrm xmlns:a="http://schemas.openxmlformats.org/drawingml/2006/main">
            <a:off x="5248275" y="3724275"/>
            <a:ext cx="12668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a:solidFill>
                  <a:srgbClr val="183E35"/>
                </a:solidFill>
                <a:latin typeface="Pretendard"/>
                <a:ea typeface="Pretendard"/>
                <a:cs typeface="Pretendard"/>
              </a:defRPr>
            </a:defPPr>
          </a:lstStyle>
          <a:p xmlns:a="http://schemas.openxmlformats.org/drawingml/2006/main">
            <a:pPr algn="l">
              <a:defRPr sz="1800">
                <a:solidFill>
                  <a:srgbClr val="183E35"/>
                </a:solidFill>
                <a:latin typeface="Pretendard"/>
                <a:ea typeface="Pretendard"/>
                <a:cs typeface="Pretendard"/>
              </a:defRPr>
            </a:pPr>
            <a:r>
              <a:rPr sz="1800">
                <a:solidFill>
                  <a:srgbClr val="183E35"/>
                </a:solidFill>
                <a:latin typeface="Pretendard"/>
                <a:ea typeface="Pretendard"/>
                <a:cs typeface="Pretendard"/>
              </a:rPr>
              <a:t>대지</a:t>
            </a:r>
          </a:p>
        </p:txBody>
      </p:sp>
      <p:pic>
        <p:nvPicPr>
          <p:cNvPr id="13" name="">
            <a:extLst xmlns:a="http://schemas.openxmlformats.org/drawingml/2006/main">
              <a:ext uri="{FF2B5EF4-FFF2-40B4-BE49-F238E27FC236}">
                <a16:creationId xmlns:a16="http://schemas.microsoft.com/office/drawing/2014/main" id="{F007A155-2D4B-4DEB-A6B3-E38E0F96DC61}"/>
              </a:ext>
            </a:extLst>
          </p:cNvPr>
          <p:cNvPicPr>
            <a:picLocks xmlns:a="http://schemas.openxmlformats.org/drawingml/2006/main" noChangeAspect="1"/>
          </p:cNvPicPr>
          <p:nvPr/>
        </p:nvPicPr>
        <p:blipFill>
          <a:blip xmlns:r="http://schemas.openxmlformats.org/officeDocument/2006/relationships" xmlns:a="http://schemas.openxmlformats.org/drawingml/2006/main" r:embed="R2151cb0976a14648"/>
          <a:stretch xmlns:a="http://schemas.openxmlformats.org/drawingml/2006/main"/>
        </p:blipFill>
        <p:spPr>
          <a:xfrm xmlns:a="http://schemas.openxmlformats.org/drawingml/2006/main">
            <a:off x="6762750" y="3714750"/>
            <a:ext cx="371475" cy="371475"/>
          </a:xfrm>
          <a:prstGeom xmlns:a="http://schemas.openxmlformats.org/drawingml/2006/main" prst="rect">
            <a:avLst/>
          </a:prstGeom>
        </p:spPr>
      </p:pic>
      <p:sp>
        <p:nvSpPr>
          <p:cNvPr id="14" name="건물">
            <a:extLst xmlns:a="http://schemas.openxmlformats.org/drawingml/2006/main">
              <a:ext uri="{FF2B5EF4-FFF2-40B4-BE49-F238E27FC236}">
                <a16:creationId xmlns:a16="http://schemas.microsoft.com/office/drawing/2014/main" id="{87AFD52E-3701-4FD5-A782-25AB65D599F1}"/>
              </a:ext>
            </a:extLst>
          </p:cNvPr>
          <p:cNvSpPr>
            <a:spLocks xmlns:a="http://schemas.openxmlformats.org/drawingml/2006/main" noGrp="1"/>
          </p:cNvSpPr>
          <p:nvPr/>
        </p:nvSpPr>
        <p:spPr>
          <a:xfrm xmlns:a="http://schemas.openxmlformats.org/drawingml/2006/main">
            <a:off x="7315200" y="3724275"/>
            <a:ext cx="12668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a:solidFill>
                  <a:srgbClr val="183E35"/>
                </a:solidFill>
                <a:latin typeface="Pretendard"/>
                <a:ea typeface="Pretendard"/>
                <a:cs typeface="Pretendard"/>
              </a:defRPr>
            </a:defPPr>
          </a:lstStyle>
          <a:p xmlns:a="http://schemas.openxmlformats.org/drawingml/2006/main">
            <a:pPr algn="l">
              <a:defRPr sz="1800">
                <a:solidFill>
                  <a:srgbClr val="183E35"/>
                </a:solidFill>
                <a:latin typeface="Pretendard"/>
                <a:ea typeface="Pretendard"/>
                <a:cs typeface="Pretendard"/>
              </a:defRPr>
            </a:pPr>
            <a:r>
              <a:rPr sz="1800">
                <a:solidFill>
                  <a:srgbClr val="183E35"/>
                </a:solidFill>
                <a:latin typeface="Pretendard"/>
                <a:ea typeface="Pretendard"/>
                <a:cs typeface="Pretendard"/>
              </a:rPr>
              <a:t>건물</a:t>
            </a:r>
          </a:p>
        </p:txBody>
      </p:sp>
    </p:spTree>
    <p:extLst>
      <p:ext uri="{BB962C8B-B14F-4D97-AF65-F5344CB8AC3E}">
        <p14:creationId xmlns:p14="http://schemas.microsoft.com/office/powerpoint/2010/main" val="2099727958"/>
      </p:ext>
    </p:extLst>
  </p:cSld>
</p:sld>
</file>

<file path=ppt/slides/slide21.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23" name="연 구독매출 추정">
            <a:extLst xmlns:a="http://schemas.openxmlformats.org/drawingml/2006/main">
              <a:ext uri="{FF2B5EF4-FFF2-40B4-BE49-F238E27FC236}">
                <a16:creationId xmlns:a16="http://schemas.microsoft.com/office/drawing/2014/main" id="{6383EF52-6AB4-4C30-BDB0-BD34F129374B}"/>
              </a:ext>
            </a:extLst>
          </p:cNvPr>
          <p:cNvSpPr>
            <a:spLocks xmlns:a="http://schemas.openxmlformats.org/drawingml/2006/main" noGrp="1"/>
          </p:cNvSpPr>
          <p:nvPr/>
        </p:nvSpPr>
        <p:spPr>
          <a:xfrm xmlns:a="http://schemas.openxmlformats.org/drawingml/2006/main">
            <a:off x="504825" y="257175"/>
            <a:ext cx="628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a:solidFill>
                  <a:srgbClr val="687568"/>
                </a:solidFill>
                <a:latin typeface="Pretendard"/>
                <a:ea typeface="Pretendard"/>
                <a:cs typeface="Pretendard"/>
              </a:defRPr>
            </a:defPPr>
          </a:lstStyle>
          <a:p xmlns:a="http://schemas.openxmlformats.org/drawingml/2006/main">
            <a:pPr algn="l">
              <a:defRPr sz="1050">
                <a:solidFill>
                  <a:srgbClr val="687568"/>
                </a:solidFill>
                <a:latin typeface="Pretendard"/>
                <a:ea typeface="Pretendard"/>
                <a:cs typeface="Pretendard"/>
              </a:defRPr>
            </a:pPr>
            <a:r>
              <a:rPr sz="1050">
                <a:solidFill>
                  <a:srgbClr val="687568"/>
                </a:solidFill>
                <a:latin typeface="Pretendard"/>
                <a:ea typeface="Pretendard"/>
                <a:cs typeface="Pretendard"/>
              </a:rPr>
              <a:t>연 구독매출 추정</a:t>
            </a:r>
          </a:p>
        </p:txBody>
      </p:sp>
      <p:sp>
        <p:nvSpPr>
          <p:cNvPr id="2" name="TAM · SAM · SOM">
            <a:extLst xmlns:a="http://schemas.openxmlformats.org/drawingml/2006/main">
              <a:ext uri="{FF2B5EF4-FFF2-40B4-BE49-F238E27FC236}">
                <a16:creationId xmlns:a16="http://schemas.microsoft.com/office/drawing/2014/main" id="{09AE3E65-BE1C-422D-A262-B45016F503FC}"/>
              </a:ext>
            </a:extLst>
          </p:cNvPr>
          <p:cNvSpPr>
            <a:spLocks xmlns:a="http://schemas.openxmlformats.org/drawingml/2006/main" noGrp="1"/>
          </p:cNvSpPr>
          <p:nvPr/>
        </p:nvSpPr>
        <p:spPr>
          <a:xfrm xmlns:a="http://schemas.openxmlformats.org/drawingml/2006/main">
            <a:off x="476250" y="628650"/>
            <a:ext cx="8248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00" b="1">
                <a:solidFill>
                  <a:srgbClr val="183E35"/>
                </a:solidFill>
                <a:latin typeface="Pretendard"/>
                <a:ea typeface="Pretendard"/>
                <a:cs typeface="Pretendard"/>
              </a:defRPr>
            </a:defPPr>
          </a:lstStyle>
          <a:p xmlns:a="http://schemas.openxmlformats.org/drawingml/2006/main">
            <a:pPr algn="l">
              <a:defRPr sz="3000" b="1">
                <a:solidFill>
                  <a:srgbClr val="183E35"/>
                </a:solidFill>
                <a:latin typeface="Pretendard"/>
                <a:ea typeface="Pretendard"/>
                <a:cs typeface="Pretendard"/>
              </a:defRPr>
            </a:pPr>
            <a:r>
              <a:rPr sz="3000" b="1">
                <a:solidFill>
                  <a:srgbClr val="183E35"/>
                </a:solidFill>
                <a:latin typeface="Pretendard"/>
                <a:ea typeface="Pretendard"/>
                <a:cs typeface="Pretendard"/>
              </a:rPr>
              <a:t>TAM · SAM · SOM</a:t>
            </a:r>
          </a:p>
        </p:txBody>
      </p:sp>
      <p:sp>
        <p:nvSpPr>
          <p:cNvPr id="3" name="21">
            <a:extLst xmlns:a="http://schemas.openxmlformats.org/drawingml/2006/main">
              <a:ext uri="{FF2B5EF4-FFF2-40B4-BE49-F238E27FC236}">
                <a16:creationId xmlns:a16="http://schemas.microsoft.com/office/drawing/2014/main" id="{580C947E-2AF1-41E5-BECB-203365F4F176}"/>
              </a:ext>
            </a:extLst>
          </p:cNvPr>
          <p:cNvSpPr>
            <a:spLocks xmlns:a="http://schemas.openxmlformats.org/drawingml/2006/main" noGrp="1"/>
          </p:cNvSpPr>
          <p:nvPr/>
        </p:nvSpPr>
        <p:spPr>
          <a:xfrm xmlns:a="http://schemas.openxmlformats.org/drawingml/2006/main">
            <a:off x="8534400" y="4781550"/>
            <a:ext cx="295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75" b="0">
                <a:solidFill>
                  <a:srgbClr val="687568"/>
                </a:solidFill>
                <a:latin typeface="Pretendard"/>
                <a:ea typeface="Pretendard"/>
                <a:cs typeface="Pretendard"/>
              </a:defRPr>
            </a:defPPr>
          </a:lstStyle>
          <a:p xmlns:a="http://schemas.openxmlformats.org/drawingml/2006/main">
            <a:pPr algn="r">
              <a:defRPr sz="975" b="0">
                <a:solidFill>
                  <a:srgbClr val="687568"/>
                </a:solidFill>
                <a:latin typeface="Pretendard"/>
                <a:ea typeface="Pretendard"/>
                <a:cs typeface="Pretendard"/>
              </a:defRPr>
            </a:pPr>
            <a:r>
              <a:rPr sz="975" b="0">
                <a:solidFill>
                  <a:srgbClr val="687568"/>
                </a:solidFill>
                <a:latin typeface="Pretendard"/>
                <a:ea typeface="Pretendard"/>
                <a:cs typeface="Pretendard"/>
              </a:rPr>
              <a:t>21</a:t>
            </a:r>
          </a:p>
        </p:txBody>
      </p:sp>
      <p:sp>
        <p:nvSpPr>
          <p:cNvPr id="4" name="">
            <a:extLst xmlns:a="http://schemas.openxmlformats.org/drawingml/2006/main">
              <a:ext uri="{FF2B5EF4-FFF2-40B4-BE49-F238E27FC236}">
                <a16:creationId xmlns:a16="http://schemas.microsoft.com/office/drawing/2014/main" id="{E9ECD29D-6C21-417F-9934-82001AB57A85}"/>
              </a:ext>
            </a:extLst>
          </p:cNvPr>
          <p:cNvSpPr>
            <a:spLocks xmlns:a="http://schemas.openxmlformats.org/drawingml/2006/main" noGrp="1"/>
          </p:cNvSpPr>
          <p:nvPr/>
        </p:nvSpPr>
        <p:spPr>
          <a:xfrm xmlns:a="http://schemas.openxmlformats.org/drawingml/2006/main">
            <a:off x="561975" y="1266825"/>
            <a:ext cx="3276600" cy="3276600"/>
          </a:xfrm>
          <a:prstGeom xmlns:a="http://schemas.openxmlformats.org/drawingml/2006/main" prst="ellipse">
            <a:avLst/>
          </a:prstGeom>
          <a:solidFill xmlns:a="http://schemas.openxmlformats.org/drawingml/2006/main">
            <a:srgbClr val="F5F2E9"/>
          </a:solidFill>
          <a:ln xmlns:a="http://schemas.openxmlformats.org/drawingml/2006/main" w="19050">
            <a:solidFill>
              <a:srgbClr val="183E35"/>
            </a:solidFill>
          </a:ln>
        </p:spPr>
      </p:sp>
      <p:sp>
        <p:nvSpPr>
          <p:cNvPr id="5" name="">
            <a:extLst xmlns:a="http://schemas.openxmlformats.org/drawingml/2006/main">
              <a:ext uri="{FF2B5EF4-FFF2-40B4-BE49-F238E27FC236}">
                <a16:creationId xmlns:a16="http://schemas.microsoft.com/office/drawing/2014/main" id="{832B53BC-EDBE-4CAE-9FFF-A7D30C2EBD4C}"/>
              </a:ext>
            </a:extLst>
          </p:cNvPr>
          <p:cNvSpPr>
            <a:spLocks xmlns:a="http://schemas.openxmlformats.org/drawingml/2006/main" noGrp="1"/>
          </p:cNvSpPr>
          <p:nvPr/>
        </p:nvSpPr>
        <p:spPr>
          <a:xfrm xmlns:a="http://schemas.openxmlformats.org/drawingml/2006/main">
            <a:off x="1104900" y="2352675"/>
            <a:ext cx="2190750" cy="2190750"/>
          </a:xfrm>
          <a:prstGeom xmlns:a="http://schemas.openxmlformats.org/drawingml/2006/main" prst="ellipse">
            <a:avLst/>
          </a:prstGeom>
          <a:solidFill xmlns:a="http://schemas.openxmlformats.org/drawingml/2006/main">
            <a:srgbClr val="F5F2E9"/>
          </a:solidFill>
          <a:ln xmlns:a="http://schemas.openxmlformats.org/drawingml/2006/main" w="19050">
            <a:solidFill>
              <a:srgbClr val="567D89"/>
            </a:solidFill>
          </a:ln>
        </p:spPr>
      </p:sp>
      <p:sp>
        <p:nvSpPr>
          <p:cNvPr id="6" name="">
            <a:extLst xmlns:a="http://schemas.openxmlformats.org/drawingml/2006/main">
              <a:ext uri="{FF2B5EF4-FFF2-40B4-BE49-F238E27FC236}">
                <a16:creationId xmlns:a16="http://schemas.microsoft.com/office/drawing/2014/main" id="{94C0B4F4-135D-4509-A164-B6F6DDD38F7E}"/>
              </a:ext>
            </a:extLst>
          </p:cNvPr>
          <p:cNvSpPr>
            <a:spLocks xmlns:a="http://schemas.openxmlformats.org/drawingml/2006/main" noGrp="1"/>
          </p:cNvSpPr>
          <p:nvPr/>
        </p:nvSpPr>
        <p:spPr>
          <a:xfrm xmlns:a="http://schemas.openxmlformats.org/drawingml/2006/main">
            <a:off x="1552575" y="3248025"/>
            <a:ext cx="1295400" cy="1295400"/>
          </a:xfrm>
          <a:prstGeom xmlns:a="http://schemas.openxmlformats.org/drawingml/2006/main" prst="ellipse">
            <a:avLst/>
          </a:prstGeom>
          <a:solidFill xmlns:a="http://schemas.openxmlformats.org/drawingml/2006/main">
            <a:srgbClr val="F5F2E9"/>
          </a:solidFill>
          <a:ln xmlns:a="http://schemas.openxmlformats.org/drawingml/2006/main" w="19050">
            <a:solidFill>
              <a:srgbClr val="A85437"/>
            </a:solidFill>
          </a:ln>
        </p:spPr>
      </p:sp>
      <p:sp>
        <p:nvSpPr>
          <p:cNvPr id="7" name="TAM">
            <a:extLst xmlns:a="http://schemas.openxmlformats.org/drawingml/2006/main">
              <a:ext uri="{FF2B5EF4-FFF2-40B4-BE49-F238E27FC236}">
                <a16:creationId xmlns:a16="http://schemas.microsoft.com/office/drawing/2014/main" id="{EA1F53EC-7C41-4EB4-9A2A-E03C18FE545B}"/>
              </a:ext>
            </a:extLst>
          </p:cNvPr>
          <p:cNvSpPr>
            <a:spLocks xmlns:a="http://schemas.openxmlformats.org/drawingml/2006/main" noGrp="1"/>
          </p:cNvSpPr>
          <p:nvPr/>
        </p:nvSpPr>
        <p:spPr>
          <a:xfrm xmlns:a="http://schemas.openxmlformats.org/drawingml/2006/main">
            <a:off x="1400175" y="1438275"/>
            <a:ext cx="1600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100" b="0">
                <a:solidFill>
                  <a:srgbClr val="183E35"/>
                </a:solidFill>
                <a:latin typeface="Pretendard"/>
                <a:ea typeface="Pretendard"/>
                <a:cs typeface="Pretendard"/>
              </a:defRPr>
            </a:defPPr>
          </a:lstStyle>
          <a:p xmlns:a="http://schemas.openxmlformats.org/drawingml/2006/main">
            <a:pPr algn="ctr">
              <a:defRPr sz="2100" b="0">
                <a:solidFill>
                  <a:srgbClr val="183E35"/>
                </a:solidFill>
                <a:latin typeface="Pretendard"/>
                <a:ea typeface="Pretendard"/>
                <a:cs typeface="Pretendard"/>
              </a:defRPr>
            </a:pPr>
            <a:r>
              <a:rPr sz="2100" b="0">
                <a:solidFill>
                  <a:srgbClr val="183E35"/>
                </a:solidFill>
                <a:latin typeface="Pretendard"/>
                <a:ea typeface="Pretendard"/>
                <a:cs typeface="Pretendard"/>
              </a:rPr>
              <a:t>TAM</a:t>
            </a:r>
          </a:p>
        </p:txBody>
      </p:sp>
      <p:sp>
        <p:nvSpPr>
          <p:cNvPr id="8" name="등록 종중">
            <a:extLst xmlns:a="http://schemas.openxmlformats.org/drawingml/2006/main">
              <a:ext uri="{FF2B5EF4-FFF2-40B4-BE49-F238E27FC236}">
                <a16:creationId xmlns:a16="http://schemas.microsoft.com/office/drawing/2014/main" id="{B65CCB3E-3681-4008-8B34-292A76FCA470}"/>
              </a:ext>
            </a:extLst>
          </p:cNvPr>
          <p:cNvSpPr>
            <a:spLocks xmlns:a="http://schemas.openxmlformats.org/drawingml/2006/main" noGrp="1"/>
          </p:cNvSpPr>
          <p:nvPr/>
        </p:nvSpPr>
        <p:spPr>
          <a:xfrm xmlns:a="http://schemas.openxmlformats.org/drawingml/2006/main">
            <a:off x="1028700" y="1914525"/>
            <a:ext cx="23526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575">
                <a:solidFill>
                  <a:srgbClr val="183E35"/>
                </a:solidFill>
                <a:latin typeface="Pretendard"/>
                <a:ea typeface="Pretendard"/>
                <a:cs typeface="Pretendard"/>
              </a:defRPr>
            </a:defPPr>
          </a:lstStyle>
          <a:p xmlns:a="http://schemas.openxmlformats.org/drawingml/2006/main">
            <a:pPr algn="ctr">
              <a:defRPr sz="1575">
                <a:solidFill>
                  <a:srgbClr val="183E35"/>
                </a:solidFill>
                <a:latin typeface="Pretendard"/>
                <a:ea typeface="Pretendard"/>
                <a:cs typeface="Pretendard"/>
              </a:defRPr>
            </a:pPr>
            <a:r>
              <a:rPr sz="1575">
                <a:solidFill>
                  <a:srgbClr val="183E35"/>
                </a:solidFill>
                <a:latin typeface="Pretendard"/>
                <a:ea typeface="Pretendard"/>
                <a:cs typeface="Pretendard"/>
              </a:rPr>
              <a:t>등록 종중</a:t>
            </a:r>
          </a:p>
        </p:txBody>
      </p:sp>
      <p:sp>
        <p:nvSpPr>
          <p:cNvPr id="9" name="SAM">
            <a:extLst xmlns:a="http://schemas.openxmlformats.org/drawingml/2006/main">
              <a:ext uri="{FF2B5EF4-FFF2-40B4-BE49-F238E27FC236}">
                <a16:creationId xmlns:a16="http://schemas.microsoft.com/office/drawing/2014/main" id="{8540D065-BA6C-4E21-93A4-E8B1DE8586A3}"/>
              </a:ext>
            </a:extLst>
          </p:cNvPr>
          <p:cNvSpPr>
            <a:spLocks xmlns:a="http://schemas.openxmlformats.org/drawingml/2006/main" noGrp="1"/>
          </p:cNvSpPr>
          <p:nvPr/>
        </p:nvSpPr>
        <p:spPr>
          <a:xfrm xmlns:a="http://schemas.openxmlformats.org/drawingml/2006/main">
            <a:off x="1400175" y="2543175"/>
            <a:ext cx="16002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025" b="0">
                <a:solidFill>
                  <a:srgbClr val="567D89"/>
                </a:solidFill>
                <a:latin typeface="Pretendard"/>
                <a:ea typeface="Pretendard"/>
                <a:cs typeface="Pretendard"/>
              </a:defRPr>
            </a:defPPr>
          </a:lstStyle>
          <a:p xmlns:a="http://schemas.openxmlformats.org/drawingml/2006/main">
            <a:pPr algn="ctr">
              <a:defRPr sz="2025" b="0">
                <a:solidFill>
                  <a:srgbClr val="567D89"/>
                </a:solidFill>
                <a:latin typeface="Pretendard"/>
                <a:ea typeface="Pretendard"/>
                <a:cs typeface="Pretendard"/>
              </a:defRPr>
            </a:pPr>
            <a:r>
              <a:rPr sz="2025" b="0">
                <a:solidFill>
                  <a:srgbClr val="567D89"/>
                </a:solidFill>
                <a:latin typeface="Pretendard"/>
                <a:ea typeface="Pretendard"/>
                <a:cs typeface="Pretendard"/>
              </a:rPr>
              <a:t>SAM</a:t>
            </a:r>
          </a:p>
        </p:txBody>
      </p:sp>
      <p:sp>
        <p:nvSpPr>
          <p:cNvPr id="10" name="전담 관리 20% 제외">
            <a:extLst xmlns:a="http://schemas.openxmlformats.org/drawingml/2006/main">
              <a:ext uri="{FF2B5EF4-FFF2-40B4-BE49-F238E27FC236}">
                <a16:creationId xmlns:a16="http://schemas.microsoft.com/office/drawing/2014/main" id="{854A1CA5-FD58-4C32-BC5D-25F083FED72E}"/>
              </a:ext>
            </a:extLst>
          </p:cNvPr>
          <p:cNvSpPr>
            <a:spLocks xmlns:a="http://schemas.openxmlformats.org/drawingml/2006/main" noGrp="1"/>
          </p:cNvSpPr>
          <p:nvPr/>
        </p:nvSpPr>
        <p:spPr>
          <a:xfrm xmlns:a="http://schemas.openxmlformats.org/drawingml/2006/main">
            <a:off x="1200150" y="2981325"/>
            <a:ext cx="20288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275">
                <a:solidFill>
                  <a:srgbClr val="567D89"/>
                </a:solidFill>
                <a:latin typeface="Pretendard"/>
                <a:ea typeface="Pretendard"/>
                <a:cs typeface="Pretendard"/>
              </a:defRPr>
            </a:defPPr>
          </a:lstStyle>
          <a:p xmlns:a="http://schemas.openxmlformats.org/drawingml/2006/main">
            <a:pPr algn="ctr">
              <a:defRPr sz="1275">
                <a:solidFill>
                  <a:srgbClr val="567D89"/>
                </a:solidFill>
                <a:latin typeface="Pretendard"/>
                <a:ea typeface="Pretendard"/>
                <a:cs typeface="Pretendard"/>
              </a:defRPr>
            </a:pPr>
            <a:r>
              <a:rPr sz="1275">
                <a:solidFill>
                  <a:srgbClr val="567D89"/>
                </a:solidFill>
                <a:latin typeface="Pretendard"/>
                <a:ea typeface="Pretendard"/>
                <a:cs typeface="Pretendard"/>
              </a:rPr>
              <a:t>전담 관리 20% 제외</a:t>
            </a:r>
          </a:p>
        </p:txBody>
      </p:sp>
      <p:sp>
        <p:nvSpPr>
          <p:cNvPr id="11" name="SOM">
            <a:extLst xmlns:a="http://schemas.openxmlformats.org/drawingml/2006/main">
              <a:ext uri="{FF2B5EF4-FFF2-40B4-BE49-F238E27FC236}">
                <a16:creationId xmlns:a16="http://schemas.microsoft.com/office/drawing/2014/main" id="{E52B9CDC-209B-40B1-A0CB-C18FEE155FB5}"/>
              </a:ext>
            </a:extLst>
          </p:cNvPr>
          <p:cNvSpPr>
            <a:spLocks xmlns:a="http://schemas.openxmlformats.org/drawingml/2006/main" noGrp="1"/>
          </p:cNvSpPr>
          <p:nvPr/>
        </p:nvSpPr>
        <p:spPr>
          <a:xfrm xmlns:a="http://schemas.openxmlformats.org/drawingml/2006/main">
            <a:off x="1724025" y="3457575"/>
            <a:ext cx="9715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75" b="0">
                <a:solidFill>
                  <a:srgbClr val="A85437"/>
                </a:solidFill>
                <a:latin typeface="Pretendard"/>
                <a:ea typeface="Pretendard"/>
                <a:cs typeface="Pretendard"/>
              </a:defRPr>
            </a:defPPr>
          </a:lstStyle>
          <a:p xmlns:a="http://schemas.openxmlformats.org/drawingml/2006/main">
            <a:pPr algn="ctr">
              <a:defRPr sz="1875" b="0">
                <a:solidFill>
                  <a:srgbClr val="A85437"/>
                </a:solidFill>
                <a:latin typeface="Pretendard"/>
                <a:ea typeface="Pretendard"/>
                <a:cs typeface="Pretendard"/>
              </a:defRPr>
            </a:pPr>
            <a:r>
              <a:rPr sz="1875" b="0">
                <a:solidFill>
                  <a:srgbClr val="A85437"/>
                </a:solidFill>
                <a:latin typeface="Pretendard"/>
                <a:ea typeface="Pretendard"/>
                <a:cs typeface="Pretendard"/>
              </a:rPr>
              <a:t>SOM</a:t>
            </a:r>
          </a:p>
        </p:txBody>
      </p:sp>
      <p:sp>
        <p:nvSpPr>
          <p:cNvPr id="12" name="3년 내 1%">
            <a:extLst xmlns:a="http://schemas.openxmlformats.org/drawingml/2006/main">
              <a:ext uri="{FF2B5EF4-FFF2-40B4-BE49-F238E27FC236}">
                <a16:creationId xmlns:a16="http://schemas.microsoft.com/office/drawing/2014/main" id="{3102462A-0111-4388-BF3F-5BE7AA247DC0}"/>
              </a:ext>
            </a:extLst>
          </p:cNvPr>
          <p:cNvSpPr>
            <a:spLocks xmlns:a="http://schemas.openxmlformats.org/drawingml/2006/main" noGrp="1"/>
          </p:cNvSpPr>
          <p:nvPr/>
        </p:nvSpPr>
        <p:spPr>
          <a:xfrm xmlns:a="http://schemas.openxmlformats.org/drawingml/2006/main">
            <a:off x="1609725" y="3962400"/>
            <a:ext cx="1190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275">
                <a:solidFill>
                  <a:srgbClr val="A85437"/>
                </a:solidFill>
                <a:latin typeface="Pretendard"/>
                <a:ea typeface="Pretendard"/>
                <a:cs typeface="Pretendard"/>
              </a:defRPr>
            </a:defPPr>
          </a:lstStyle>
          <a:p xmlns:a="http://schemas.openxmlformats.org/drawingml/2006/main">
            <a:pPr algn="ctr">
              <a:defRPr sz="1275">
                <a:solidFill>
                  <a:srgbClr val="A85437"/>
                </a:solidFill>
                <a:latin typeface="Pretendard"/>
                <a:ea typeface="Pretendard"/>
                <a:cs typeface="Pretendard"/>
              </a:defRPr>
            </a:pPr>
            <a:r>
              <a:rPr sz="1275">
                <a:solidFill>
                  <a:srgbClr val="A85437"/>
                </a:solidFill>
                <a:latin typeface="Pretendard"/>
                <a:ea typeface="Pretendard"/>
                <a:cs typeface="Pretendard"/>
              </a:rPr>
              <a:t>3년 내 1%</a:t>
            </a:r>
          </a:p>
        </p:txBody>
      </p:sp>
      <p:sp>
        <p:nvSpPr>
          <p:cNvPr id="13" name="연 50만원 가정">
            <a:extLst xmlns:a="http://schemas.openxmlformats.org/drawingml/2006/main">
              <a:ext uri="{FF2B5EF4-FFF2-40B4-BE49-F238E27FC236}">
                <a16:creationId xmlns:a16="http://schemas.microsoft.com/office/drawing/2014/main" id="{E8F1CEE9-F2EF-4E3E-829A-CCD48C1D07B2}"/>
              </a:ext>
            </a:extLst>
          </p:cNvPr>
          <p:cNvSpPr>
            <a:spLocks xmlns:a="http://schemas.openxmlformats.org/drawingml/2006/main" noGrp="1"/>
          </p:cNvSpPr>
          <p:nvPr/>
        </p:nvSpPr>
        <p:spPr>
          <a:xfrm xmlns:a="http://schemas.openxmlformats.org/drawingml/2006/main">
            <a:off x="6286500" y="895350"/>
            <a:ext cx="2457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350">
                <a:solidFill>
                  <a:srgbClr val="687568"/>
                </a:solidFill>
                <a:latin typeface="Pretendard"/>
                <a:ea typeface="Pretendard"/>
                <a:cs typeface="Pretendard"/>
              </a:defRPr>
            </a:defPPr>
          </a:lstStyle>
          <a:p xmlns:a="http://schemas.openxmlformats.org/drawingml/2006/main">
            <a:pPr algn="r">
              <a:defRPr sz="1350">
                <a:solidFill>
                  <a:srgbClr val="687568"/>
                </a:solidFill>
                <a:latin typeface="Pretendard"/>
                <a:ea typeface="Pretendard"/>
                <a:cs typeface="Pretendard"/>
              </a:defRPr>
            </a:pPr>
            <a:r>
              <a:rPr sz="1350">
                <a:solidFill>
                  <a:srgbClr val="687568"/>
                </a:solidFill>
                <a:latin typeface="Pretendard"/>
                <a:ea typeface="Pretendard"/>
                <a:cs typeface="Pretendard"/>
              </a:rPr>
              <a:t>연 50만원 가정</a:t>
            </a:r>
          </a:p>
        </p:txBody>
      </p:sp>
      <p:sp>
        <p:nvSpPr>
          <p:cNvPr id="14" name="1,185.36">
            <a:extLst xmlns:a="http://schemas.openxmlformats.org/drawingml/2006/main">
              <a:ext uri="{FF2B5EF4-FFF2-40B4-BE49-F238E27FC236}">
                <a16:creationId xmlns:a16="http://schemas.microsoft.com/office/drawing/2014/main" id="{8F0B13CF-F002-4E42-8F25-3B8C4C5428F6}"/>
              </a:ext>
            </a:extLst>
          </p:cNvPr>
          <p:cNvSpPr>
            <a:spLocks xmlns:a="http://schemas.openxmlformats.org/drawingml/2006/main" noGrp="1"/>
          </p:cNvSpPr>
          <p:nvPr/>
        </p:nvSpPr>
        <p:spPr>
          <a:xfrm xmlns:a="http://schemas.openxmlformats.org/drawingml/2006/main">
            <a:off x="4648200" y="1381125"/>
            <a:ext cx="2971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275" b="1">
                <a:solidFill>
                  <a:srgbClr val="183E35"/>
                </a:solidFill>
                <a:latin typeface="Pretendard"/>
                <a:ea typeface="Pretendard"/>
                <a:cs typeface="Pretendard"/>
              </a:defRPr>
            </a:defPPr>
          </a:lstStyle>
          <a:p xmlns:a="http://schemas.openxmlformats.org/drawingml/2006/main">
            <a:pPr algn="l">
              <a:defRPr sz="4275" b="1">
                <a:solidFill>
                  <a:srgbClr val="183E35"/>
                </a:solidFill>
                <a:latin typeface="Pretendard"/>
                <a:ea typeface="Pretendard"/>
                <a:cs typeface="Pretendard"/>
              </a:defRPr>
            </a:pPr>
            <a:r>
              <a:rPr sz="4275" b="1">
                <a:solidFill>
                  <a:srgbClr val="183E35"/>
                </a:solidFill>
                <a:latin typeface="Pretendard"/>
                <a:ea typeface="Pretendard"/>
                <a:cs typeface="Pretendard"/>
              </a:rPr>
              <a:t>1,185.36</a:t>
            </a:r>
          </a:p>
        </p:txBody>
      </p:sp>
      <p:sp>
        <p:nvSpPr>
          <p:cNvPr id="15" name="억원 / 년">
            <a:extLst xmlns:a="http://schemas.openxmlformats.org/drawingml/2006/main">
              <a:ext uri="{FF2B5EF4-FFF2-40B4-BE49-F238E27FC236}">
                <a16:creationId xmlns:a16="http://schemas.microsoft.com/office/drawing/2014/main" id="{BA590565-5028-44D1-87AA-29E8D3E7C15A}"/>
              </a:ext>
            </a:extLst>
          </p:cNvPr>
          <p:cNvSpPr>
            <a:spLocks xmlns:a="http://schemas.openxmlformats.org/drawingml/2006/main" noGrp="1"/>
          </p:cNvSpPr>
          <p:nvPr/>
        </p:nvSpPr>
        <p:spPr>
          <a:xfrm xmlns:a="http://schemas.openxmlformats.org/drawingml/2006/main">
            <a:off x="7553325" y="1685925"/>
            <a:ext cx="12668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a:solidFill>
                  <a:srgbClr val="183E35"/>
                </a:solidFill>
                <a:latin typeface="Pretendard"/>
                <a:ea typeface="Pretendard"/>
                <a:cs typeface="Pretendard"/>
              </a:defRPr>
            </a:defPPr>
          </a:lstStyle>
          <a:p xmlns:a="http://schemas.openxmlformats.org/drawingml/2006/main">
            <a:pPr algn="l">
              <a:defRPr sz="1500">
                <a:solidFill>
                  <a:srgbClr val="183E35"/>
                </a:solidFill>
                <a:latin typeface="Pretendard"/>
                <a:ea typeface="Pretendard"/>
                <a:cs typeface="Pretendard"/>
              </a:defRPr>
            </a:pPr>
            <a:r>
              <a:rPr sz="1500">
                <a:solidFill>
                  <a:srgbClr val="183E35"/>
                </a:solidFill>
                <a:latin typeface="Pretendard"/>
                <a:ea typeface="Pretendard"/>
                <a:cs typeface="Pretendard"/>
              </a:rPr>
              <a:t>억원 / 년</a:t>
            </a:r>
          </a:p>
        </p:txBody>
      </p:sp>
      <p:sp>
        <p:nvSpPr>
          <p:cNvPr id="16" name="237,071개">
            <a:extLst xmlns:a="http://schemas.openxmlformats.org/drawingml/2006/main">
              <a:ext uri="{FF2B5EF4-FFF2-40B4-BE49-F238E27FC236}">
                <a16:creationId xmlns:a16="http://schemas.microsoft.com/office/drawing/2014/main" id="{B5B10B5C-8E70-4FD7-B32B-72F8D60E806A}"/>
              </a:ext>
            </a:extLst>
          </p:cNvPr>
          <p:cNvSpPr>
            <a:spLocks xmlns:a="http://schemas.openxmlformats.org/drawingml/2006/main" noGrp="1"/>
          </p:cNvSpPr>
          <p:nvPr/>
        </p:nvSpPr>
        <p:spPr>
          <a:xfrm xmlns:a="http://schemas.openxmlformats.org/drawingml/2006/main">
            <a:off x="4695825" y="2133600"/>
            <a:ext cx="38957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a:solidFill>
                  <a:srgbClr val="687568"/>
                </a:solidFill>
                <a:latin typeface="Pretendard"/>
                <a:ea typeface="Pretendard"/>
                <a:cs typeface="Pretendard"/>
              </a:defRPr>
            </a:defPPr>
          </a:lstStyle>
          <a:p xmlns:a="http://schemas.openxmlformats.org/drawingml/2006/main">
            <a:pPr algn="l">
              <a:defRPr sz="1500">
                <a:solidFill>
                  <a:srgbClr val="687568"/>
                </a:solidFill>
                <a:latin typeface="Pretendard"/>
                <a:ea typeface="Pretendard"/>
                <a:cs typeface="Pretendard"/>
              </a:defRPr>
            </a:pPr>
            <a:r>
              <a:rPr sz="1500">
                <a:solidFill>
                  <a:srgbClr val="687568"/>
                </a:solidFill>
                <a:latin typeface="Pretendard"/>
                <a:ea typeface="Pretendard"/>
                <a:cs typeface="Pretendard"/>
              </a:rPr>
              <a:t>237,071개</a:t>
            </a:r>
          </a:p>
        </p:txBody>
      </p:sp>
      <p:sp>
        <p:nvSpPr>
          <p:cNvPr id="17" name="948.29">
            <a:extLst xmlns:a="http://schemas.openxmlformats.org/drawingml/2006/main">
              <a:ext uri="{FF2B5EF4-FFF2-40B4-BE49-F238E27FC236}">
                <a16:creationId xmlns:a16="http://schemas.microsoft.com/office/drawing/2014/main" id="{637AB457-767E-4A68-921E-033C5C24CD80}"/>
              </a:ext>
            </a:extLst>
          </p:cNvPr>
          <p:cNvSpPr>
            <a:spLocks xmlns:a="http://schemas.openxmlformats.org/drawingml/2006/main" noGrp="1"/>
          </p:cNvSpPr>
          <p:nvPr/>
        </p:nvSpPr>
        <p:spPr>
          <a:xfrm xmlns:a="http://schemas.openxmlformats.org/drawingml/2006/main">
            <a:off x="4648200" y="2543175"/>
            <a:ext cx="2971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275" b="1">
                <a:solidFill>
                  <a:srgbClr val="567D89"/>
                </a:solidFill>
                <a:latin typeface="Pretendard"/>
                <a:ea typeface="Pretendard"/>
                <a:cs typeface="Pretendard"/>
              </a:defRPr>
            </a:defPPr>
          </a:lstStyle>
          <a:p xmlns:a="http://schemas.openxmlformats.org/drawingml/2006/main">
            <a:pPr algn="l">
              <a:defRPr sz="4275" b="1">
                <a:solidFill>
                  <a:srgbClr val="567D89"/>
                </a:solidFill>
                <a:latin typeface="Pretendard"/>
                <a:ea typeface="Pretendard"/>
                <a:cs typeface="Pretendard"/>
              </a:defRPr>
            </a:pPr>
            <a:r>
              <a:rPr sz="4275" b="1">
                <a:solidFill>
                  <a:srgbClr val="567D89"/>
                </a:solidFill>
                <a:latin typeface="Pretendard"/>
                <a:ea typeface="Pretendard"/>
                <a:cs typeface="Pretendard"/>
              </a:rPr>
              <a:t>948.29</a:t>
            </a:r>
          </a:p>
        </p:txBody>
      </p:sp>
      <p:sp>
        <p:nvSpPr>
          <p:cNvPr id="18" name="억원 / 년">
            <a:extLst xmlns:a="http://schemas.openxmlformats.org/drawingml/2006/main">
              <a:ext uri="{FF2B5EF4-FFF2-40B4-BE49-F238E27FC236}">
                <a16:creationId xmlns:a16="http://schemas.microsoft.com/office/drawing/2014/main" id="{DE210DF6-279D-41A3-890A-E57B6EEB9C3C}"/>
              </a:ext>
            </a:extLst>
          </p:cNvPr>
          <p:cNvSpPr>
            <a:spLocks xmlns:a="http://schemas.openxmlformats.org/drawingml/2006/main" noGrp="1"/>
          </p:cNvSpPr>
          <p:nvPr/>
        </p:nvSpPr>
        <p:spPr>
          <a:xfrm xmlns:a="http://schemas.openxmlformats.org/drawingml/2006/main">
            <a:off x="7553325" y="2847975"/>
            <a:ext cx="12668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a:solidFill>
                  <a:srgbClr val="567D89"/>
                </a:solidFill>
                <a:latin typeface="Pretendard"/>
                <a:ea typeface="Pretendard"/>
                <a:cs typeface="Pretendard"/>
              </a:defRPr>
            </a:defPPr>
          </a:lstStyle>
          <a:p xmlns:a="http://schemas.openxmlformats.org/drawingml/2006/main">
            <a:pPr algn="l">
              <a:defRPr sz="1500">
                <a:solidFill>
                  <a:srgbClr val="567D89"/>
                </a:solidFill>
                <a:latin typeface="Pretendard"/>
                <a:ea typeface="Pretendard"/>
                <a:cs typeface="Pretendard"/>
              </a:defRPr>
            </a:pPr>
            <a:r>
              <a:rPr sz="1500">
                <a:solidFill>
                  <a:srgbClr val="567D89"/>
                </a:solidFill>
                <a:latin typeface="Pretendard"/>
                <a:ea typeface="Pretendard"/>
                <a:cs typeface="Pretendard"/>
              </a:rPr>
              <a:t>억원 / 년</a:t>
            </a:r>
          </a:p>
        </p:txBody>
      </p:sp>
      <p:sp>
        <p:nvSpPr>
          <p:cNvPr id="19" name="189,657개">
            <a:extLst xmlns:a="http://schemas.openxmlformats.org/drawingml/2006/main">
              <a:ext uri="{FF2B5EF4-FFF2-40B4-BE49-F238E27FC236}">
                <a16:creationId xmlns:a16="http://schemas.microsoft.com/office/drawing/2014/main" id="{9DA334D8-62BE-4263-9A7A-0DA7111F8041}"/>
              </a:ext>
            </a:extLst>
          </p:cNvPr>
          <p:cNvSpPr>
            <a:spLocks xmlns:a="http://schemas.openxmlformats.org/drawingml/2006/main" noGrp="1"/>
          </p:cNvSpPr>
          <p:nvPr/>
        </p:nvSpPr>
        <p:spPr>
          <a:xfrm xmlns:a="http://schemas.openxmlformats.org/drawingml/2006/main">
            <a:off x="4695825" y="3295650"/>
            <a:ext cx="38957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a:solidFill>
                  <a:srgbClr val="687568"/>
                </a:solidFill>
                <a:latin typeface="Pretendard"/>
                <a:ea typeface="Pretendard"/>
                <a:cs typeface="Pretendard"/>
              </a:defRPr>
            </a:defPPr>
          </a:lstStyle>
          <a:p xmlns:a="http://schemas.openxmlformats.org/drawingml/2006/main">
            <a:pPr algn="l">
              <a:defRPr sz="1500">
                <a:solidFill>
                  <a:srgbClr val="687568"/>
                </a:solidFill>
                <a:latin typeface="Pretendard"/>
                <a:ea typeface="Pretendard"/>
                <a:cs typeface="Pretendard"/>
              </a:defRPr>
            </a:pPr>
            <a:r>
              <a:rPr sz="1500">
                <a:solidFill>
                  <a:srgbClr val="687568"/>
                </a:solidFill>
                <a:latin typeface="Pretendard"/>
                <a:ea typeface="Pretendard"/>
                <a:cs typeface="Pretendard"/>
              </a:rPr>
              <a:t>189,657개</a:t>
            </a:r>
          </a:p>
        </p:txBody>
      </p:sp>
      <p:sp>
        <p:nvSpPr>
          <p:cNvPr id="20" name="9.49">
            <a:extLst xmlns:a="http://schemas.openxmlformats.org/drawingml/2006/main">
              <a:ext uri="{FF2B5EF4-FFF2-40B4-BE49-F238E27FC236}">
                <a16:creationId xmlns:a16="http://schemas.microsoft.com/office/drawing/2014/main" id="{CCC81193-B251-4302-8626-F36795B01D82}"/>
              </a:ext>
            </a:extLst>
          </p:cNvPr>
          <p:cNvSpPr>
            <a:spLocks xmlns:a="http://schemas.openxmlformats.org/drawingml/2006/main" noGrp="1"/>
          </p:cNvSpPr>
          <p:nvPr/>
        </p:nvSpPr>
        <p:spPr>
          <a:xfrm xmlns:a="http://schemas.openxmlformats.org/drawingml/2006/main">
            <a:off x="4648200" y="3705225"/>
            <a:ext cx="2971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275" b="1">
                <a:solidFill>
                  <a:srgbClr val="A85437"/>
                </a:solidFill>
                <a:latin typeface="Pretendard"/>
                <a:ea typeface="Pretendard"/>
                <a:cs typeface="Pretendard"/>
              </a:defRPr>
            </a:defPPr>
          </a:lstStyle>
          <a:p xmlns:a="http://schemas.openxmlformats.org/drawingml/2006/main">
            <a:pPr algn="l">
              <a:defRPr sz="4275" b="1">
                <a:solidFill>
                  <a:srgbClr val="A85437"/>
                </a:solidFill>
                <a:latin typeface="Pretendard"/>
                <a:ea typeface="Pretendard"/>
                <a:cs typeface="Pretendard"/>
              </a:defRPr>
            </a:pPr>
            <a:r>
              <a:rPr sz="4275" b="1">
                <a:solidFill>
                  <a:srgbClr val="A85437"/>
                </a:solidFill>
                <a:latin typeface="Pretendard"/>
                <a:ea typeface="Pretendard"/>
                <a:cs typeface="Pretendard"/>
              </a:rPr>
              <a:t>9.49</a:t>
            </a:r>
          </a:p>
        </p:txBody>
      </p:sp>
      <p:sp>
        <p:nvSpPr>
          <p:cNvPr id="21" name="억원 / 년">
            <a:extLst xmlns:a="http://schemas.openxmlformats.org/drawingml/2006/main">
              <a:ext uri="{FF2B5EF4-FFF2-40B4-BE49-F238E27FC236}">
                <a16:creationId xmlns:a16="http://schemas.microsoft.com/office/drawing/2014/main" id="{7AF6A80D-DD59-450B-8456-BAED34096C92}"/>
              </a:ext>
            </a:extLst>
          </p:cNvPr>
          <p:cNvSpPr>
            <a:spLocks xmlns:a="http://schemas.openxmlformats.org/drawingml/2006/main" noGrp="1"/>
          </p:cNvSpPr>
          <p:nvPr/>
        </p:nvSpPr>
        <p:spPr>
          <a:xfrm xmlns:a="http://schemas.openxmlformats.org/drawingml/2006/main">
            <a:off x="7553325" y="4010025"/>
            <a:ext cx="12668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a:solidFill>
                  <a:srgbClr val="A85437"/>
                </a:solidFill>
                <a:latin typeface="Pretendard"/>
                <a:ea typeface="Pretendard"/>
                <a:cs typeface="Pretendard"/>
              </a:defRPr>
            </a:defPPr>
          </a:lstStyle>
          <a:p xmlns:a="http://schemas.openxmlformats.org/drawingml/2006/main">
            <a:pPr algn="l">
              <a:defRPr sz="1500">
                <a:solidFill>
                  <a:srgbClr val="A85437"/>
                </a:solidFill>
                <a:latin typeface="Pretendard"/>
                <a:ea typeface="Pretendard"/>
                <a:cs typeface="Pretendard"/>
              </a:defRPr>
            </a:pPr>
            <a:r>
              <a:rPr sz="1500">
                <a:solidFill>
                  <a:srgbClr val="A85437"/>
                </a:solidFill>
                <a:latin typeface="Pretendard"/>
                <a:ea typeface="Pretendard"/>
                <a:cs typeface="Pretendard"/>
              </a:rPr>
              <a:t>억원 / 년</a:t>
            </a:r>
          </a:p>
        </p:txBody>
      </p:sp>
      <p:sp>
        <p:nvSpPr>
          <p:cNvPr id="22" name="1,897개">
            <a:extLst xmlns:a="http://schemas.openxmlformats.org/drawingml/2006/main">
              <a:ext uri="{FF2B5EF4-FFF2-40B4-BE49-F238E27FC236}">
                <a16:creationId xmlns:a16="http://schemas.microsoft.com/office/drawing/2014/main" id="{9B9957EC-9057-4C7E-8FF4-7852754DD1CE}"/>
              </a:ext>
            </a:extLst>
          </p:cNvPr>
          <p:cNvSpPr>
            <a:spLocks xmlns:a="http://schemas.openxmlformats.org/drawingml/2006/main" noGrp="1"/>
          </p:cNvSpPr>
          <p:nvPr/>
        </p:nvSpPr>
        <p:spPr>
          <a:xfrm xmlns:a="http://schemas.openxmlformats.org/drawingml/2006/main">
            <a:off x="4695825" y="4457700"/>
            <a:ext cx="38957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a:solidFill>
                  <a:srgbClr val="687568"/>
                </a:solidFill>
                <a:latin typeface="Pretendard"/>
                <a:ea typeface="Pretendard"/>
                <a:cs typeface="Pretendard"/>
              </a:defRPr>
            </a:defPPr>
          </a:lstStyle>
          <a:p xmlns:a="http://schemas.openxmlformats.org/drawingml/2006/main">
            <a:pPr algn="l">
              <a:defRPr sz="1500">
                <a:solidFill>
                  <a:srgbClr val="687568"/>
                </a:solidFill>
                <a:latin typeface="Pretendard"/>
                <a:ea typeface="Pretendard"/>
                <a:cs typeface="Pretendard"/>
              </a:defRPr>
            </a:pPr>
            <a:r>
              <a:rPr sz="1500">
                <a:solidFill>
                  <a:srgbClr val="687568"/>
                </a:solidFill>
                <a:latin typeface="Pretendard"/>
                <a:ea typeface="Pretendard"/>
                <a:cs typeface="Pretendard"/>
              </a:rPr>
              <a:t>1,897개</a:t>
            </a:r>
          </a:p>
        </p:txBody>
      </p:sp>
    </p:spTree>
    <p:extLst>
      <p:ext uri="{BB962C8B-B14F-4D97-AF65-F5344CB8AC3E}">
        <p14:creationId xmlns:p14="http://schemas.microsoft.com/office/powerpoint/2010/main" val="778406977"/>
      </p:ext>
    </p:extLst>
  </p:cSld>
</p:sld>
</file>

<file path=ppt/slides/slide22.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5" name="연 50만원 기준">
            <a:extLst xmlns:a="http://schemas.openxmlformats.org/drawingml/2006/main">
              <a:ext uri="{FF2B5EF4-FFF2-40B4-BE49-F238E27FC236}">
                <a16:creationId xmlns:a16="http://schemas.microsoft.com/office/drawing/2014/main" id="{91539E07-9377-4990-A314-F2AE311EB639}"/>
              </a:ext>
            </a:extLst>
          </p:cNvPr>
          <p:cNvSpPr>
            <a:spLocks xmlns:a="http://schemas.openxmlformats.org/drawingml/2006/main" noGrp="1"/>
          </p:cNvSpPr>
          <p:nvPr/>
        </p:nvSpPr>
        <p:spPr>
          <a:xfrm xmlns:a="http://schemas.openxmlformats.org/drawingml/2006/main">
            <a:off x="504825" y="257175"/>
            <a:ext cx="628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a:solidFill>
                  <a:srgbClr val="687568"/>
                </a:solidFill>
                <a:latin typeface="Pretendard"/>
                <a:ea typeface="Pretendard"/>
                <a:cs typeface="Pretendard"/>
              </a:defRPr>
            </a:defPPr>
          </a:lstStyle>
          <a:p xmlns:a="http://schemas.openxmlformats.org/drawingml/2006/main">
            <a:pPr algn="l">
              <a:defRPr sz="1050">
                <a:solidFill>
                  <a:srgbClr val="687568"/>
                </a:solidFill>
                <a:latin typeface="Pretendard"/>
                <a:ea typeface="Pretendard"/>
                <a:cs typeface="Pretendard"/>
              </a:defRPr>
            </a:pPr>
            <a:r>
              <a:rPr sz="1050">
                <a:solidFill>
                  <a:srgbClr val="687568"/>
                </a:solidFill>
                <a:latin typeface="Pretendard"/>
                <a:ea typeface="Pretendard"/>
                <a:cs typeface="Pretendard"/>
              </a:rPr>
              <a:t>연 50만원 기준</a:t>
            </a:r>
          </a:p>
        </p:txBody>
      </p:sp>
      <p:sp>
        <p:nvSpPr>
          <p:cNvPr id="2" name="3년 내 확보율별 매출 추정">
            <a:extLst xmlns:a="http://schemas.openxmlformats.org/drawingml/2006/main">
              <a:ext uri="{FF2B5EF4-FFF2-40B4-BE49-F238E27FC236}">
                <a16:creationId xmlns:a16="http://schemas.microsoft.com/office/drawing/2014/main" id="{66F2C1B2-AF79-4835-81BD-0C5A8835094A}"/>
              </a:ext>
            </a:extLst>
          </p:cNvPr>
          <p:cNvSpPr>
            <a:spLocks xmlns:a="http://schemas.openxmlformats.org/drawingml/2006/main" noGrp="1"/>
          </p:cNvSpPr>
          <p:nvPr/>
        </p:nvSpPr>
        <p:spPr>
          <a:xfrm xmlns:a="http://schemas.openxmlformats.org/drawingml/2006/main">
            <a:off x="476250" y="628650"/>
            <a:ext cx="8248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00" b="1">
                <a:solidFill>
                  <a:srgbClr val="183E35"/>
                </a:solidFill>
                <a:latin typeface="Pretendard"/>
                <a:ea typeface="Pretendard"/>
                <a:cs typeface="Pretendard"/>
              </a:defRPr>
            </a:defPPr>
          </a:lstStyle>
          <a:p xmlns:a="http://schemas.openxmlformats.org/drawingml/2006/main">
            <a:pPr algn="l">
              <a:defRPr sz="3000" b="1">
                <a:solidFill>
                  <a:srgbClr val="183E35"/>
                </a:solidFill>
                <a:latin typeface="Pretendard"/>
                <a:ea typeface="Pretendard"/>
                <a:cs typeface="Pretendard"/>
              </a:defRPr>
            </a:pPr>
            <a:r>
              <a:rPr sz="3000" b="1">
                <a:solidFill>
                  <a:srgbClr val="183E35"/>
                </a:solidFill>
                <a:latin typeface="Pretendard"/>
                <a:ea typeface="Pretendard"/>
                <a:cs typeface="Pretendard"/>
              </a:rPr>
              <a:t>3년 내 확보율별 매출 추정</a:t>
            </a:r>
          </a:p>
        </p:txBody>
      </p:sp>
      <p:sp>
        <p:nvSpPr>
          <p:cNvPr id="3" name="22">
            <a:extLst xmlns:a="http://schemas.openxmlformats.org/drawingml/2006/main">
              <a:ext uri="{FF2B5EF4-FFF2-40B4-BE49-F238E27FC236}">
                <a16:creationId xmlns:a16="http://schemas.microsoft.com/office/drawing/2014/main" id="{248C3F41-2DCA-4EAD-A3E4-0B2C18FBB32F}"/>
              </a:ext>
            </a:extLst>
          </p:cNvPr>
          <p:cNvSpPr>
            <a:spLocks xmlns:a="http://schemas.openxmlformats.org/drawingml/2006/main" noGrp="1"/>
          </p:cNvSpPr>
          <p:nvPr/>
        </p:nvSpPr>
        <p:spPr>
          <a:xfrm xmlns:a="http://schemas.openxmlformats.org/drawingml/2006/main">
            <a:off x="8534400" y="4781550"/>
            <a:ext cx="295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75" b="0">
                <a:solidFill>
                  <a:srgbClr val="687568"/>
                </a:solidFill>
                <a:latin typeface="Pretendard"/>
                <a:ea typeface="Pretendard"/>
                <a:cs typeface="Pretendard"/>
              </a:defRPr>
            </a:defPPr>
          </a:lstStyle>
          <a:p xmlns:a="http://schemas.openxmlformats.org/drawingml/2006/main">
            <a:pPr algn="r">
              <a:defRPr sz="975" b="0">
                <a:solidFill>
                  <a:srgbClr val="687568"/>
                </a:solidFill>
                <a:latin typeface="Pretendard"/>
                <a:ea typeface="Pretendard"/>
                <a:cs typeface="Pretendard"/>
              </a:defRPr>
            </a:pPr>
            <a:r>
              <a:rPr sz="975" b="0">
                <a:solidFill>
                  <a:srgbClr val="687568"/>
                </a:solidFill>
                <a:latin typeface="Pretendard"/>
                <a:ea typeface="Pretendard"/>
                <a:cs typeface="Pretendard"/>
              </a:rPr>
              <a:t>22</a:t>
            </a:r>
          </a:p>
        </p:txBody>
      </p:sp>
      <p:graphicFrame>
        <p:nvGraphicFramePr>
          <p:cNvPr id="4" name="Chart">
            <a:extLst xmlns:a="http://schemas.openxmlformats.org/drawingml/2006/main">
              <a:ext uri="{FF2B5EF4-FFF2-40B4-BE49-F238E27FC236}">
                <a16:creationId xmlns:a16="http://schemas.microsoft.com/office/drawing/2014/main" id="{26EC51AB-69A5-4814-98F1-212F3E631B2A}"/>
              </a:ext>
            </a:extLst>
          </p:cNvPr>
          <p:cNvGraphicFramePr/>
          <p:nvPr/>
        </p:nvGraphicFramePr>
        <p:xfrm>
          <a:off xmlns:a="http://schemas.openxmlformats.org/drawingml/2006/main" x="619125" y="1504950"/>
          <a:ext xmlns:a="http://schemas.openxmlformats.org/drawingml/2006/main" cx="7886700" cy="2857500"/>
        </p:xfrm>
        <a:graphic xmlns:a="http://schemas.openxmlformats.org/drawingml/2006/main">
          <a:graphicData uri="http://schemas.openxmlformats.org/drawingml/2006/chart">
            <c:chart xmlns:r="http://schemas.openxmlformats.org/officeDocument/2006/relationships" xmlns:c="http://schemas.openxmlformats.org/drawingml/2006/chart" r:id="Ra41165edb5774749"/>
          </a:graphicData>
        </a:graphic>
      </p:graphicFrame>
    </p:spTree>
    <p:extLst>
      <p:ext uri="{BB962C8B-B14F-4D97-AF65-F5344CB8AC3E}">
        <p14:creationId xmlns:p14="http://schemas.microsoft.com/office/powerpoint/2010/main" val="1525480210"/>
      </p:ext>
    </p:extLst>
  </p:cSld>
</p:sld>
</file>

<file path=ppt/slides/slide23.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cxnSp>
        <p:nvCxnSpPr>
          <p:cNvPr id="15" name="">
            <a:extLst xmlns:a="http://schemas.openxmlformats.org/drawingml/2006/main">
              <a:ext uri="{FF2B5EF4-FFF2-40B4-BE49-F238E27FC236}">
                <a16:creationId xmlns:a16="http://schemas.microsoft.com/office/drawing/2014/main" id="{B85A40E5-3097-4C08-ADF0-12DC7AEE6147}"/>
              </a:ext>
            </a:extLst>
          </p:cNvPr>
          <p:cNvCxnSpPr>
            <a:stCxn xmlns:a="http://schemas.openxmlformats.org/drawingml/2006/main" id="3" idx="2"/>
            <a:endCxn xmlns:a="http://schemas.openxmlformats.org/drawingml/2006/main" id="9" idx="6"/>
          </p:cNvCxnSpPr>
          <p:nvPr/>
        </p:nvCxnSpPr>
        <p:spPr>
          <a:xfrm xmlns:a="http://schemas.openxmlformats.org/drawingml/2006/main" flipH="1">
            <a:off x="2038350" y="3000375"/>
            <a:ext cx="1828800" cy="85725"/>
          </a:xfrm>
          <a:prstGeom xmlns:a="http://schemas.openxmlformats.org/drawingml/2006/main" prst="straightConnector1">
            <a:avLst/>
          </a:prstGeom>
          <a:ln xmlns:a="http://schemas.openxmlformats.org/drawingml/2006/main" w="19050">
            <a:solidFill>
              <a:srgbClr val="D2DCD6"/>
            </a:solidFill>
          </a:ln>
        </p:spPr>
      </p:cxnSp>
      <p:cxnSp>
        <p:nvCxnSpPr>
          <p:cNvPr id="14" name="">
            <a:extLst xmlns:a="http://schemas.openxmlformats.org/drawingml/2006/main">
              <a:ext uri="{FF2B5EF4-FFF2-40B4-BE49-F238E27FC236}">
                <a16:creationId xmlns:a16="http://schemas.microsoft.com/office/drawing/2014/main" id="{C97525A9-77B2-44EF-844A-C65D235F4156}"/>
              </a:ext>
            </a:extLst>
          </p:cNvPr>
          <p:cNvCxnSpPr>
            <a:stCxn xmlns:a="http://schemas.openxmlformats.org/drawingml/2006/main" id="3" idx="3"/>
            <a:endCxn xmlns:a="http://schemas.openxmlformats.org/drawingml/2006/main" id="8" idx="7"/>
          </p:cNvCxnSpPr>
          <p:nvPr/>
        </p:nvCxnSpPr>
        <p:spPr>
          <a:xfrm xmlns:a="http://schemas.openxmlformats.org/drawingml/2006/main" flipH="1">
            <a:off x="3315773" y="3498779"/>
            <a:ext cx="757822" cy="472072"/>
          </a:xfrm>
          <a:prstGeom xmlns:a="http://schemas.openxmlformats.org/drawingml/2006/main" prst="straightConnector1">
            <a:avLst/>
          </a:prstGeom>
          <a:ln xmlns:a="http://schemas.openxmlformats.org/drawingml/2006/main" w="19050">
            <a:solidFill>
              <a:srgbClr val="D2DCD6"/>
            </a:solidFill>
          </a:ln>
        </p:spPr>
      </p:cxnSp>
      <p:cxnSp>
        <p:nvCxnSpPr>
          <p:cNvPr id="13" name="">
            <a:extLst xmlns:a="http://schemas.openxmlformats.org/drawingml/2006/main">
              <a:ext uri="{FF2B5EF4-FFF2-40B4-BE49-F238E27FC236}">
                <a16:creationId xmlns:a16="http://schemas.microsoft.com/office/drawing/2014/main" id="{278D6A6B-461E-4022-A268-A8F825DD8A63}"/>
              </a:ext>
            </a:extLst>
          </p:cNvPr>
          <p:cNvCxnSpPr>
            <a:stCxn xmlns:a="http://schemas.openxmlformats.org/drawingml/2006/main" id="3" idx="5"/>
            <a:endCxn xmlns:a="http://schemas.openxmlformats.org/drawingml/2006/main" id="7" idx="1"/>
          </p:cNvCxnSpPr>
          <p:nvPr/>
        </p:nvCxnSpPr>
        <p:spPr>
          <a:xfrm xmlns:a="http://schemas.openxmlformats.org/drawingml/2006/main">
            <a:off x="5070404" y="3498779"/>
            <a:ext cx="757822" cy="472072"/>
          </a:xfrm>
          <a:prstGeom xmlns:a="http://schemas.openxmlformats.org/drawingml/2006/main" prst="straightConnector1">
            <a:avLst/>
          </a:prstGeom>
          <a:ln xmlns:a="http://schemas.openxmlformats.org/drawingml/2006/main" w="19050">
            <a:solidFill>
              <a:srgbClr val="D2DCD6"/>
            </a:solidFill>
          </a:ln>
        </p:spPr>
      </p:cxnSp>
      <p:cxnSp>
        <p:nvCxnSpPr>
          <p:cNvPr id="12" name="">
            <a:extLst xmlns:a="http://schemas.openxmlformats.org/drawingml/2006/main">
              <a:ext uri="{FF2B5EF4-FFF2-40B4-BE49-F238E27FC236}">
                <a16:creationId xmlns:a16="http://schemas.microsoft.com/office/drawing/2014/main" id="{BA29BC47-54FD-44BD-8FFF-169E4210ECFE}"/>
              </a:ext>
            </a:extLst>
          </p:cNvPr>
          <p:cNvCxnSpPr>
            <a:stCxn xmlns:a="http://schemas.openxmlformats.org/drawingml/2006/main" id="3" idx="6"/>
            <a:endCxn xmlns:a="http://schemas.openxmlformats.org/drawingml/2006/main" id="6" idx="2"/>
          </p:cNvCxnSpPr>
          <p:nvPr/>
        </p:nvCxnSpPr>
        <p:spPr>
          <a:xfrm xmlns:a="http://schemas.openxmlformats.org/drawingml/2006/main">
            <a:off x="5276850" y="3000375"/>
            <a:ext cx="1828800" cy="85725"/>
          </a:xfrm>
          <a:prstGeom xmlns:a="http://schemas.openxmlformats.org/drawingml/2006/main" prst="straightConnector1">
            <a:avLst/>
          </a:prstGeom>
          <a:ln xmlns:a="http://schemas.openxmlformats.org/drawingml/2006/main" w="19050">
            <a:solidFill>
              <a:srgbClr val="D2DCD6"/>
            </a:solidFill>
          </a:ln>
        </p:spPr>
      </p:cxnSp>
      <p:cxnSp>
        <p:nvCxnSpPr>
          <p:cNvPr id="11" name="">
            <a:extLst xmlns:a="http://schemas.openxmlformats.org/drawingml/2006/main">
              <a:ext uri="{FF2B5EF4-FFF2-40B4-BE49-F238E27FC236}">
                <a16:creationId xmlns:a16="http://schemas.microsoft.com/office/drawing/2014/main" id="{BE450837-99CD-4AB5-ADF6-7CCE3754C3CA}"/>
              </a:ext>
            </a:extLst>
          </p:cNvPr>
          <p:cNvCxnSpPr>
            <a:stCxn xmlns:a="http://schemas.openxmlformats.org/drawingml/2006/main" id="3" idx="7"/>
            <a:endCxn xmlns:a="http://schemas.openxmlformats.org/drawingml/2006/main" id="5" idx="3"/>
          </p:cNvCxnSpPr>
          <p:nvPr/>
        </p:nvCxnSpPr>
        <p:spPr>
          <a:xfrm xmlns:a="http://schemas.openxmlformats.org/drawingml/2006/main" flipV="1">
            <a:off x="5070404" y="2067998"/>
            <a:ext cx="1053097" cy="433972"/>
          </a:xfrm>
          <a:prstGeom xmlns:a="http://schemas.openxmlformats.org/drawingml/2006/main" prst="straightConnector1">
            <a:avLst/>
          </a:prstGeom>
          <a:ln xmlns:a="http://schemas.openxmlformats.org/drawingml/2006/main" w="19050">
            <a:solidFill>
              <a:srgbClr val="D2DCD6"/>
            </a:solidFill>
          </a:ln>
        </p:spPr>
      </p:cxnSp>
      <p:cxnSp>
        <p:nvCxnSpPr>
          <p:cNvPr id="10" name="">
            <a:extLst xmlns:a="http://schemas.openxmlformats.org/drawingml/2006/main">
              <a:ext uri="{FF2B5EF4-FFF2-40B4-BE49-F238E27FC236}">
                <a16:creationId xmlns:a16="http://schemas.microsoft.com/office/drawing/2014/main" id="{50DC400B-0A6C-4C94-AC60-E72FEC3DDC75}"/>
              </a:ext>
            </a:extLst>
          </p:cNvPr>
          <p:cNvCxnSpPr>
            <a:stCxn xmlns:a="http://schemas.openxmlformats.org/drawingml/2006/main" id="3" idx="1"/>
            <a:endCxn xmlns:a="http://schemas.openxmlformats.org/drawingml/2006/main" id="4" idx="5"/>
          </p:cNvCxnSpPr>
          <p:nvPr/>
        </p:nvCxnSpPr>
        <p:spPr>
          <a:xfrm xmlns:a="http://schemas.openxmlformats.org/drawingml/2006/main" flipH="1" flipV="1">
            <a:off x="3020498" y="2067998"/>
            <a:ext cx="1053097" cy="433972"/>
          </a:xfrm>
          <a:prstGeom xmlns:a="http://schemas.openxmlformats.org/drawingml/2006/main" prst="straightConnector1">
            <a:avLst/>
          </a:prstGeom>
          <a:ln xmlns:a="http://schemas.openxmlformats.org/drawingml/2006/main" w="19050">
            <a:solidFill>
              <a:srgbClr val="D2DCD6"/>
            </a:solidFill>
          </a:ln>
        </p:spPr>
      </p:cxnSp>
      <p:sp>
        <p:nvSpPr>
          <p:cNvPr id="30" name="Codex 활용">
            <a:extLst xmlns:a="http://schemas.openxmlformats.org/drawingml/2006/main">
              <a:ext uri="{FF2B5EF4-FFF2-40B4-BE49-F238E27FC236}">
                <a16:creationId xmlns:a16="http://schemas.microsoft.com/office/drawing/2014/main" id="{4B7A4BBF-28E8-4EE5-A78F-ED2A87EB9007}"/>
              </a:ext>
            </a:extLst>
          </p:cNvPr>
          <p:cNvSpPr>
            <a:spLocks xmlns:a="http://schemas.openxmlformats.org/drawingml/2006/main" noGrp="1"/>
          </p:cNvSpPr>
          <p:nvPr/>
        </p:nvSpPr>
        <p:spPr>
          <a:xfrm xmlns:a="http://schemas.openxmlformats.org/drawingml/2006/main">
            <a:off x="476250" y="628650"/>
            <a:ext cx="8248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00" b="1">
                <a:solidFill>
                  <a:srgbClr val="183E35"/>
                </a:solidFill>
                <a:latin typeface="Pretendard"/>
                <a:ea typeface="Pretendard"/>
                <a:cs typeface="Pretendard"/>
              </a:defRPr>
            </a:defPPr>
          </a:lstStyle>
          <a:p xmlns:a="http://schemas.openxmlformats.org/drawingml/2006/main">
            <a:pPr algn="l">
              <a:defRPr sz="3000" b="1">
                <a:solidFill>
                  <a:srgbClr val="183E35"/>
                </a:solidFill>
                <a:latin typeface="Pretendard"/>
                <a:ea typeface="Pretendard"/>
                <a:cs typeface="Pretendard"/>
              </a:defRPr>
            </a:pPr>
            <a:r>
              <a:rPr sz="3000" b="1">
                <a:solidFill>
                  <a:srgbClr val="183E35"/>
                </a:solidFill>
                <a:latin typeface="Pretendard"/>
                <a:ea typeface="Pretendard"/>
                <a:cs typeface="Pretendard"/>
              </a:rPr>
              <a:t>Codex 활용</a:t>
            </a:r>
          </a:p>
        </p:txBody>
      </p:sp>
      <p:sp>
        <p:nvSpPr>
          <p:cNvPr id="2" name="23">
            <a:extLst xmlns:a="http://schemas.openxmlformats.org/drawingml/2006/main">
              <a:ext uri="{FF2B5EF4-FFF2-40B4-BE49-F238E27FC236}">
                <a16:creationId xmlns:a16="http://schemas.microsoft.com/office/drawing/2014/main" id="{2B3D0DFD-937F-4467-B3C0-C54D188ED061}"/>
              </a:ext>
            </a:extLst>
          </p:cNvPr>
          <p:cNvSpPr>
            <a:spLocks xmlns:a="http://schemas.openxmlformats.org/drawingml/2006/main" noGrp="1"/>
          </p:cNvSpPr>
          <p:nvPr/>
        </p:nvSpPr>
        <p:spPr>
          <a:xfrm xmlns:a="http://schemas.openxmlformats.org/drawingml/2006/main">
            <a:off x="8534400" y="4781550"/>
            <a:ext cx="295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75" b="0">
                <a:solidFill>
                  <a:srgbClr val="687568"/>
                </a:solidFill>
                <a:latin typeface="Pretendard"/>
                <a:ea typeface="Pretendard"/>
                <a:cs typeface="Pretendard"/>
              </a:defRPr>
            </a:defPPr>
          </a:lstStyle>
          <a:p xmlns:a="http://schemas.openxmlformats.org/drawingml/2006/main">
            <a:pPr algn="r">
              <a:defRPr sz="975" b="0">
                <a:solidFill>
                  <a:srgbClr val="687568"/>
                </a:solidFill>
                <a:latin typeface="Pretendard"/>
                <a:ea typeface="Pretendard"/>
                <a:cs typeface="Pretendard"/>
              </a:defRPr>
            </a:pPr>
            <a:r>
              <a:rPr sz="975" b="0">
                <a:solidFill>
                  <a:srgbClr val="687568"/>
                </a:solidFill>
                <a:latin typeface="Pretendard"/>
                <a:ea typeface="Pretendard"/>
                <a:cs typeface="Pretendard"/>
              </a:rPr>
              <a:t>23</a:t>
            </a:r>
          </a:p>
        </p:txBody>
      </p:sp>
      <p:sp>
        <p:nvSpPr>
          <p:cNvPr id="3" name="">
            <a:extLst xmlns:a="http://schemas.openxmlformats.org/drawingml/2006/main">
              <a:ext uri="{FF2B5EF4-FFF2-40B4-BE49-F238E27FC236}">
                <a16:creationId xmlns:a16="http://schemas.microsoft.com/office/drawing/2014/main" id="{230F4C0A-8606-4C2D-8B8A-047A007020A5}"/>
              </a:ext>
            </a:extLst>
          </p:cNvPr>
          <p:cNvSpPr>
            <a:spLocks xmlns:a="http://schemas.openxmlformats.org/drawingml/2006/main" noGrp="1"/>
          </p:cNvSpPr>
          <p:nvPr/>
        </p:nvSpPr>
        <p:spPr>
          <a:xfrm xmlns:a="http://schemas.openxmlformats.org/drawingml/2006/main">
            <a:off x="3867150" y="2295525"/>
            <a:ext cx="1409700" cy="1409700"/>
          </a:xfrm>
          <a:prstGeom xmlns:a="http://schemas.openxmlformats.org/drawingml/2006/main" prst="ellipse">
            <a:avLst/>
          </a:prstGeom>
          <a:solidFill xmlns:a="http://schemas.openxmlformats.org/drawingml/2006/main">
            <a:srgbClr val="183E3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9D553A4-DE30-4A7B-BBCB-9AA55A2EC242}"/>
              </a:ext>
            </a:extLst>
          </p:cNvPr>
          <p:cNvSpPr>
            <a:spLocks xmlns:a="http://schemas.openxmlformats.org/drawingml/2006/main" noGrp="1"/>
          </p:cNvSpPr>
          <p:nvPr/>
        </p:nvSpPr>
        <p:spPr>
          <a:xfrm xmlns:a="http://schemas.openxmlformats.org/drawingml/2006/main">
            <a:off x="2305050" y="1352550"/>
            <a:ext cx="838200" cy="838200"/>
          </a:xfrm>
          <a:prstGeom xmlns:a="http://schemas.openxmlformats.org/drawingml/2006/main" prst="ellipse">
            <a:avLst/>
          </a:prstGeom>
          <a:solidFill xmlns:a="http://schemas.openxmlformats.org/drawingml/2006/main">
            <a:srgbClr val="DCE7E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044F835-BD9E-4F2B-B5D8-3E651A4E49B4}"/>
              </a:ext>
            </a:extLst>
          </p:cNvPr>
          <p:cNvSpPr>
            <a:spLocks xmlns:a="http://schemas.openxmlformats.org/drawingml/2006/main" noGrp="1"/>
          </p:cNvSpPr>
          <p:nvPr/>
        </p:nvSpPr>
        <p:spPr>
          <a:xfrm xmlns:a="http://schemas.openxmlformats.org/drawingml/2006/main">
            <a:off x="6000750" y="1352550"/>
            <a:ext cx="838200" cy="838200"/>
          </a:xfrm>
          <a:prstGeom xmlns:a="http://schemas.openxmlformats.org/drawingml/2006/main" prst="ellipse">
            <a:avLst/>
          </a:prstGeom>
          <a:solidFill xmlns:a="http://schemas.openxmlformats.org/drawingml/2006/main">
            <a:srgbClr val="DCE7E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79E78F0-9C84-412B-B32D-F2060C9EFAF4}"/>
              </a:ext>
            </a:extLst>
          </p:cNvPr>
          <p:cNvSpPr>
            <a:spLocks xmlns:a="http://schemas.openxmlformats.org/drawingml/2006/main" noGrp="1"/>
          </p:cNvSpPr>
          <p:nvPr/>
        </p:nvSpPr>
        <p:spPr>
          <a:xfrm xmlns:a="http://schemas.openxmlformats.org/drawingml/2006/main">
            <a:off x="7105650" y="2667000"/>
            <a:ext cx="838200" cy="838200"/>
          </a:xfrm>
          <a:prstGeom xmlns:a="http://schemas.openxmlformats.org/drawingml/2006/main" prst="ellipse">
            <a:avLst/>
          </a:prstGeom>
          <a:solidFill xmlns:a="http://schemas.openxmlformats.org/drawingml/2006/main">
            <a:srgbClr val="DCE7E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BFF66C4-0916-41CC-9F8F-4502C35E325D}"/>
              </a:ext>
            </a:extLst>
          </p:cNvPr>
          <p:cNvSpPr>
            <a:spLocks xmlns:a="http://schemas.openxmlformats.org/drawingml/2006/main" noGrp="1"/>
          </p:cNvSpPr>
          <p:nvPr/>
        </p:nvSpPr>
        <p:spPr>
          <a:xfrm xmlns:a="http://schemas.openxmlformats.org/drawingml/2006/main">
            <a:off x="5705475" y="3848100"/>
            <a:ext cx="838200" cy="838200"/>
          </a:xfrm>
          <a:prstGeom xmlns:a="http://schemas.openxmlformats.org/drawingml/2006/main" prst="ellipse">
            <a:avLst/>
          </a:prstGeom>
          <a:solidFill xmlns:a="http://schemas.openxmlformats.org/drawingml/2006/main">
            <a:srgbClr val="DCE7E2"/>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46A3D83-5989-4C32-91D5-76C44BFA799B}"/>
              </a:ext>
            </a:extLst>
          </p:cNvPr>
          <p:cNvSpPr>
            <a:spLocks xmlns:a="http://schemas.openxmlformats.org/drawingml/2006/main" noGrp="1"/>
          </p:cNvSpPr>
          <p:nvPr/>
        </p:nvSpPr>
        <p:spPr>
          <a:xfrm xmlns:a="http://schemas.openxmlformats.org/drawingml/2006/main">
            <a:off x="2600325" y="3848100"/>
            <a:ext cx="838200" cy="838200"/>
          </a:xfrm>
          <a:prstGeom xmlns:a="http://schemas.openxmlformats.org/drawingml/2006/main" prst="ellipse">
            <a:avLst/>
          </a:prstGeom>
          <a:solidFill xmlns:a="http://schemas.openxmlformats.org/drawingml/2006/main">
            <a:srgbClr val="DCE7E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C8A6DFE-D57B-4C4A-9713-AC631B8FD434}"/>
              </a:ext>
            </a:extLst>
          </p:cNvPr>
          <p:cNvSpPr>
            <a:spLocks xmlns:a="http://schemas.openxmlformats.org/drawingml/2006/main" noGrp="1"/>
          </p:cNvSpPr>
          <p:nvPr/>
        </p:nvSpPr>
        <p:spPr>
          <a:xfrm xmlns:a="http://schemas.openxmlformats.org/drawingml/2006/main">
            <a:off x="1200150" y="2667000"/>
            <a:ext cx="838200" cy="838200"/>
          </a:xfrm>
          <a:prstGeom xmlns:a="http://schemas.openxmlformats.org/drawingml/2006/main" prst="ellipse">
            <a:avLst/>
          </a:prstGeom>
          <a:solidFill xmlns:a="http://schemas.openxmlformats.org/drawingml/2006/main">
            <a:srgbClr val="DCE7E2"/>
          </a:solidFill>
          <a:ln xmlns:a="http://schemas.openxmlformats.org/drawingml/2006/main" w="0">
            <a:noFill/>
          </a:ln>
        </p:spPr>
      </p:sp>
      <p:pic>
        <p:nvPicPr>
          <p:cNvPr id="16" name="">
            <a:extLst xmlns:a="http://schemas.openxmlformats.org/drawingml/2006/main">
              <a:ext uri="{FF2B5EF4-FFF2-40B4-BE49-F238E27FC236}">
                <a16:creationId xmlns:a16="http://schemas.microsoft.com/office/drawing/2014/main" id="{BDEA2B79-E298-4A4F-A4D8-A70F62EECCCD}"/>
              </a:ext>
            </a:extLst>
          </p:cNvPr>
          <p:cNvPicPr>
            <a:picLocks xmlns:a="http://schemas.openxmlformats.org/drawingml/2006/main" noChangeAspect="1"/>
          </p:cNvPicPr>
          <p:nvPr/>
        </p:nvPicPr>
        <p:blipFill>
          <a:blip xmlns:r="http://schemas.openxmlformats.org/officeDocument/2006/relationships" xmlns:a="http://schemas.openxmlformats.org/drawingml/2006/main" r:embed="R7bb89b90e58a41e3"/>
          <a:stretch xmlns:a="http://schemas.openxmlformats.org/drawingml/2006/main"/>
        </p:blipFill>
        <p:spPr>
          <a:xfrm xmlns:a="http://schemas.openxmlformats.org/drawingml/2006/main">
            <a:off x="4324350" y="2486025"/>
            <a:ext cx="495300" cy="495300"/>
          </a:xfrm>
          <a:prstGeom xmlns:a="http://schemas.openxmlformats.org/drawingml/2006/main" prst="rect">
            <a:avLst/>
          </a:prstGeom>
        </p:spPr>
      </p:pic>
      <p:sp>
        <p:nvSpPr>
          <p:cNvPr id="17" name="Codex">
            <a:extLst xmlns:a="http://schemas.openxmlformats.org/drawingml/2006/main">
              <a:ext uri="{FF2B5EF4-FFF2-40B4-BE49-F238E27FC236}">
                <a16:creationId xmlns:a16="http://schemas.microsoft.com/office/drawing/2014/main" id="{5E1572C7-2C72-49C5-891C-1E1D11DE82BB}"/>
              </a:ext>
            </a:extLst>
          </p:cNvPr>
          <p:cNvSpPr>
            <a:spLocks xmlns:a="http://schemas.openxmlformats.org/drawingml/2006/main" noGrp="1"/>
          </p:cNvSpPr>
          <p:nvPr/>
        </p:nvSpPr>
        <p:spPr>
          <a:xfrm xmlns:a="http://schemas.openxmlformats.org/drawingml/2006/main">
            <a:off x="3981450" y="3143250"/>
            <a:ext cx="11811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325" b="1">
                <a:solidFill>
                  <a:srgbClr val="F5F2E9"/>
                </a:solidFill>
                <a:latin typeface="Pretendard"/>
                <a:ea typeface="Pretendard"/>
                <a:cs typeface="Pretendard"/>
              </a:defRPr>
            </a:defPPr>
          </a:lstStyle>
          <a:p xmlns:a="http://schemas.openxmlformats.org/drawingml/2006/main">
            <a:pPr algn="ctr">
              <a:defRPr sz="2325" b="1">
                <a:solidFill>
                  <a:srgbClr val="F5F2E9"/>
                </a:solidFill>
                <a:latin typeface="Pretendard"/>
                <a:ea typeface="Pretendard"/>
                <a:cs typeface="Pretendard"/>
              </a:defRPr>
            </a:pPr>
            <a:r>
              <a:rPr sz="2325" b="1">
                <a:solidFill>
                  <a:srgbClr val="F5F2E9"/>
                </a:solidFill>
                <a:latin typeface="Pretendard"/>
                <a:ea typeface="Pretendard"/>
                <a:cs typeface="Pretendard"/>
              </a:rPr>
              <a:t>Codex</a:t>
            </a:r>
          </a:p>
        </p:txBody>
      </p:sp>
      <p:pic>
        <p:nvPicPr>
          <p:cNvPr id="18" name="">
            <a:extLst xmlns:a="http://schemas.openxmlformats.org/drawingml/2006/main">
              <a:ext uri="{FF2B5EF4-FFF2-40B4-BE49-F238E27FC236}">
                <a16:creationId xmlns:a16="http://schemas.microsoft.com/office/drawing/2014/main" id="{351C0287-5F7B-4C0E-89E8-2CDB5E52AB61}"/>
              </a:ext>
            </a:extLst>
          </p:cNvPr>
          <p:cNvPicPr>
            <a:picLocks xmlns:a="http://schemas.openxmlformats.org/drawingml/2006/main" noChangeAspect="1"/>
          </p:cNvPicPr>
          <p:nvPr/>
        </p:nvPicPr>
        <p:blipFill>
          <a:blip xmlns:r="http://schemas.openxmlformats.org/officeDocument/2006/relationships" xmlns:a="http://schemas.openxmlformats.org/drawingml/2006/main" r:embed="R903a7889065a4fa2"/>
          <a:stretch xmlns:a="http://schemas.openxmlformats.org/drawingml/2006/main"/>
        </p:blipFill>
        <p:spPr>
          <a:xfrm xmlns:a="http://schemas.openxmlformats.org/drawingml/2006/main">
            <a:off x="2500313" y="1547813"/>
            <a:ext cx="447675" cy="447675"/>
          </a:xfrm>
          <a:prstGeom xmlns:a="http://schemas.openxmlformats.org/drawingml/2006/main" prst="rect">
            <a:avLst/>
          </a:prstGeom>
        </p:spPr>
      </p:pic>
      <p:sp>
        <p:nvSpPr>
          <p:cNvPr id="19" name="PRD">
            <a:extLst xmlns:a="http://schemas.openxmlformats.org/drawingml/2006/main">
              <a:ext uri="{FF2B5EF4-FFF2-40B4-BE49-F238E27FC236}">
                <a16:creationId xmlns:a16="http://schemas.microsoft.com/office/drawing/2014/main" id="{117D3C1B-3E7C-4837-BA02-760B00F1443F}"/>
              </a:ext>
            </a:extLst>
          </p:cNvPr>
          <p:cNvSpPr>
            <a:spLocks xmlns:a="http://schemas.openxmlformats.org/drawingml/2006/main" noGrp="1"/>
          </p:cNvSpPr>
          <p:nvPr/>
        </p:nvSpPr>
        <p:spPr>
          <a:xfrm xmlns:a="http://schemas.openxmlformats.org/drawingml/2006/main">
            <a:off x="1866900" y="2257425"/>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575" b="1">
                <a:solidFill>
                  <a:srgbClr val="183E35"/>
                </a:solidFill>
                <a:latin typeface="Pretendard"/>
                <a:ea typeface="Pretendard"/>
                <a:cs typeface="Pretendard"/>
              </a:defRPr>
            </a:defPPr>
          </a:lstStyle>
          <a:p xmlns:a="http://schemas.openxmlformats.org/drawingml/2006/main">
            <a:pPr algn="ctr">
              <a:defRPr sz="1575" b="1">
                <a:solidFill>
                  <a:srgbClr val="183E35"/>
                </a:solidFill>
                <a:latin typeface="Pretendard"/>
                <a:ea typeface="Pretendard"/>
                <a:cs typeface="Pretendard"/>
              </a:defRPr>
            </a:pPr>
            <a:r>
              <a:rPr sz="1575" b="1">
                <a:solidFill>
                  <a:srgbClr val="183E35"/>
                </a:solidFill>
                <a:latin typeface="Pretendard"/>
                <a:ea typeface="Pretendard"/>
                <a:cs typeface="Pretendard"/>
              </a:rPr>
              <a:t>PRD</a:t>
            </a:r>
          </a:p>
        </p:txBody>
      </p:sp>
      <p:pic>
        <p:nvPicPr>
          <p:cNvPr id="20" name="">
            <a:extLst xmlns:a="http://schemas.openxmlformats.org/drawingml/2006/main">
              <a:ext uri="{FF2B5EF4-FFF2-40B4-BE49-F238E27FC236}">
                <a16:creationId xmlns:a16="http://schemas.microsoft.com/office/drawing/2014/main" id="{06F10FC9-D92A-477A-9DE9-4583D14F9DF0}"/>
              </a:ext>
            </a:extLst>
          </p:cNvPr>
          <p:cNvPicPr>
            <a:picLocks xmlns:a="http://schemas.openxmlformats.org/drawingml/2006/main" noChangeAspect="1"/>
          </p:cNvPicPr>
          <p:nvPr/>
        </p:nvPicPr>
        <p:blipFill>
          <a:blip xmlns:r="http://schemas.openxmlformats.org/officeDocument/2006/relationships" xmlns:a="http://schemas.openxmlformats.org/drawingml/2006/main" r:embed="R0be7138105594edd"/>
          <a:stretch xmlns:a="http://schemas.openxmlformats.org/drawingml/2006/main"/>
        </p:blipFill>
        <p:spPr>
          <a:xfrm xmlns:a="http://schemas.openxmlformats.org/drawingml/2006/main">
            <a:off x="6196013" y="1547813"/>
            <a:ext cx="447675" cy="447675"/>
          </a:xfrm>
          <a:prstGeom xmlns:a="http://schemas.openxmlformats.org/drawingml/2006/main" prst="rect">
            <a:avLst/>
          </a:prstGeom>
        </p:spPr>
      </p:pic>
      <p:sp>
        <p:nvSpPr>
          <p:cNvPr id="21" name="페르소나">
            <a:extLst xmlns:a="http://schemas.openxmlformats.org/drawingml/2006/main">
              <a:ext uri="{FF2B5EF4-FFF2-40B4-BE49-F238E27FC236}">
                <a16:creationId xmlns:a16="http://schemas.microsoft.com/office/drawing/2014/main" id="{96C80378-7A84-4E62-8202-6366F1FFC98A}"/>
              </a:ext>
            </a:extLst>
          </p:cNvPr>
          <p:cNvSpPr>
            <a:spLocks xmlns:a="http://schemas.openxmlformats.org/drawingml/2006/main" noGrp="1"/>
          </p:cNvSpPr>
          <p:nvPr/>
        </p:nvSpPr>
        <p:spPr>
          <a:xfrm xmlns:a="http://schemas.openxmlformats.org/drawingml/2006/main">
            <a:off x="5562600" y="2257425"/>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575" b="1">
                <a:solidFill>
                  <a:srgbClr val="183E35"/>
                </a:solidFill>
                <a:latin typeface="Pretendard"/>
                <a:ea typeface="Pretendard"/>
                <a:cs typeface="Pretendard"/>
              </a:defRPr>
            </a:defPPr>
          </a:lstStyle>
          <a:p xmlns:a="http://schemas.openxmlformats.org/drawingml/2006/main">
            <a:pPr algn="ctr">
              <a:defRPr sz="1575" b="1">
                <a:solidFill>
                  <a:srgbClr val="183E35"/>
                </a:solidFill>
                <a:latin typeface="Pretendard"/>
                <a:ea typeface="Pretendard"/>
                <a:cs typeface="Pretendard"/>
              </a:defRPr>
            </a:pPr>
            <a:r>
              <a:rPr sz="1575" b="1">
                <a:solidFill>
                  <a:srgbClr val="183E35"/>
                </a:solidFill>
                <a:latin typeface="Pretendard"/>
                <a:ea typeface="Pretendard"/>
                <a:cs typeface="Pretendard"/>
              </a:rPr>
              <a:t>페르소나</a:t>
            </a:r>
          </a:p>
        </p:txBody>
      </p:sp>
      <p:pic>
        <p:nvPicPr>
          <p:cNvPr id="22" name="">
            <a:extLst xmlns:a="http://schemas.openxmlformats.org/drawingml/2006/main">
              <a:ext uri="{FF2B5EF4-FFF2-40B4-BE49-F238E27FC236}">
                <a16:creationId xmlns:a16="http://schemas.microsoft.com/office/drawing/2014/main" id="{67628125-B376-48B2-99EE-24700992C343}"/>
              </a:ext>
            </a:extLst>
          </p:cNvPr>
          <p:cNvPicPr>
            <a:picLocks xmlns:a="http://schemas.openxmlformats.org/drawingml/2006/main" noChangeAspect="1"/>
          </p:cNvPicPr>
          <p:nvPr/>
        </p:nvPicPr>
        <p:blipFill>
          <a:blip xmlns:r="http://schemas.openxmlformats.org/officeDocument/2006/relationships" xmlns:a="http://schemas.openxmlformats.org/drawingml/2006/main" r:embed="Re4dddcc1b0684e43"/>
          <a:stretch xmlns:a="http://schemas.openxmlformats.org/drawingml/2006/main"/>
        </p:blipFill>
        <p:spPr>
          <a:xfrm xmlns:a="http://schemas.openxmlformats.org/drawingml/2006/main">
            <a:off x="7300913" y="2862263"/>
            <a:ext cx="447675" cy="447675"/>
          </a:xfrm>
          <a:prstGeom xmlns:a="http://schemas.openxmlformats.org/drawingml/2006/main" prst="rect">
            <a:avLst/>
          </a:prstGeom>
        </p:spPr>
      </p:pic>
      <p:sp>
        <p:nvSpPr>
          <p:cNvPr id="23" name="UI · 코드 · 배포">
            <a:extLst xmlns:a="http://schemas.openxmlformats.org/drawingml/2006/main">
              <a:ext uri="{FF2B5EF4-FFF2-40B4-BE49-F238E27FC236}">
                <a16:creationId xmlns:a16="http://schemas.microsoft.com/office/drawing/2014/main" id="{C3A05DDD-E408-4F4F-AF8E-02EC6E1B8E33}"/>
              </a:ext>
            </a:extLst>
          </p:cNvPr>
          <p:cNvSpPr>
            <a:spLocks xmlns:a="http://schemas.openxmlformats.org/drawingml/2006/main" noGrp="1"/>
          </p:cNvSpPr>
          <p:nvPr/>
        </p:nvSpPr>
        <p:spPr>
          <a:xfrm xmlns:a="http://schemas.openxmlformats.org/drawingml/2006/main">
            <a:off x="6505575" y="3619500"/>
            <a:ext cx="2047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575" b="1">
                <a:solidFill>
                  <a:srgbClr val="183E35"/>
                </a:solidFill>
                <a:latin typeface="Pretendard"/>
                <a:ea typeface="Pretendard"/>
                <a:cs typeface="Pretendard"/>
              </a:defRPr>
            </a:defPPr>
          </a:lstStyle>
          <a:p xmlns:a="http://schemas.openxmlformats.org/drawingml/2006/main">
            <a:pPr algn="ctr">
              <a:defRPr sz="1575" b="1">
                <a:solidFill>
                  <a:srgbClr val="183E35"/>
                </a:solidFill>
                <a:latin typeface="Pretendard"/>
                <a:ea typeface="Pretendard"/>
                <a:cs typeface="Pretendard"/>
              </a:defRPr>
            </a:pPr>
            <a:r>
              <a:rPr sz="1575" b="1">
                <a:solidFill>
                  <a:srgbClr val="183E35"/>
                </a:solidFill>
                <a:latin typeface="Pretendard"/>
                <a:ea typeface="Pretendard"/>
                <a:cs typeface="Pretendard"/>
              </a:rPr>
              <a:t>UI · 코드 · 배포</a:t>
            </a:r>
          </a:p>
        </p:txBody>
      </p:sp>
      <p:pic>
        <p:nvPicPr>
          <p:cNvPr id="24" name="">
            <a:extLst xmlns:a="http://schemas.openxmlformats.org/drawingml/2006/main">
              <a:ext uri="{FF2B5EF4-FFF2-40B4-BE49-F238E27FC236}">
                <a16:creationId xmlns:a16="http://schemas.microsoft.com/office/drawing/2014/main" id="{64D6D510-8BA1-48FA-A9D3-0DF6A53C6270}"/>
              </a:ext>
            </a:extLst>
          </p:cNvPr>
          <p:cNvPicPr>
            <a:picLocks xmlns:a="http://schemas.openxmlformats.org/drawingml/2006/main" noChangeAspect="1"/>
          </p:cNvPicPr>
          <p:nvPr/>
        </p:nvPicPr>
        <p:blipFill>
          <a:blip xmlns:r="http://schemas.openxmlformats.org/officeDocument/2006/relationships" xmlns:a="http://schemas.openxmlformats.org/drawingml/2006/main" r:embed="R8a9833c5621e4fab"/>
          <a:stretch xmlns:a="http://schemas.openxmlformats.org/drawingml/2006/main"/>
        </p:blipFill>
        <p:spPr>
          <a:xfrm xmlns:a="http://schemas.openxmlformats.org/drawingml/2006/main">
            <a:off x="5900738" y="4043363"/>
            <a:ext cx="447675" cy="447675"/>
          </a:xfrm>
          <a:prstGeom xmlns:a="http://schemas.openxmlformats.org/drawingml/2006/main" prst="rect">
            <a:avLst/>
          </a:prstGeom>
        </p:spPr>
      </p:pic>
      <p:sp>
        <p:nvSpPr>
          <p:cNvPr id="25" name="테스트 · UI 검수">
            <a:extLst xmlns:a="http://schemas.openxmlformats.org/drawingml/2006/main">
              <a:ext uri="{FF2B5EF4-FFF2-40B4-BE49-F238E27FC236}">
                <a16:creationId xmlns:a16="http://schemas.microsoft.com/office/drawing/2014/main" id="{D43E64C6-47EF-48CE-8B04-F112736FFC24}"/>
              </a:ext>
            </a:extLst>
          </p:cNvPr>
          <p:cNvSpPr>
            <a:spLocks xmlns:a="http://schemas.openxmlformats.org/drawingml/2006/main" noGrp="1"/>
          </p:cNvSpPr>
          <p:nvPr/>
        </p:nvSpPr>
        <p:spPr>
          <a:xfrm xmlns:a="http://schemas.openxmlformats.org/drawingml/2006/main">
            <a:off x="5000625" y="4733925"/>
            <a:ext cx="2257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575" b="1">
                <a:solidFill>
                  <a:srgbClr val="183E35"/>
                </a:solidFill>
                <a:latin typeface="Pretendard"/>
                <a:ea typeface="Pretendard"/>
                <a:cs typeface="Pretendard"/>
              </a:defRPr>
            </a:defPPr>
          </a:lstStyle>
          <a:p xmlns:a="http://schemas.openxmlformats.org/drawingml/2006/main">
            <a:pPr algn="ctr">
              <a:defRPr sz="1575" b="1">
                <a:solidFill>
                  <a:srgbClr val="183E35"/>
                </a:solidFill>
                <a:latin typeface="Pretendard"/>
                <a:ea typeface="Pretendard"/>
                <a:cs typeface="Pretendard"/>
              </a:defRPr>
            </a:pPr>
            <a:r>
              <a:rPr sz="1575" b="1">
                <a:solidFill>
                  <a:srgbClr val="183E35"/>
                </a:solidFill>
                <a:latin typeface="Pretendard"/>
                <a:ea typeface="Pretendard"/>
                <a:cs typeface="Pretendard"/>
              </a:rPr>
              <a:t>테스트 · UI 검수</a:t>
            </a:r>
          </a:p>
        </p:txBody>
      </p:sp>
      <p:pic>
        <p:nvPicPr>
          <p:cNvPr id="26" name="">
            <a:extLst xmlns:a="http://schemas.openxmlformats.org/drawingml/2006/main">
              <a:ext uri="{FF2B5EF4-FFF2-40B4-BE49-F238E27FC236}">
                <a16:creationId xmlns:a16="http://schemas.microsoft.com/office/drawing/2014/main" id="{BE37A8BC-7046-4A9F-A02B-BDE5C218AE0C}"/>
              </a:ext>
            </a:extLst>
          </p:cNvPr>
          <p:cNvPicPr>
            <a:picLocks xmlns:a="http://schemas.openxmlformats.org/drawingml/2006/main" noChangeAspect="1"/>
          </p:cNvPicPr>
          <p:nvPr/>
        </p:nvPicPr>
        <p:blipFill>
          <a:blip xmlns:r="http://schemas.openxmlformats.org/officeDocument/2006/relationships" xmlns:a="http://schemas.openxmlformats.org/drawingml/2006/main" r:embed="R732b33226cab4a04"/>
          <a:stretch xmlns:a="http://schemas.openxmlformats.org/drawingml/2006/main"/>
        </p:blipFill>
        <p:spPr>
          <a:xfrm xmlns:a="http://schemas.openxmlformats.org/drawingml/2006/main">
            <a:off x="2795588" y="4043363"/>
            <a:ext cx="447675" cy="447675"/>
          </a:xfrm>
          <a:prstGeom xmlns:a="http://schemas.openxmlformats.org/drawingml/2006/main" prst="rect">
            <a:avLst/>
          </a:prstGeom>
        </p:spPr>
      </p:pic>
      <p:sp>
        <p:nvSpPr>
          <p:cNvPr id="27" name="법령 · 판례 · 필지">
            <a:extLst xmlns:a="http://schemas.openxmlformats.org/drawingml/2006/main">
              <a:ext uri="{FF2B5EF4-FFF2-40B4-BE49-F238E27FC236}">
                <a16:creationId xmlns:a16="http://schemas.microsoft.com/office/drawing/2014/main" id="{CB2AAD1E-857B-4EAB-AEFF-F2F95A6F167A}"/>
              </a:ext>
            </a:extLst>
          </p:cNvPr>
          <p:cNvSpPr>
            <a:spLocks xmlns:a="http://schemas.openxmlformats.org/drawingml/2006/main" noGrp="1"/>
          </p:cNvSpPr>
          <p:nvPr/>
        </p:nvSpPr>
        <p:spPr>
          <a:xfrm xmlns:a="http://schemas.openxmlformats.org/drawingml/2006/main">
            <a:off x="1857375" y="4733925"/>
            <a:ext cx="2324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575" b="1">
                <a:solidFill>
                  <a:srgbClr val="183E35"/>
                </a:solidFill>
                <a:latin typeface="Pretendard"/>
                <a:ea typeface="Pretendard"/>
                <a:cs typeface="Pretendard"/>
              </a:defRPr>
            </a:defPPr>
          </a:lstStyle>
          <a:p xmlns:a="http://schemas.openxmlformats.org/drawingml/2006/main">
            <a:pPr algn="ctr">
              <a:defRPr sz="1575" b="1">
                <a:solidFill>
                  <a:srgbClr val="183E35"/>
                </a:solidFill>
                <a:latin typeface="Pretendard"/>
                <a:ea typeface="Pretendard"/>
                <a:cs typeface="Pretendard"/>
              </a:defRPr>
            </a:pPr>
            <a:r>
              <a:rPr sz="1575" b="1">
                <a:solidFill>
                  <a:srgbClr val="183E35"/>
                </a:solidFill>
                <a:latin typeface="Pretendard"/>
                <a:ea typeface="Pretendard"/>
                <a:cs typeface="Pretendard"/>
              </a:rPr>
              <a:t>법령 · 판례 · 필지</a:t>
            </a:r>
          </a:p>
        </p:txBody>
      </p:sp>
      <p:pic>
        <p:nvPicPr>
          <p:cNvPr id="28" name="">
            <a:extLst xmlns:a="http://schemas.openxmlformats.org/drawingml/2006/main">
              <a:ext uri="{FF2B5EF4-FFF2-40B4-BE49-F238E27FC236}">
                <a16:creationId xmlns:a16="http://schemas.microsoft.com/office/drawing/2014/main" id="{2623ADE4-8398-4A91-86A8-CDFC6E6E99A5}"/>
              </a:ext>
            </a:extLst>
          </p:cNvPr>
          <p:cNvPicPr>
            <a:picLocks xmlns:a="http://schemas.openxmlformats.org/drawingml/2006/main" noChangeAspect="1"/>
          </p:cNvPicPr>
          <p:nvPr/>
        </p:nvPicPr>
        <p:blipFill>
          <a:blip xmlns:r="http://schemas.openxmlformats.org/officeDocument/2006/relationships" xmlns:a="http://schemas.openxmlformats.org/drawingml/2006/main" r:embed="R6b1c6e32ce50481f"/>
          <a:stretch xmlns:a="http://schemas.openxmlformats.org/drawingml/2006/main"/>
        </p:blipFill>
        <p:spPr>
          <a:xfrm xmlns:a="http://schemas.openxmlformats.org/drawingml/2006/main">
            <a:off x="1395413" y="2862263"/>
            <a:ext cx="447675" cy="447675"/>
          </a:xfrm>
          <a:prstGeom xmlns:a="http://schemas.openxmlformats.org/drawingml/2006/main" prst="rect">
            <a:avLst/>
          </a:prstGeom>
        </p:spPr>
      </p:pic>
      <p:sp>
        <p:nvSpPr>
          <p:cNvPr id="29" name="통화 전사">
            <a:extLst xmlns:a="http://schemas.openxmlformats.org/drawingml/2006/main">
              <a:ext uri="{FF2B5EF4-FFF2-40B4-BE49-F238E27FC236}">
                <a16:creationId xmlns:a16="http://schemas.microsoft.com/office/drawing/2014/main" id="{F3412852-2F74-4C8F-ACED-5084C3F0F192}"/>
              </a:ext>
            </a:extLst>
          </p:cNvPr>
          <p:cNvSpPr>
            <a:spLocks xmlns:a="http://schemas.openxmlformats.org/drawingml/2006/main" noGrp="1"/>
          </p:cNvSpPr>
          <p:nvPr/>
        </p:nvSpPr>
        <p:spPr>
          <a:xfrm xmlns:a="http://schemas.openxmlformats.org/drawingml/2006/main">
            <a:off x="752475" y="3619500"/>
            <a:ext cx="1752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575" b="1">
                <a:solidFill>
                  <a:srgbClr val="183E35"/>
                </a:solidFill>
                <a:latin typeface="Pretendard"/>
                <a:ea typeface="Pretendard"/>
                <a:cs typeface="Pretendard"/>
              </a:defRPr>
            </a:defPPr>
          </a:lstStyle>
          <a:p xmlns:a="http://schemas.openxmlformats.org/drawingml/2006/main">
            <a:pPr algn="ctr">
              <a:defRPr sz="1575" b="1">
                <a:solidFill>
                  <a:srgbClr val="183E35"/>
                </a:solidFill>
                <a:latin typeface="Pretendard"/>
                <a:ea typeface="Pretendard"/>
                <a:cs typeface="Pretendard"/>
              </a:defRPr>
            </a:pPr>
            <a:r>
              <a:rPr sz="1575" b="1">
                <a:solidFill>
                  <a:srgbClr val="183E35"/>
                </a:solidFill>
                <a:latin typeface="Pretendard"/>
                <a:ea typeface="Pretendard"/>
                <a:cs typeface="Pretendard"/>
              </a:rPr>
              <a:t>통화 전사</a:t>
            </a:r>
          </a:p>
        </p:txBody>
      </p:sp>
    </p:spTree>
    <p:extLst>
      <p:ext uri="{BB962C8B-B14F-4D97-AF65-F5344CB8AC3E}">
        <p14:creationId xmlns:p14="http://schemas.microsoft.com/office/powerpoint/2010/main" val="447658204"/>
      </p:ext>
    </p:extLst>
  </p:cSld>
</p:sld>
</file>

<file path=ppt/slides/slide24.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cxnSp>
        <p:nvCxnSpPr>
          <p:cNvPr id="43" name="">
            <a:extLst xmlns:a="http://schemas.openxmlformats.org/drawingml/2006/main">
              <a:ext uri="{FF2B5EF4-FFF2-40B4-BE49-F238E27FC236}">
                <a16:creationId xmlns:a16="http://schemas.microsoft.com/office/drawing/2014/main" id="{FCB53E13-A65F-46D2-8518-0A589B7182A6}"/>
              </a:ext>
            </a:extLst>
          </p:cNvPr>
          <p:cNvCxnSpPr>
            <a:stCxn xmlns:a="http://schemas.openxmlformats.org/drawingml/2006/main" id="8" idx="3"/>
            <a:endCxn xmlns:a="http://schemas.openxmlformats.org/drawingml/2006/main" id="42" idx="1"/>
          </p:cNvCxnSpPr>
          <p:nvPr/>
        </p:nvCxnSpPr>
        <p:spPr>
          <a:xfrm xmlns:a="http://schemas.openxmlformats.org/drawingml/2006/main">
            <a:off x="6743700" y="3152775"/>
            <a:ext cx="752475" cy="995363"/>
          </a:xfrm>
          <a:prstGeom xmlns:a="http://schemas.openxmlformats.org/drawingml/2006/main" prst="bentConnector3">
            <a:avLst>
              <a:gd name="adj1" fmla="val 50000"/>
            </a:avLst>
          </a:prstGeom>
          <a:ln xmlns:a="http://schemas.openxmlformats.org/drawingml/2006/main" w="16193">
            <a:solidFill>
              <a:srgbClr val="567D89"/>
            </a:solidFill>
            <a:tailEnd type="triangle" w="sm" len="sm"/>
          </a:ln>
        </p:spPr>
      </p:cxnSp>
      <p:cxnSp>
        <p:nvCxnSpPr>
          <p:cNvPr id="39" name="">
            <a:extLst xmlns:a="http://schemas.openxmlformats.org/drawingml/2006/main">
              <a:ext uri="{FF2B5EF4-FFF2-40B4-BE49-F238E27FC236}">
                <a16:creationId xmlns:a16="http://schemas.microsoft.com/office/drawing/2014/main" id="{FD7F715A-FD88-4468-8B50-13226655491A}"/>
              </a:ext>
            </a:extLst>
          </p:cNvPr>
          <p:cNvCxnSpPr>
            <a:stCxn xmlns:a="http://schemas.openxmlformats.org/drawingml/2006/main" id="8" idx="3"/>
            <a:endCxn xmlns:a="http://schemas.openxmlformats.org/drawingml/2006/main" id="38" idx="1"/>
          </p:cNvCxnSpPr>
          <p:nvPr/>
        </p:nvCxnSpPr>
        <p:spPr>
          <a:xfrm xmlns:a="http://schemas.openxmlformats.org/drawingml/2006/main" flipV="1">
            <a:off x="6743700" y="3081338"/>
            <a:ext cx="752475" cy="71438"/>
          </a:xfrm>
          <a:prstGeom xmlns:a="http://schemas.openxmlformats.org/drawingml/2006/main" prst="bentConnector3">
            <a:avLst>
              <a:gd name="adj1" fmla="val 50000"/>
            </a:avLst>
          </a:prstGeom>
          <a:ln xmlns:a="http://schemas.openxmlformats.org/drawingml/2006/main" w="16193">
            <a:solidFill>
              <a:srgbClr val="567D89"/>
            </a:solidFill>
            <a:tailEnd type="triangle" w="sm" len="sm"/>
          </a:ln>
        </p:spPr>
      </p:cxnSp>
      <p:cxnSp>
        <p:nvCxnSpPr>
          <p:cNvPr id="35" name="">
            <a:extLst xmlns:a="http://schemas.openxmlformats.org/drawingml/2006/main">
              <a:ext uri="{FF2B5EF4-FFF2-40B4-BE49-F238E27FC236}">
                <a16:creationId xmlns:a16="http://schemas.microsoft.com/office/drawing/2014/main" id="{14484051-1945-44CB-991D-ADAC36200F82}"/>
              </a:ext>
            </a:extLst>
          </p:cNvPr>
          <p:cNvCxnSpPr>
            <a:stCxn xmlns:a="http://schemas.openxmlformats.org/drawingml/2006/main" id="8" idx="3"/>
            <a:endCxn xmlns:a="http://schemas.openxmlformats.org/drawingml/2006/main" id="34" idx="1"/>
          </p:cNvCxnSpPr>
          <p:nvPr/>
        </p:nvCxnSpPr>
        <p:spPr>
          <a:xfrm xmlns:a="http://schemas.openxmlformats.org/drawingml/2006/main" flipV="1">
            <a:off x="6743700" y="2014538"/>
            <a:ext cx="752475" cy="1138238"/>
          </a:xfrm>
          <a:prstGeom xmlns:a="http://schemas.openxmlformats.org/drawingml/2006/main" prst="bentConnector3">
            <a:avLst>
              <a:gd name="adj1" fmla="val 50000"/>
            </a:avLst>
          </a:prstGeom>
          <a:ln xmlns:a="http://schemas.openxmlformats.org/drawingml/2006/main" w="16193">
            <a:solidFill>
              <a:srgbClr val="567D89"/>
            </a:solidFill>
            <a:tailEnd type="triangle" w="sm" len="sm"/>
          </a:ln>
        </p:spPr>
      </p:cxnSp>
      <p:cxnSp>
        <p:nvCxnSpPr>
          <p:cNvPr id="10" name="">
            <a:extLst xmlns:a="http://schemas.openxmlformats.org/drawingml/2006/main">
              <a:ext uri="{FF2B5EF4-FFF2-40B4-BE49-F238E27FC236}">
                <a16:creationId xmlns:a16="http://schemas.microsoft.com/office/drawing/2014/main" id="{D397C09B-3CF2-493F-BA57-07053AF1B5F1}"/>
              </a:ext>
            </a:extLst>
          </p:cNvPr>
          <p:cNvCxnSpPr>
            <a:stCxn xmlns:a="http://schemas.openxmlformats.org/drawingml/2006/main" id="7" idx="3"/>
            <a:endCxn xmlns:a="http://schemas.openxmlformats.org/drawingml/2006/main" id="8" idx="1"/>
          </p:cNvCxnSpPr>
          <p:nvPr/>
        </p:nvCxnSpPr>
        <p:spPr>
          <a:xfrm xmlns:a="http://schemas.openxmlformats.org/drawingml/2006/main" flipV="1">
            <a:off x="2352675" y="3152775"/>
            <a:ext cx="342900" cy="476250"/>
          </a:xfrm>
          <a:prstGeom xmlns:a="http://schemas.openxmlformats.org/drawingml/2006/main" prst="bentConnector3">
            <a:avLst>
              <a:gd name="adj1" fmla="val 50000"/>
            </a:avLst>
          </a:prstGeom>
          <a:ln xmlns:a="http://schemas.openxmlformats.org/drawingml/2006/main" w="19050">
            <a:solidFill>
              <a:srgbClr val="567D89"/>
            </a:solidFill>
            <a:tailEnd type="triangle" w="sm" len="sm"/>
          </a:ln>
        </p:spPr>
      </p:cxnSp>
      <p:cxnSp>
        <p:nvCxnSpPr>
          <p:cNvPr id="9" name="">
            <a:extLst xmlns:a="http://schemas.openxmlformats.org/drawingml/2006/main">
              <a:ext uri="{FF2B5EF4-FFF2-40B4-BE49-F238E27FC236}">
                <a16:creationId xmlns:a16="http://schemas.microsoft.com/office/drawing/2014/main" id="{80943916-0656-40E0-AFE3-1BE922921589}"/>
              </a:ext>
            </a:extLst>
          </p:cNvPr>
          <p:cNvCxnSpPr>
            <a:stCxn xmlns:a="http://schemas.openxmlformats.org/drawingml/2006/main" id="6" idx="2"/>
            <a:endCxn xmlns:a="http://schemas.openxmlformats.org/drawingml/2006/main" id="7" idx="0"/>
          </p:cNvCxnSpPr>
          <p:nvPr/>
        </p:nvCxnSpPr>
        <p:spPr>
          <a:xfrm xmlns:a="http://schemas.openxmlformats.org/drawingml/2006/main">
            <a:off x="1519238" y="2781300"/>
            <a:ext cx="0" cy="485775"/>
          </a:xfrm>
          <a:prstGeom xmlns:a="http://schemas.openxmlformats.org/drawingml/2006/main" prst="straightConnector1">
            <a:avLst/>
          </a:prstGeom>
          <a:ln xmlns:a="http://schemas.openxmlformats.org/drawingml/2006/main" w="19050">
            <a:solidFill>
              <a:srgbClr val="567D89"/>
            </a:solidFill>
            <a:tailEnd type="triangle" w="sm" len="sm"/>
          </a:ln>
        </p:spPr>
      </p:cxnSp>
      <p:sp>
        <p:nvSpPr>
          <p:cNvPr id="46" name="CLJS · UIx · 모듈러 모놀리스">
            <a:extLst xmlns:a="http://schemas.openxmlformats.org/drawingml/2006/main">
              <a:ext uri="{FF2B5EF4-FFF2-40B4-BE49-F238E27FC236}">
                <a16:creationId xmlns:a16="http://schemas.microsoft.com/office/drawing/2014/main" id="{E0B5F0E4-80CD-4665-B27E-C5D7B7DEA1EE}"/>
              </a:ext>
            </a:extLst>
          </p:cNvPr>
          <p:cNvSpPr>
            <a:spLocks xmlns:a="http://schemas.openxmlformats.org/drawingml/2006/main" noGrp="1"/>
          </p:cNvSpPr>
          <p:nvPr/>
        </p:nvSpPr>
        <p:spPr>
          <a:xfrm xmlns:a="http://schemas.openxmlformats.org/drawingml/2006/main">
            <a:off x="504825" y="257175"/>
            <a:ext cx="628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a:solidFill>
                  <a:srgbClr val="687568"/>
                </a:solidFill>
                <a:latin typeface="Pretendard"/>
                <a:ea typeface="Pretendard"/>
                <a:cs typeface="Pretendard"/>
              </a:defRPr>
            </a:defPPr>
          </a:lstStyle>
          <a:p xmlns:a="http://schemas.openxmlformats.org/drawingml/2006/main">
            <a:pPr algn="l">
              <a:defRPr sz="1050">
                <a:solidFill>
                  <a:srgbClr val="687568"/>
                </a:solidFill>
                <a:latin typeface="Pretendard"/>
                <a:ea typeface="Pretendard"/>
                <a:cs typeface="Pretendard"/>
              </a:defRPr>
            </a:pPr>
            <a:r>
              <a:rPr sz="1050">
                <a:solidFill>
                  <a:srgbClr val="687568"/>
                </a:solidFill>
                <a:latin typeface="Pretendard"/>
                <a:ea typeface="Pretendard"/>
                <a:cs typeface="Pretendard"/>
              </a:rPr>
              <a:t>CLJS · UIx · 모듈러 모놀리스</a:t>
            </a:r>
          </a:p>
        </p:txBody>
      </p:sp>
      <p:sp>
        <p:nvSpPr>
          <p:cNvPr id="2" name="서비스 아키텍처">
            <a:extLst xmlns:a="http://schemas.openxmlformats.org/drawingml/2006/main">
              <a:ext uri="{FF2B5EF4-FFF2-40B4-BE49-F238E27FC236}">
                <a16:creationId xmlns:a16="http://schemas.microsoft.com/office/drawing/2014/main" id="{4D5D60FE-0839-4846-A222-D12228CE08DF}"/>
              </a:ext>
            </a:extLst>
          </p:cNvPr>
          <p:cNvSpPr>
            <a:spLocks xmlns:a="http://schemas.openxmlformats.org/drawingml/2006/main" noGrp="1"/>
          </p:cNvSpPr>
          <p:nvPr/>
        </p:nvSpPr>
        <p:spPr>
          <a:xfrm xmlns:a="http://schemas.openxmlformats.org/drawingml/2006/main">
            <a:off x="476250" y="628650"/>
            <a:ext cx="8248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00" b="1">
                <a:solidFill>
                  <a:srgbClr val="183E35"/>
                </a:solidFill>
                <a:latin typeface="Pretendard"/>
                <a:ea typeface="Pretendard"/>
                <a:cs typeface="Pretendard"/>
              </a:defRPr>
            </a:defPPr>
          </a:lstStyle>
          <a:p xmlns:a="http://schemas.openxmlformats.org/drawingml/2006/main">
            <a:pPr algn="l">
              <a:defRPr sz="3000" b="1">
                <a:solidFill>
                  <a:srgbClr val="183E35"/>
                </a:solidFill>
                <a:latin typeface="Pretendard"/>
                <a:ea typeface="Pretendard"/>
                <a:cs typeface="Pretendard"/>
              </a:defRPr>
            </a:pPr>
            <a:r>
              <a:rPr sz="3000" b="1">
                <a:solidFill>
                  <a:srgbClr val="183E35"/>
                </a:solidFill>
                <a:latin typeface="Pretendard"/>
                <a:ea typeface="Pretendard"/>
                <a:cs typeface="Pretendard"/>
              </a:rPr>
              <a:t>서비스 아키텍처</a:t>
            </a:r>
          </a:p>
        </p:txBody>
      </p:sp>
      <p:sp>
        <p:nvSpPr>
          <p:cNvPr id="3" name="24">
            <a:extLst xmlns:a="http://schemas.openxmlformats.org/drawingml/2006/main">
              <a:ext uri="{FF2B5EF4-FFF2-40B4-BE49-F238E27FC236}">
                <a16:creationId xmlns:a16="http://schemas.microsoft.com/office/drawing/2014/main" id="{0284A619-5761-4F41-B509-9C6EAF5A492F}"/>
              </a:ext>
            </a:extLst>
          </p:cNvPr>
          <p:cNvSpPr>
            <a:spLocks xmlns:a="http://schemas.openxmlformats.org/drawingml/2006/main" noGrp="1"/>
          </p:cNvSpPr>
          <p:nvPr/>
        </p:nvSpPr>
        <p:spPr>
          <a:xfrm xmlns:a="http://schemas.openxmlformats.org/drawingml/2006/main">
            <a:off x="8534400" y="4781550"/>
            <a:ext cx="295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75" b="0">
                <a:solidFill>
                  <a:srgbClr val="687568"/>
                </a:solidFill>
                <a:latin typeface="Pretendard"/>
                <a:ea typeface="Pretendard"/>
                <a:cs typeface="Pretendard"/>
              </a:defRPr>
            </a:defPPr>
          </a:lstStyle>
          <a:p xmlns:a="http://schemas.openxmlformats.org/drawingml/2006/main">
            <a:pPr algn="r">
              <a:defRPr sz="975" b="0">
                <a:solidFill>
                  <a:srgbClr val="687568"/>
                </a:solidFill>
                <a:latin typeface="Pretendard"/>
                <a:ea typeface="Pretendard"/>
                <a:cs typeface="Pretendard"/>
              </a:defRPr>
            </a:pPr>
            <a:r>
              <a:rPr sz="975" b="0">
                <a:solidFill>
                  <a:srgbClr val="687568"/>
                </a:solidFill>
                <a:latin typeface="Pretendard"/>
                <a:ea typeface="Pretendard"/>
                <a:cs typeface="Pretendard"/>
              </a:rPr>
              <a:t>24</a:t>
            </a:r>
          </a:p>
        </p:txBody>
      </p:sp>
      <p:sp>
        <p:nvSpPr>
          <p:cNvPr id="4" name="">
            <a:extLst xmlns:a="http://schemas.openxmlformats.org/drawingml/2006/main">
              <a:ext uri="{FF2B5EF4-FFF2-40B4-BE49-F238E27FC236}">
                <a16:creationId xmlns:a16="http://schemas.microsoft.com/office/drawing/2014/main" id="{246E707D-7580-435C-85BA-8AA8234EC8F1}"/>
              </a:ext>
            </a:extLst>
          </p:cNvPr>
          <p:cNvSpPr>
            <a:spLocks xmlns:a="http://schemas.openxmlformats.org/drawingml/2006/main" noGrp="1"/>
          </p:cNvSpPr>
          <p:nvPr/>
        </p:nvSpPr>
        <p:spPr>
          <a:xfrm xmlns:a="http://schemas.openxmlformats.org/drawingml/2006/main">
            <a:off x="495300" y="1447800"/>
            <a:ext cx="6496050" cy="3171825"/>
          </a:xfrm>
          <a:prstGeom xmlns:a="http://schemas.openxmlformats.org/drawingml/2006/main" prst="roundRect">
            <a:avLst>
              <a:gd name="adj" fmla="val 2402"/>
            </a:avLst>
          </a:prstGeom>
          <a:noFill xmlns:a="http://schemas.openxmlformats.org/drawingml/2006/main"/>
          <a:ln xmlns:a="http://schemas.openxmlformats.org/drawingml/2006/main" w="14288">
            <a:solidFill>
              <a:srgbClr val="D2DCD6"/>
            </a:solidFill>
          </a:ln>
        </p:spPr>
      </p:sp>
      <p:sp>
        <p:nvSpPr>
          <p:cNvPr id="5" name="Sites">
            <a:extLst xmlns:a="http://schemas.openxmlformats.org/drawingml/2006/main">
              <a:ext uri="{FF2B5EF4-FFF2-40B4-BE49-F238E27FC236}">
                <a16:creationId xmlns:a16="http://schemas.microsoft.com/office/drawing/2014/main" id="{9387443F-0DF6-40D4-BDD5-95D9067A17D1}"/>
              </a:ext>
            </a:extLst>
          </p:cNvPr>
          <p:cNvSpPr>
            <a:spLocks xmlns:a="http://schemas.openxmlformats.org/drawingml/2006/main" noGrp="1"/>
          </p:cNvSpPr>
          <p:nvPr/>
        </p:nvSpPr>
        <p:spPr>
          <a:xfrm xmlns:a="http://schemas.openxmlformats.org/drawingml/2006/main">
            <a:off x="666750" y="1571625"/>
            <a:ext cx="1905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1">
                <a:solidFill>
                  <a:srgbClr val="183E35"/>
                </a:solidFill>
                <a:latin typeface="Pretendard"/>
                <a:ea typeface="Pretendard"/>
                <a:cs typeface="Pretendard"/>
              </a:defRPr>
            </a:defPPr>
          </a:lstStyle>
          <a:p xmlns:a="http://schemas.openxmlformats.org/drawingml/2006/main">
            <a:pPr algn="l">
              <a:defRPr sz="1950" b="1">
                <a:solidFill>
                  <a:srgbClr val="183E35"/>
                </a:solidFill>
                <a:latin typeface="Pretendard"/>
                <a:ea typeface="Pretendard"/>
                <a:cs typeface="Pretendard"/>
              </a:defRPr>
            </a:pPr>
            <a:r>
              <a:rPr sz="1950" b="1">
                <a:solidFill>
                  <a:srgbClr val="183E35"/>
                </a:solidFill>
                <a:latin typeface="Pretendard"/>
                <a:ea typeface="Pretendard"/>
                <a:cs typeface="Pretendard"/>
              </a:rPr>
              <a:t>Sites</a:t>
            </a:r>
          </a:p>
        </p:txBody>
      </p:sp>
      <p:sp>
        <p:nvSpPr>
          <p:cNvPr id="6" name="">
            <a:extLst xmlns:a="http://schemas.openxmlformats.org/drawingml/2006/main">
              <a:ext uri="{FF2B5EF4-FFF2-40B4-BE49-F238E27FC236}">
                <a16:creationId xmlns:a16="http://schemas.microsoft.com/office/drawing/2014/main" id="{0D814D12-3E05-4841-BBE8-621C56792A87}"/>
              </a:ext>
            </a:extLst>
          </p:cNvPr>
          <p:cNvSpPr>
            <a:spLocks xmlns:a="http://schemas.openxmlformats.org/drawingml/2006/main" noGrp="1"/>
          </p:cNvSpPr>
          <p:nvPr/>
        </p:nvSpPr>
        <p:spPr>
          <a:xfrm xmlns:a="http://schemas.openxmlformats.org/drawingml/2006/main">
            <a:off x="685800" y="2057400"/>
            <a:ext cx="1666875" cy="723900"/>
          </a:xfrm>
          <a:prstGeom xmlns:a="http://schemas.openxmlformats.org/drawingml/2006/main" prst="rect">
            <a:avLst/>
          </a:prstGeom>
          <a:solidFill xmlns:a="http://schemas.openxmlformats.org/drawingml/2006/main">
            <a:srgbClr val="DCE7E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929527D-59DE-431E-B4DE-00CDB2F0E17A}"/>
              </a:ext>
            </a:extLst>
          </p:cNvPr>
          <p:cNvSpPr>
            <a:spLocks xmlns:a="http://schemas.openxmlformats.org/drawingml/2006/main" noGrp="1"/>
          </p:cNvSpPr>
          <p:nvPr/>
        </p:nvSpPr>
        <p:spPr>
          <a:xfrm xmlns:a="http://schemas.openxmlformats.org/drawingml/2006/main">
            <a:off x="685800" y="3267075"/>
            <a:ext cx="1666875" cy="723900"/>
          </a:xfrm>
          <a:prstGeom xmlns:a="http://schemas.openxmlformats.org/drawingml/2006/main" prst="rect">
            <a:avLst/>
          </a:prstGeom>
          <a:solidFill xmlns:a="http://schemas.openxmlformats.org/drawingml/2006/main">
            <a:srgbClr val="DCE7E2"/>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4AAFFD3-F0F9-4AA6-8AE6-07B051090C54}"/>
              </a:ext>
            </a:extLst>
          </p:cNvPr>
          <p:cNvSpPr>
            <a:spLocks xmlns:a="http://schemas.openxmlformats.org/drawingml/2006/main" noGrp="1"/>
          </p:cNvSpPr>
          <p:nvPr/>
        </p:nvSpPr>
        <p:spPr>
          <a:xfrm xmlns:a="http://schemas.openxmlformats.org/drawingml/2006/main">
            <a:off x="2695575" y="1943100"/>
            <a:ext cx="4048125" cy="2419350"/>
          </a:xfrm>
          <a:prstGeom xmlns:a="http://schemas.openxmlformats.org/drawingml/2006/main" prst="rect">
            <a:avLst/>
          </a:prstGeom>
          <a:solidFill xmlns:a="http://schemas.openxmlformats.org/drawingml/2006/main">
            <a:srgbClr val="FFFFFF"/>
          </a:solidFill>
          <a:ln xmlns:a="http://schemas.openxmlformats.org/drawingml/2006/main" w="9525">
            <a:solidFill>
              <a:srgbClr val="D2DCD6"/>
            </a:solidFill>
          </a:ln>
        </p:spPr>
      </p:sp>
      <p:sp>
        <p:nvSpPr>
          <p:cNvPr id="11" name="웹 앱">
            <a:extLst xmlns:a="http://schemas.openxmlformats.org/drawingml/2006/main">
              <a:ext uri="{FF2B5EF4-FFF2-40B4-BE49-F238E27FC236}">
                <a16:creationId xmlns:a16="http://schemas.microsoft.com/office/drawing/2014/main" id="{EB53956B-C99C-4DB0-8E28-35234D71EFA8}"/>
              </a:ext>
            </a:extLst>
          </p:cNvPr>
          <p:cNvSpPr>
            <a:spLocks xmlns:a="http://schemas.openxmlformats.org/drawingml/2006/main" noGrp="1"/>
          </p:cNvSpPr>
          <p:nvPr/>
        </p:nvSpPr>
        <p:spPr>
          <a:xfrm xmlns:a="http://schemas.openxmlformats.org/drawingml/2006/main">
            <a:off x="838200" y="2152650"/>
            <a:ext cx="1333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1">
                <a:solidFill>
                  <a:srgbClr val="183E35"/>
                </a:solidFill>
                <a:latin typeface="Pretendard"/>
                <a:ea typeface="Pretendard"/>
                <a:cs typeface="Pretendard"/>
              </a:defRPr>
            </a:defPPr>
          </a:lstStyle>
          <a:p xmlns:a="http://schemas.openxmlformats.org/drawingml/2006/main">
            <a:pPr algn="ctr">
              <a:defRPr sz="1800" b="1">
                <a:solidFill>
                  <a:srgbClr val="183E35"/>
                </a:solidFill>
                <a:latin typeface="Pretendard"/>
                <a:ea typeface="Pretendard"/>
                <a:cs typeface="Pretendard"/>
              </a:defRPr>
            </a:pPr>
            <a:r>
              <a:rPr sz="1800" b="1">
                <a:solidFill>
                  <a:srgbClr val="183E35"/>
                </a:solidFill>
                <a:latin typeface="Pretendard"/>
                <a:ea typeface="Pretendard"/>
                <a:cs typeface="Pretendard"/>
              </a:rPr>
              <a:t>웹 앱</a:t>
            </a:r>
          </a:p>
        </p:txBody>
      </p:sp>
      <p:sp>
        <p:nvSpPr>
          <p:cNvPr id="12" name="CLJS · UIx">
            <a:extLst xmlns:a="http://schemas.openxmlformats.org/drawingml/2006/main">
              <a:ext uri="{FF2B5EF4-FFF2-40B4-BE49-F238E27FC236}">
                <a16:creationId xmlns:a16="http://schemas.microsoft.com/office/drawing/2014/main" id="{30ADF802-A0F8-4B87-90A3-B3001928D73F}"/>
              </a:ext>
            </a:extLst>
          </p:cNvPr>
          <p:cNvSpPr>
            <a:spLocks xmlns:a="http://schemas.openxmlformats.org/drawingml/2006/main" noGrp="1"/>
          </p:cNvSpPr>
          <p:nvPr/>
        </p:nvSpPr>
        <p:spPr>
          <a:xfrm xmlns:a="http://schemas.openxmlformats.org/drawingml/2006/main">
            <a:off x="838200" y="2533650"/>
            <a:ext cx="1333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200">
                <a:solidFill>
                  <a:srgbClr val="567D89"/>
                </a:solidFill>
                <a:latin typeface="Pretendard"/>
                <a:ea typeface="Pretendard"/>
                <a:cs typeface="Pretendard"/>
              </a:defRPr>
            </a:defPPr>
          </a:lstStyle>
          <a:p xmlns:a="http://schemas.openxmlformats.org/drawingml/2006/main">
            <a:pPr algn="ctr">
              <a:defRPr sz="1200">
                <a:solidFill>
                  <a:srgbClr val="567D89"/>
                </a:solidFill>
                <a:latin typeface="Pretendard"/>
                <a:ea typeface="Pretendard"/>
                <a:cs typeface="Pretendard"/>
              </a:defRPr>
            </a:pPr>
            <a:r>
              <a:rPr sz="1200">
                <a:solidFill>
                  <a:srgbClr val="567D89"/>
                </a:solidFill>
                <a:latin typeface="Pretendard"/>
                <a:ea typeface="Pretendard"/>
                <a:cs typeface="Pretendard"/>
              </a:rPr>
              <a:t>CLJS · UIx</a:t>
            </a:r>
          </a:p>
        </p:txBody>
      </p:sp>
      <p:sp>
        <p:nvSpPr>
          <p:cNvPr id="13" name="서버 API">
            <a:extLst xmlns:a="http://schemas.openxmlformats.org/drawingml/2006/main">
              <a:ext uri="{FF2B5EF4-FFF2-40B4-BE49-F238E27FC236}">
                <a16:creationId xmlns:a16="http://schemas.microsoft.com/office/drawing/2014/main" id="{C87126A5-3F88-491E-B084-B32B76722FA5}"/>
              </a:ext>
            </a:extLst>
          </p:cNvPr>
          <p:cNvSpPr>
            <a:spLocks xmlns:a="http://schemas.openxmlformats.org/drawingml/2006/main" noGrp="1"/>
          </p:cNvSpPr>
          <p:nvPr/>
        </p:nvSpPr>
        <p:spPr>
          <a:xfrm xmlns:a="http://schemas.openxmlformats.org/drawingml/2006/main">
            <a:off x="800100" y="3362325"/>
            <a:ext cx="14382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1">
                <a:solidFill>
                  <a:srgbClr val="183E35"/>
                </a:solidFill>
                <a:latin typeface="Pretendard"/>
                <a:ea typeface="Pretendard"/>
                <a:cs typeface="Pretendard"/>
              </a:defRPr>
            </a:defPPr>
          </a:lstStyle>
          <a:p xmlns:a="http://schemas.openxmlformats.org/drawingml/2006/main">
            <a:pPr algn="ctr">
              <a:defRPr sz="1800" b="1">
                <a:solidFill>
                  <a:srgbClr val="183E35"/>
                </a:solidFill>
                <a:latin typeface="Pretendard"/>
                <a:ea typeface="Pretendard"/>
                <a:cs typeface="Pretendard"/>
              </a:defRPr>
            </a:pPr>
            <a:r>
              <a:rPr sz="1800" b="1">
                <a:solidFill>
                  <a:srgbClr val="183E35"/>
                </a:solidFill>
                <a:latin typeface="Pretendard"/>
                <a:ea typeface="Pretendard"/>
                <a:cs typeface="Pretendard"/>
              </a:rPr>
              <a:t>서버 API</a:t>
            </a:r>
          </a:p>
        </p:txBody>
      </p:sp>
      <p:sp>
        <p:nvSpPr>
          <p:cNvPr id="14" name="요청 · 권한 · 버전">
            <a:extLst xmlns:a="http://schemas.openxmlformats.org/drawingml/2006/main">
              <a:ext uri="{FF2B5EF4-FFF2-40B4-BE49-F238E27FC236}">
                <a16:creationId xmlns:a16="http://schemas.microsoft.com/office/drawing/2014/main" id="{75CF38B0-18B9-4C97-9690-1B403A112A04}"/>
              </a:ext>
            </a:extLst>
          </p:cNvPr>
          <p:cNvSpPr>
            <a:spLocks xmlns:a="http://schemas.openxmlformats.org/drawingml/2006/main" noGrp="1"/>
          </p:cNvSpPr>
          <p:nvPr/>
        </p:nvSpPr>
        <p:spPr>
          <a:xfrm xmlns:a="http://schemas.openxmlformats.org/drawingml/2006/main">
            <a:off x="752475" y="3752850"/>
            <a:ext cx="15335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163">
                <a:solidFill>
                  <a:srgbClr val="567D89"/>
                </a:solidFill>
                <a:latin typeface="Pretendard"/>
                <a:ea typeface="Pretendard"/>
                <a:cs typeface="Pretendard"/>
              </a:defRPr>
            </a:defPPr>
          </a:lstStyle>
          <a:p xmlns:a="http://schemas.openxmlformats.org/drawingml/2006/main">
            <a:pPr algn="ctr">
              <a:defRPr sz="1163">
                <a:solidFill>
                  <a:srgbClr val="567D89"/>
                </a:solidFill>
                <a:latin typeface="Pretendard"/>
                <a:ea typeface="Pretendard"/>
                <a:cs typeface="Pretendard"/>
              </a:defRPr>
            </a:pPr>
            <a:r>
              <a:rPr sz="1163">
                <a:solidFill>
                  <a:srgbClr val="567D89"/>
                </a:solidFill>
                <a:latin typeface="Pretendard"/>
                <a:ea typeface="Pretendard"/>
                <a:cs typeface="Pretendard"/>
              </a:rPr>
              <a:t>요청 · 권한 · 버전</a:t>
            </a:r>
          </a:p>
        </p:txBody>
      </p:sp>
      <p:sp>
        <p:nvSpPr>
          <p:cNvPr id="15" name="도메인 모듈">
            <a:extLst xmlns:a="http://schemas.openxmlformats.org/drawingml/2006/main">
              <a:ext uri="{FF2B5EF4-FFF2-40B4-BE49-F238E27FC236}">
                <a16:creationId xmlns:a16="http://schemas.microsoft.com/office/drawing/2014/main" id="{07DE981A-C78D-44AF-9735-CA5EAA982E7E}"/>
              </a:ext>
            </a:extLst>
          </p:cNvPr>
          <p:cNvSpPr>
            <a:spLocks xmlns:a="http://schemas.openxmlformats.org/drawingml/2006/main" noGrp="1"/>
          </p:cNvSpPr>
          <p:nvPr/>
        </p:nvSpPr>
        <p:spPr>
          <a:xfrm xmlns:a="http://schemas.openxmlformats.org/drawingml/2006/main">
            <a:off x="2867025" y="2047875"/>
            <a:ext cx="36671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1">
                <a:solidFill>
                  <a:srgbClr val="183E35"/>
                </a:solidFill>
                <a:latin typeface="Pretendard"/>
                <a:ea typeface="Pretendard"/>
                <a:cs typeface="Pretendard"/>
              </a:defRPr>
            </a:defPPr>
          </a:lstStyle>
          <a:p xmlns:a="http://schemas.openxmlformats.org/drawingml/2006/main">
            <a:pPr algn="l">
              <a:defRPr sz="1725" b="1">
                <a:solidFill>
                  <a:srgbClr val="183E35"/>
                </a:solidFill>
                <a:latin typeface="Pretendard"/>
                <a:ea typeface="Pretendard"/>
                <a:cs typeface="Pretendard"/>
              </a:defRPr>
            </a:pPr>
            <a:r>
              <a:rPr sz="1725" b="1">
                <a:solidFill>
                  <a:srgbClr val="183E35"/>
                </a:solidFill>
                <a:latin typeface="Pretendard"/>
                <a:ea typeface="Pretendard"/>
                <a:cs typeface="Pretendard"/>
              </a:rPr>
              <a:t>도메인 모듈</a:t>
            </a:r>
          </a:p>
        </p:txBody>
      </p:sp>
      <p:sp>
        <p:nvSpPr>
          <p:cNvPr id="16" name="">
            <a:extLst xmlns:a="http://schemas.openxmlformats.org/drawingml/2006/main">
              <a:ext uri="{FF2B5EF4-FFF2-40B4-BE49-F238E27FC236}">
                <a16:creationId xmlns:a16="http://schemas.microsoft.com/office/drawing/2014/main" id="{F7F2F231-A765-473C-9EA1-DF050B3E04C3}"/>
              </a:ext>
            </a:extLst>
          </p:cNvPr>
          <p:cNvSpPr>
            <a:spLocks xmlns:a="http://schemas.openxmlformats.org/drawingml/2006/main" noGrp="1"/>
          </p:cNvSpPr>
          <p:nvPr/>
        </p:nvSpPr>
        <p:spPr>
          <a:xfrm xmlns:a="http://schemas.openxmlformats.org/drawingml/2006/main">
            <a:off x="2847975" y="2447925"/>
            <a:ext cx="1152525" cy="457200"/>
          </a:xfrm>
          <a:prstGeom xmlns:a="http://schemas.openxmlformats.org/drawingml/2006/main" prst="rect">
            <a:avLst/>
          </a:prstGeom>
          <a:solidFill xmlns:a="http://schemas.openxmlformats.org/drawingml/2006/main">
            <a:srgbClr val="DCE7E2"/>
          </a:solidFill>
          <a:ln xmlns:a="http://schemas.openxmlformats.org/drawingml/2006/main" w="0">
            <a:noFill/>
          </a:ln>
        </p:spPr>
      </p:sp>
      <p:sp>
        <p:nvSpPr>
          <p:cNvPr id="17" name="조직·명부">
            <a:extLst xmlns:a="http://schemas.openxmlformats.org/drawingml/2006/main">
              <a:ext uri="{FF2B5EF4-FFF2-40B4-BE49-F238E27FC236}">
                <a16:creationId xmlns:a16="http://schemas.microsoft.com/office/drawing/2014/main" id="{FFC967EA-78F5-4525-9FB6-6BBFA88FB09F}"/>
              </a:ext>
            </a:extLst>
          </p:cNvPr>
          <p:cNvSpPr>
            <a:spLocks xmlns:a="http://schemas.openxmlformats.org/drawingml/2006/main" noGrp="1"/>
          </p:cNvSpPr>
          <p:nvPr/>
        </p:nvSpPr>
        <p:spPr>
          <a:xfrm xmlns:a="http://schemas.openxmlformats.org/drawingml/2006/main">
            <a:off x="2876550" y="2562225"/>
            <a:ext cx="10953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388" b="1">
                <a:solidFill>
                  <a:srgbClr val="183E35"/>
                </a:solidFill>
                <a:latin typeface="Pretendard"/>
                <a:ea typeface="Pretendard"/>
                <a:cs typeface="Pretendard"/>
              </a:defRPr>
            </a:defPPr>
          </a:lstStyle>
          <a:p xmlns:a="http://schemas.openxmlformats.org/drawingml/2006/main">
            <a:pPr algn="ctr">
              <a:defRPr sz="1388" b="1">
                <a:solidFill>
                  <a:srgbClr val="183E35"/>
                </a:solidFill>
                <a:latin typeface="Pretendard"/>
                <a:ea typeface="Pretendard"/>
                <a:cs typeface="Pretendard"/>
              </a:defRPr>
            </a:pPr>
            <a:r>
              <a:rPr sz="1388" b="1">
                <a:solidFill>
                  <a:srgbClr val="183E35"/>
                </a:solidFill>
                <a:latin typeface="Pretendard"/>
                <a:ea typeface="Pretendard"/>
                <a:cs typeface="Pretendard"/>
              </a:rPr>
              <a:t>조직·명부</a:t>
            </a:r>
          </a:p>
        </p:txBody>
      </p:sp>
      <p:sp>
        <p:nvSpPr>
          <p:cNvPr id="18" name="">
            <a:extLst xmlns:a="http://schemas.openxmlformats.org/drawingml/2006/main">
              <a:ext uri="{FF2B5EF4-FFF2-40B4-BE49-F238E27FC236}">
                <a16:creationId xmlns:a16="http://schemas.microsoft.com/office/drawing/2014/main" id="{5DF46247-1576-4F1C-866F-ED2BE2853EE8}"/>
              </a:ext>
            </a:extLst>
          </p:cNvPr>
          <p:cNvSpPr>
            <a:spLocks xmlns:a="http://schemas.openxmlformats.org/drawingml/2006/main" noGrp="1"/>
          </p:cNvSpPr>
          <p:nvPr/>
        </p:nvSpPr>
        <p:spPr>
          <a:xfrm xmlns:a="http://schemas.openxmlformats.org/drawingml/2006/main">
            <a:off x="4133850" y="2447925"/>
            <a:ext cx="1152525" cy="457200"/>
          </a:xfrm>
          <a:prstGeom xmlns:a="http://schemas.openxmlformats.org/drawingml/2006/main" prst="rect">
            <a:avLst/>
          </a:prstGeom>
          <a:solidFill xmlns:a="http://schemas.openxmlformats.org/drawingml/2006/main">
            <a:srgbClr val="DCE7E2"/>
          </a:solidFill>
          <a:ln xmlns:a="http://schemas.openxmlformats.org/drawingml/2006/main" w="0">
            <a:noFill/>
          </a:ln>
        </p:spPr>
      </p:sp>
      <p:sp>
        <p:nvSpPr>
          <p:cNvPr id="19" name="재산·등기">
            <a:extLst xmlns:a="http://schemas.openxmlformats.org/drawingml/2006/main">
              <a:ext uri="{FF2B5EF4-FFF2-40B4-BE49-F238E27FC236}">
                <a16:creationId xmlns:a16="http://schemas.microsoft.com/office/drawing/2014/main" id="{9810AF18-A9D1-4245-8222-D2181EA3D033}"/>
              </a:ext>
            </a:extLst>
          </p:cNvPr>
          <p:cNvSpPr>
            <a:spLocks xmlns:a="http://schemas.openxmlformats.org/drawingml/2006/main" noGrp="1"/>
          </p:cNvSpPr>
          <p:nvPr/>
        </p:nvSpPr>
        <p:spPr>
          <a:xfrm xmlns:a="http://schemas.openxmlformats.org/drawingml/2006/main">
            <a:off x="4162425" y="2562225"/>
            <a:ext cx="10953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388" b="1">
                <a:solidFill>
                  <a:srgbClr val="183E35"/>
                </a:solidFill>
                <a:latin typeface="Pretendard"/>
                <a:ea typeface="Pretendard"/>
                <a:cs typeface="Pretendard"/>
              </a:defRPr>
            </a:defPPr>
          </a:lstStyle>
          <a:p xmlns:a="http://schemas.openxmlformats.org/drawingml/2006/main">
            <a:pPr algn="ctr">
              <a:defRPr sz="1388" b="1">
                <a:solidFill>
                  <a:srgbClr val="183E35"/>
                </a:solidFill>
                <a:latin typeface="Pretendard"/>
                <a:ea typeface="Pretendard"/>
                <a:cs typeface="Pretendard"/>
              </a:defRPr>
            </a:pPr>
            <a:r>
              <a:rPr sz="1388" b="1">
                <a:solidFill>
                  <a:srgbClr val="183E35"/>
                </a:solidFill>
                <a:latin typeface="Pretendard"/>
                <a:ea typeface="Pretendard"/>
                <a:cs typeface="Pretendard"/>
              </a:rPr>
              <a:t>재산·등기</a:t>
            </a:r>
          </a:p>
        </p:txBody>
      </p:sp>
      <p:sp>
        <p:nvSpPr>
          <p:cNvPr id="20" name="">
            <a:extLst xmlns:a="http://schemas.openxmlformats.org/drawingml/2006/main">
              <a:ext uri="{FF2B5EF4-FFF2-40B4-BE49-F238E27FC236}">
                <a16:creationId xmlns:a16="http://schemas.microsoft.com/office/drawing/2014/main" id="{F1D57714-8ED6-40A7-85FF-07493EDE69CC}"/>
              </a:ext>
            </a:extLst>
          </p:cNvPr>
          <p:cNvSpPr>
            <a:spLocks xmlns:a="http://schemas.openxmlformats.org/drawingml/2006/main" noGrp="1"/>
          </p:cNvSpPr>
          <p:nvPr/>
        </p:nvSpPr>
        <p:spPr>
          <a:xfrm xmlns:a="http://schemas.openxmlformats.org/drawingml/2006/main">
            <a:off x="5419725" y="2447925"/>
            <a:ext cx="1152525" cy="457200"/>
          </a:xfrm>
          <a:prstGeom xmlns:a="http://schemas.openxmlformats.org/drawingml/2006/main" prst="rect">
            <a:avLst/>
          </a:prstGeom>
          <a:solidFill xmlns:a="http://schemas.openxmlformats.org/drawingml/2006/main">
            <a:srgbClr val="DCE7E2"/>
          </a:solidFill>
          <a:ln xmlns:a="http://schemas.openxmlformats.org/drawingml/2006/main" w="0">
            <a:noFill/>
          </a:ln>
        </p:spPr>
      </p:sp>
      <p:sp>
        <p:nvSpPr>
          <p:cNvPr id="21" name="회계">
            <a:extLst xmlns:a="http://schemas.openxmlformats.org/drawingml/2006/main">
              <a:ext uri="{FF2B5EF4-FFF2-40B4-BE49-F238E27FC236}">
                <a16:creationId xmlns:a16="http://schemas.microsoft.com/office/drawing/2014/main" id="{04053DE0-7443-4A59-AC0C-22B68020902C}"/>
              </a:ext>
            </a:extLst>
          </p:cNvPr>
          <p:cNvSpPr>
            <a:spLocks xmlns:a="http://schemas.openxmlformats.org/drawingml/2006/main" noGrp="1"/>
          </p:cNvSpPr>
          <p:nvPr/>
        </p:nvSpPr>
        <p:spPr>
          <a:xfrm xmlns:a="http://schemas.openxmlformats.org/drawingml/2006/main">
            <a:off x="5448300" y="2562225"/>
            <a:ext cx="10953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388" b="1">
                <a:solidFill>
                  <a:srgbClr val="183E35"/>
                </a:solidFill>
                <a:latin typeface="Pretendard"/>
                <a:ea typeface="Pretendard"/>
                <a:cs typeface="Pretendard"/>
              </a:defRPr>
            </a:defPPr>
          </a:lstStyle>
          <a:p xmlns:a="http://schemas.openxmlformats.org/drawingml/2006/main">
            <a:pPr algn="ctr">
              <a:defRPr sz="1388" b="1">
                <a:solidFill>
                  <a:srgbClr val="183E35"/>
                </a:solidFill>
                <a:latin typeface="Pretendard"/>
                <a:ea typeface="Pretendard"/>
                <a:cs typeface="Pretendard"/>
              </a:defRPr>
            </a:pPr>
            <a:r>
              <a:rPr sz="1388" b="1">
                <a:solidFill>
                  <a:srgbClr val="183E35"/>
                </a:solidFill>
                <a:latin typeface="Pretendard"/>
                <a:ea typeface="Pretendard"/>
                <a:cs typeface="Pretendard"/>
              </a:rPr>
              <a:t>회계</a:t>
            </a:r>
          </a:p>
        </p:txBody>
      </p:sp>
      <p:sp>
        <p:nvSpPr>
          <p:cNvPr id="22" name="">
            <a:extLst xmlns:a="http://schemas.openxmlformats.org/drawingml/2006/main">
              <a:ext uri="{FF2B5EF4-FFF2-40B4-BE49-F238E27FC236}">
                <a16:creationId xmlns:a16="http://schemas.microsoft.com/office/drawing/2014/main" id="{07170F0A-6915-434C-9097-94534625E91A}"/>
              </a:ext>
            </a:extLst>
          </p:cNvPr>
          <p:cNvSpPr>
            <a:spLocks xmlns:a="http://schemas.openxmlformats.org/drawingml/2006/main" noGrp="1"/>
          </p:cNvSpPr>
          <p:nvPr/>
        </p:nvSpPr>
        <p:spPr>
          <a:xfrm xmlns:a="http://schemas.openxmlformats.org/drawingml/2006/main">
            <a:off x="2847975" y="3028950"/>
            <a:ext cx="1152525" cy="457200"/>
          </a:xfrm>
          <a:prstGeom xmlns:a="http://schemas.openxmlformats.org/drawingml/2006/main" prst="rect">
            <a:avLst/>
          </a:prstGeom>
          <a:solidFill xmlns:a="http://schemas.openxmlformats.org/drawingml/2006/main">
            <a:srgbClr val="DCE7E2"/>
          </a:solidFill>
          <a:ln xmlns:a="http://schemas.openxmlformats.org/drawingml/2006/main" w="0">
            <a:noFill/>
          </a:ln>
        </p:spPr>
      </p:sp>
      <p:sp>
        <p:nvSpPr>
          <p:cNvPr id="23" name="회의·동의">
            <a:extLst xmlns:a="http://schemas.openxmlformats.org/drawingml/2006/main">
              <a:ext uri="{FF2B5EF4-FFF2-40B4-BE49-F238E27FC236}">
                <a16:creationId xmlns:a16="http://schemas.microsoft.com/office/drawing/2014/main" id="{45C74497-A876-4BC7-95A9-00C2A53B14A0}"/>
              </a:ext>
            </a:extLst>
          </p:cNvPr>
          <p:cNvSpPr>
            <a:spLocks xmlns:a="http://schemas.openxmlformats.org/drawingml/2006/main" noGrp="1"/>
          </p:cNvSpPr>
          <p:nvPr/>
        </p:nvSpPr>
        <p:spPr>
          <a:xfrm xmlns:a="http://schemas.openxmlformats.org/drawingml/2006/main">
            <a:off x="2876550" y="3143250"/>
            <a:ext cx="10953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388" b="1">
                <a:solidFill>
                  <a:srgbClr val="183E35"/>
                </a:solidFill>
                <a:latin typeface="Pretendard"/>
                <a:ea typeface="Pretendard"/>
                <a:cs typeface="Pretendard"/>
              </a:defRPr>
            </a:defPPr>
          </a:lstStyle>
          <a:p xmlns:a="http://schemas.openxmlformats.org/drawingml/2006/main">
            <a:pPr algn="ctr">
              <a:defRPr sz="1388" b="1">
                <a:solidFill>
                  <a:srgbClr val="183E35"/>
                </a:solidFill>
                <a:latin typeface="Pretendard"/>
                <a:ea typeface="Pretendard"/>
                <a:cs typeface="Pretendard"/>
              </a:defRPr>
            </a:pPr>
            <a:r>
              <a:rPr sz="1388" b="1">
                <a:solidFill>
                  <a:srgbClr val="183E35"/>
                </a:solidFill>
                <a:latin typeface="Pretendard"/>
                <a:ea typeface="Pretendard"/>
                <a:cs typeface="Pretendard"/>
              </a:rPr>
              <a:t>회의·동의</a:t>
            </a:r>
          </a:p>
        </p:txBody>
      </p:sp>
      <p:sp>
        <p:nvSpPr>
          <p:cNvPr id="24" name="">
            <a:extLst xmlns:a="http://schemas.openxmlformats.org/drawingml/2006/main">
              <a:ext uri="{FF2B5EF4-FFF2-40B4-BE49-F238E27FC236}">
                <a16:creationId xmlns:a16="http://schemas.microsoft.com/office/drawing/2014/main" id="{136F500A-85ED-488F-911F-AE9E868CEEDB}"/>
              </a:ext>
            </a:extLst>
          </p:cNvPr>
          <p:cNvSpPr>
            <a:spLocks xmlns:a="http://schemas.openxmlformats.org/drawingml/2006/main" noGrp="1"/>
          </p:cNvSpPr>
          <p:nvPr/>
        </p:nvSpPr>
        <p:spPr>
          <a:xfrm xmlns:a="http://schemas.openxmlformats.org/drawingml/2006/main">
            <a:off x="4133850" y="3028950"/>
            <a:ext cx="1152525" cy="457200"/>
          </a:xfrm>
          <a:prstGeom xmlns:a="http://schemas.openxmlformats.org/drawingml/2006/main" prst="rect">
            <a:avLst/>
          </a:prstGeom>
          <a:solidFill xmlns:a="http://schemas.openxmlformats.org/drawingml/2006/main">
            <a:srgbClr val="DCE7E2"/>
          </a:solidFill>
          <a:ln xmlns:a="http://schemas.openxmlformats.org/drawingml/2006/main" w="0">
            <a:noFill/>
          </a:ln>
        </p:spPr>
      </p:sp>
      <p:sp>
        <p:nvSpPr>
          <p:cNvPr id="25" name="문서·버전">
            <a:extLst xmlns:a="http://schemas.openxmlformats.org/drawingml/2006/main">
              <a:ext uri="{FF2B5EF4-FFF2-40B4-BE49-F238E27FC236}">
                <a16:creationId xmlns:a16="http://schemas.microsoft.com/office/drawing/2014/main" id="{AA473F12-3EA5-45B4-9EFE-D5EC071C81E7}"/>
              </a:ext>
            </a:extLst>
          </p:cNvPr>
          <p:cNvSpPr>
            <a:spLocks xmlns:a="http://schemas.openxmlformats.org/drawingml/2006/main" noGrp="1"/>
          </p:cNvSpPr>
          <p:nvPr/>
        </p:nvSpPr>
        <p:spPr>
          <a:xfrm xmlns:a="http://schemas.openxmlformats.org/drawingml/2006/main">
            <a:off x="4162425" y="3143250"/>
            <a:ext cx="10953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388" b="1">
                <a:solidFill>
                  <a:srgbClr val="183E35"/>
                </a:solidFill>
                <a:latin typeface="Pretendard"/>
                <a:ea typeface="Pretendard"/>
                <a:cs typeface="Pretendard"/>
              </a:defRPr>
            </a:defPPr>
          </a:lstStyle>
          <a:p xmlns:a="http://schemas.openxmlformats.org/drawingml/2006/main">
            <a:pPr algn="ctr">
              <a:defRPr sz="1388" b="1">
                <a:solidFill>
                  <a:srgbClr val="183E35"/>
                </a:solidFill>
                <a:latin typeface="Pretendard"/>
                <a:ea typeface="Pretendard"/>
                <a:cs typeface="Pretendard"/>
              </a:defRPr>
            </a:pPr>
            <a:r>
              <a:rPr sz="1388" b="1">
                <a:solidFill>
                  <a:srgbClr val="183E35"/>
                </a:solidFill>
                <a:latin typeface="Pretendard"/>
                <a:ea typeface="Pretendard"/>
                <a:cs typeface="Pretendard"/>
              </a:rPr>
              <a:t>문서·버전</a:t>
            </a:r>
          </a:p>
        </p:txBody>
      </p:sp>
      <p:sp>
        <p:nvSpPr>
          <p:cNvPr id="26" name="">
            <a:extLst xmlns:a="http://schemas.openxmlformats.org/drawingml/2006/main">
              <a:ext uri="{FF2B5EF4-FFF2-40B4-BE49-F238E27FC236}">
                <a16:creationId xmlns:a16="http://schemas.microsoft.com/office/drawing/2014/main" id="{E8AE1241-BF89-4DE6-9BE0-C44FE70B43E6}"/>
              </a:ext>
            </a:extLst>
          </p:cNvPr>
          <p:cNvSpPr>
            <a:spLocks xmlns:a="http://schemas.openxmlformats.org/drawingml/2006/main" noGrp="1"/>
          </p:cNvSpPr>
          <p:nvPr/>
        </p:nvSpPr>
        <p:spPr>
          <a:xfrm xmlns:a="http://schemas.openxmlformats.org/drawingml/2006/main">
            <a:off x="5419725" y="3028950"/>
            <a:ext cx="1152525" cy="457200"/>
          </a:xfrm>
          <a:prstGeom xmlns:a="http://schemas.openxmlformats.org/drawingml/2006/main" prst="rect">
            <a:avLst/>
          </a:prstGeom>
          <a:solidFill xmlns:a="http://schemas.openxmlformats.org/drawingml/2006/main">
            <a:srgbClr val="DCE7E2"/>
          </a:solidFill>
          <a:ln xmlns:a="http://schemas.openxmlformats.org/drawingml/2006/main" w="0">
            <a:noFill/>
          </a:ln>
        </p:spPr>
      </p:sp>
      <p:sp>
        <p:nvSpPr>
          <p:cNvPr id="27" name="법률·전문가">
            <a:extLst xmlns:a="http://schemas.openxmlformats.org/drawingml/2006/main">
              <a:ext uri="{FF2B5EF4-FFF2-40B4-BE49-F238E27FC236}">
                <a16:creationId xmlns:a16="http://schemas.microsoft.com/office/drawing/2014/main" id="{DCE2D64F-E448-4CF3-BDE1-1C04FC742AF1}"/>
              </a:ext>
            </a:extLst>
          </p:cNvPr>
          <p:cNvSpPr>
            <a:spLocks xmlns:a="http://schemas.openxmlformats.org/drawingml/2006/main" noGrp="1"/>
          </p:cNvSpPr>
          <p:nvPr/>
        </p:nvSpPr>
        <p:spPr>
          <a:xfrm xmlns:a="http://schemas.openxmlformats.org/drawingml/2006/main">
            <a:off x="5448300" y="3143250"/>
            <a:ext cx="10953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388" b="1">
                <a:solidFill>
                  <a:srgbClr val="183E35"/>
                </a:solidFill>
                <a:latin typeface="Pretendard"/>
                <a:ea typeface="Pretendard"/>
                <a:cs typeface="Pretendard"/>
              </a:defRPr>
            </a:defPPr>
          </a:lstStyle>
          <a:p xmlns:a="http://schemas.openxmlformats.org/drawingml/2006/main">
            <a:pPr algn="ctr">
              <a:defRPr sz="1388" b="1">
                <a:solidFill>
                  <a:srgbClr val="183E35"/>
                </a:solidFill>
                <a:latin typeface="Pretendard"/>
                <a:ea typeface="Pretendard"/>
                <a:cs typeface="Pretendard"/>
              </a:defRPr>
            </a:pPr>
            <a:r>
              <a:rPr sz="1388" b="1">
                <a:solidFill>
                  <a:srgbClr val="183E35"/>
                </a:solidFill>
                <a:latin typeface="Pretendard"/>
                <a:ea typeface="Pretendard"/>
                <a:cs typeface="Pretendard"/>
              </a:rPr>
              <a:t>법률·전문가</a:t>
            </a:r>
          </a:p>
        </p:txBody>
      </p:sp>
      <p:sp>
        <p:nvSpPr>
          <p:cNvPr id="28" name="">
            <a:extLst xmlns:a="http://schemas.openxmlformats.org/drawingml/2006/main">
              <a:ext uri="{FF2B5EF4-FFF2-40B4-BE49-F238E27FC236}">
                <a16:creationId xmlns:a16="http://schemas.microsoft.com/office/drawing/2014/main" id="{E94F98BF-79DF-47A1-8D31-B1A8A97A11A1}"/>
              </a:ext>
            </a:extLst>
          </p:cNvPr>
          <p:cNvSpPr>
            <a:spLocks xmlns:a="http://schemas.openxmlformats.org/drawingml/2006/main" noGrp="1"/>
          </p:cNvSpPr>
          <p:nvPr/>
        </p:nvSpPr>
        <p:spPr>
          <a:xfrm xmlns:a="http://schemas.openxmlformats.org/drawingml/2006/main">
            <a:off x="2847975" y="3609975"/>
            <a:ext cx="1152525" cy="457200"/>
          </a:xfrm>
          <a:prstGeom xmlns:a="http://schemas.openxmlformats.org/drawingml/2006/main" prst="rect">
            <a:avLst/>
          </a:prstGeom>
          <a:solidFill xmlns:a="http://schemas.openxmlformats.org/drawingml/2006/main">
            <a:srgbClr val="DCE7E2"/>
          </a:solidFill>
          <a:ln xmlns:a="http://schemas.openxmlformats.org/drawingml/2006/main" w="0">
            <a:noFill/>
          </a:ln>
        </p:spPr>
      </p:sp>
      <p:sp>
        <p:nvSpPr>
          <p:cNvPr id="29" name="AI 작업">
            <a:extLst xmlns:a="http://schemas.openxmlformats.org/drawingml/2006/main">
              <a:ext uri="{FF2B5EF4-FFF2-40B4-BE49-F238E27FC236}">
                <a16:creationId xmlns:a16="http://schemas.microsoft.com/office/drawing/2014/main" id="{0150240F-D01A-4C0A-A5F2-D4F946223930}"/>
              </a:ext>
            </a:extLst>
          </p:cNvPr>
          <p:cNvSpPr>
            <a:spLocks xmlns:a="http://schemas.openxmlformats.org/drawingml/2006/main" noGrp="1"/>
          </p:cNvSpPr>
          <p:nvPr/>
        </p:nvSpPr>
        <p:spPr>
          <a:xfrm xmlns:a="http://schemas.openxmlformats.org/drawingml/2006/main">
            <a:off x="2876550" y="3724275"/>
            <a:ext cx="10953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388" b="1">
                <a:solidFill>
                  <a:srgbClr val="183E35"/>
                </a:solidFill>
                <a:latin typeface="Pretendard"/>
                <a:ea typeface="Pretendard"/>
                <a:cs typeface="Pretendard"/>
              </a:defRPr>
            </a:defPPr>
          </a:lstStyle>
          <a:p xmlns:a="http://schemas.openxmlformats.org/drawingml/2006/main">
            <a:pPr algn="ctr">
              <a:defRPr sz="1388" b="1">
                <a:solidFill>
                  <a:srgbClr val="183E35"/>
                </a:solidFill>
                <a:latin typeface="Pretendard"/>
                <a:ea typeface="Pretendard"/>
                <a:cs typeface="Pretendard"/>
              </a:defRPr>
            </a:pPr>
            <a:r>
              <a:rPr sz="1388" b="1">
                <a:solidFill>
                  <a:srgbClr val="183E35"/>
                </a:solidFill>
                <a:latin typeface="Pretendard"/>
                <a:ea typeface="Pretendard"/>
                <a:cs typeface="Pretendard"/>
              </a:rPr>
              <a:t>AI 작업</a:t>
            </a:r>
          </a:p>
        </p:txBody>
      </p:sp>
      <p:sp>
        <p:nvSpPr>
          <p:cNvPr id="30" name="">
            <a:extLst xmlns:a="http://schemas.openxmlformats.org/drawingml/2006/main">
              <a:ext uri="{FF2B5EF4-FFF2-40B4-BE49-F238E27FC236}">
                <a16:creationId xmlns:a16="http://schemas.microsoft.com/office/drawing/2014/main" id="{442795D9-0073-4BD5-9F4D-418146AE7945}"/>
              </a:ext>
            </a:extLst>
          </p:cNvPr>
          <p:cNvSpPr>
            <a:spLocks xmlns:a="http://schemas.openxmlformats.org/drawingml/2006/main" noGrp="1"/>
          </p:cNvSpPr>
          <p:nvPr/>
        </p:nvSpPr>
        <p:spPr>
          <a:xfrm xmlns:a="http://schemas.openxmlformats.org/drawingml/2006/main">
            <a:off x="4133850" y="3609975"/>
            <a:ext cx="1152525" cy="457200"/>
          </a:xfrm>
          <a:prstGeom xmlns:a="http://schemas.openxmlformats.org/drawingml/2006/main" prst="rect">
            <a:avLst/>
          </a:prstGeom>
          <a:solidFill xmlns:a="http://schemas.openxmlformats.org/drawingml/2006/main">
            <a:srgbClr val="DCE7E2"/>
          </a:solidFill>
          <a:ln xmlns:a="http://schemas.openxmlformats.org/drawingml/2006/main" w="0">
            <a:noFill/>
          </a:ln>
        </p:spPr>
      </p:sp>
      <p:sp>
        <p:nvSpPr>
          <p:cNvPr id="31" name="변경·알림">
            <a:extLst xmlns:a="http://schemas.openxmlformats.org/drawingml/2006/main">
              <a:ext uri="{FF2B5EF4-FFF2-40B4-BE49-F238E27FC236}">
                <a16:creationId xmlns:a16="http://schemas.microsoft.com/office/drawing/2014/main" id="{4EC6DDC7-43A4-4459-8020-C28818ABEE29}"/>
              </a:ext>
            </a:extLst>
          </p:cNvPr>
          <p:cNvSpPr>
            <a:spLocks xmlns:a="http://schemas.openxmlformats.org/drawingml/2006/main" noGrp="1"/>
          </p:cNvSpPr>
          <p:nvPr/>
        </p:nvSpPr>
        <p:spPr>
          <a:xfrm xmlns:a="http://schemas.openxmlformats.org/drawingml/2006/main">
            <a:off x="4162425" y="3724275"/>
            <a:ext cx="10953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388" b="1">
                <a:solidFill>
                  <a:srgbClr val="183E35"/>
                </a:solidFill>
                <a:latin typeface="Pretendard"/>
                <a:ea typeface="Pretendard"/>
                <a:cs typeface="Pretendard"/>
              </a:defRPr>
            </a:defPPr>
          </a:lstStyle>
          <a:p xmlns:a="http://schemas.openxmlformats.org/drawingml/2006/main">
            <a:pPr algn="ctr">
              <a:defRPr sz="1388" b="1">
                <a:solidFill>
                  <a:srgbClr val="183E35"/>
                </a:solidFill>
                <a:latin typeface="Pretendard"/>
                <a:ea typeface="Pretendard"/>
                <a:cs typeface="Pretendard"/>
              </a:defRPr>
            </a:pPr>
            <a:r>
              <a:rPr sz="1388" b="1">
                <a:solidFill>
                  <a:srgbClr val="183E35"/>
                </a:solidFill>
                <a:latin typeface="Pretendard"/>
                <a:ea typeface="Pretendard"/>
                <a:cs typeface="Pretendard"/>
              </a:rPr>
              <a:t>변경·알림</a:t>
            </a:r>
          </a:p>
        </p:txBody>
      </p:sp>
      <p:sp>
        <p:nvSpPr>
          <p:cNvPr id="32" name="">
            <a:extLst xmlns:a="http://schemas.openxmlformats.org/drawingml/2006/main">
              <a:ext uri="{FF2B5EF4-FFF2-40B4-BE49-F238E27FC236}">
                <a16:creationId xmlns:a16="http://schemas.microsoft.com/office/drawing/2014/main" id="{01CD4F14-61C0-4DF7-8D5C-5311F5DEE1C5}"/>
              </a:ext>
            </a:extLst>
          </p:cNvPr>
          <p:cNvSpPr>
            <a:spLocks xmlns:a="http://schemas.openxmlformats.org/drawingml/2006/main" noGrp="1"/>
          </p:cNvSpPr>
          <p:nvPr/>
        </p:nvSpPr>
        <p:spPr>
          <a:xfrm xmlns:a="http://schemas.openxmlformats.org/drawingml/2006/main">
            <a:off x="5419725" y="3609975"/>
            <a:ext cx="1152525" cy="457200"/>
          </a:xfrm>
          <a:prstGeom xmlns:a="http://schemas.openxmlformats.org/drawingml/2006/main" prst="rect">
            <a:avLst/>
          </a:prstGeom>
          <a:solidFill xmlns:a="http://schemas.openxmlformats.org/drawingml/2006/main">
            <a:srgbClr val="DCE7E2"/>
          </a:solidFill>
          <a:ln xmlns:a="http://schemas.openxmlformats.org/drawingml/2006/main" w="0">
            <a:noFill/>
          </a:ln>
        </p:spPr>
      </p:sp>
      <p:sp>
        <p:nvSpPr>
          <p:cNvPr id="33" name="자원 정리">
            <a:extLst xmlns:a="http://schemas.openxmlformats.org/drawingml/2006/main">
              <a:ext uri="{FF2B5EF4-FFF2-40B4-BE49-F238E27FC236}">
                <a16:creationId xmlns:a16="http://schemas.microsoft.com/office/drawing/2014/main" id="{20F55C2F-4B3E-4DC9-AA2B-10BA590F5E55}"/>
              </a:ext>
            </a:extLst>
          </p:cNvPr>
          <p:cNvSpPr>
            <a:spLocks xmlns:a="http://schemas.openxmlformats.org/drawingml/2006/main" noGrp="1"/>
          </p:cNvSpPr>
          <p:nvPr/>
        </p:nvSpPr>
        <p:spPr>
          <a:xfrm xmlns:a="http://schemas.openxmlformats.org/drawingml/2006/main">
            <a:off x="5448300" y="3724275"/>
            <a:ext cx="10953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388" b="1">
                <a:solidFill>
                  <a:srgbClr val="183E35"/>
                </a:solidFill>
                <a:latin typeface="Pretendard"/>
                <a:ea typeface="Pretendard"/>
                <a:cs typeface="Pretendard"/>
              </a:defRPr>
            </a:defPPr>
          </a:lstStyle>
          <a:p xmlns:a="http://schemas.openxmlformats.org/drawingml/2006/main">
            <a:pPr algn="ctr">
              <a:defRPr sz="1388" b="1">
                <a:solidFill>
                  <a:srgbClr val="183E35"/>
                </a:solidFill>
                <a:latin typeface="Pretendard"/>
                <a:ea typeface="Pretendard"/>
                <a:cs typeface="Pretendard"/>
              </a:defRPr>
            </a:pPr>
            <a:r>
              <a:rPr sz="1388" b="1">
                <a:solidFill>
                  <a:srgbClr val="183E35"/>
                </a:solidFill>
                <a:latin typeface="Pretendard"/>
                <a:ea typeface="Pretendard"/>
                <a:cs typeface="Pretendard"/>
              </a:rPr>
              <a:t>자원 정리</a:t>
            </a:r>
          </a:p>
        </p:txBody>
      </p:sp>
      <p:sp>
        <p:nvSpPr>
          <p:cNvPr id="34" name="">
            <a:extLst xmlns:a="http://schemas.openxmlformats.org/drawingml/2006/main">
              <a:ext uri="{FF2B5EF4-FFF2-40B4-BE49-F238E27FC236}">
                <a16:creationId xmlns:a16="http://schemas.microsoft.com/office/drawing/2014/main" id="{E04A38BD-A145-47B3-AF82-F737C020783B}"/>
              </a:ext>
            </a:extLst>
          </p:cNvPr>
          <p:cNvSpPr>
            <a:spLocks xmlns:a="http://schemas.openxmlformats.org/drawingml/2006/main" noGrp="1"/>
          </p:cNvSpPr>
          <p:nvPr/>
        </p:nvSpPr>
        <p:spPr>
          <a:xfrm xmlns:a="http://schemas.openxmlformats.org/drawingml/2006/main">
            <a:off x="7496175" y="1638300"/>
            <a:ext cx="1152525" cy="752475"/>
          </a:xfrm>
          <a:prstGeom xmlns:a="http://schemas.openxmlformats.org/drawingml/2006/main" prst="rect">
            <a:avLst/>
          </a:prstGeom>
          <a:solidFill xmlns:a="http://schemas.openxmlformats.org/drawingml/2006/main">
            <a:srgbClr val="173F49"/>
          </a:solidFill>
          <a:ln xmlns:a="http://schemas.openxmlformats.org/drawingml/2006/main" w="0">
            <a:noFill/>
          </a:ln>
        </p:spPr>
      </p:sp>
      <p:sp>
        <p:nvSpPr>
          <p:cNvPr id="36" name="OpenAI">
            <a:extLst xmlns:a="http://schemas.openxmlformats.org/drawingml/2006/main">
              <a:ext uri="{FF2B5EF4-FFF2-40B4-BE49-F238E27FC236}">
                <a16:creationId xmlns:a16="http://schemas.microsoft.com/office/drawing/2014/main" id="{6204E545-0FA0-42E9-84A3-7A7944F16B28}"/>
              </a:ext>
            </a:extLst>
          </p:cNvPr>
          <p:cNvSpPr>
            <a:spLocks xmlns:a="http://schemas.openxmlformats.org/drawingml/2006/main" noGrp="1"/>
          </p:cNvSpPr>
          <p:nvPr/>
        </p:nvSpPr>
        <p:spPr>
          <a:xfrm xmlns:a="http://schemas.openxmlformats.org/drawingml/2006/main">
            <a:off x="7543800" y="1743075"/>
            <a:ext cx="10572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75" b="1">
                <a:solidFill>
                  <a:srgbClr val="F5F2E9"/>
                </a:solidFill>
                <a:latin typeface="Pretendard"/>
                <a:ea typeface="Pretendard"/>
                <a:cs typeface="Pretendard"/>
              </a:defRPr>
            </a:defPPr>
          </a:lstStyle>
          <a:p xmlns:a="http://schemas.openxmlformats.org/drawingml/2006/main">
            <a:pPr algn="ctr">
              <a:defRPr sz="1875" b="1">
                <a:solidFill>
                  <a:srgbClr val="F5F2E9"/>
                </a:solidFill>
                <a:latin typeface="Pretendard"/>
                <a:ea typeface="Pretendard"/>
                <a:cs typeface="Pretendard"/>
              </a:defRPr>
            </a:pPr>
            <a:r>
              <a:rPr sz="1875" b="1">
                <a:solidFill>
                  <a:srgbClr val="F5F2E9"/>
                </a:solidFill>
                <a:latin typeface="Pretendard"/>
                <a:ea typeface="Pretendard"/>
                <a:cs typeface="Pretendard"/>
              </a:rPr>
              <a:t>OpenAI</a:t>
            </a:r>
          </a:p>
        </p:txBody>
      </p:sp>
      <p:sp>
        <p:nvSpPr>
          <p:cNvPr id="37" name="모델 · 검색">
            <a:extLst xmlns:a="http://schemas.openxmlformats.org/drawingml/2006/main">
              <a:ext uri="{FF2B5EF4-FFF2-40B4-BE49-F238E27FC236}">
                <a16:creationId xmlns:a16="http://schemas.microsoft.com/office/drawing/2014/main" id="{8291F484-2D1D-4DA8-AF22-3309B4F449B1}"/>
              </a:ext>
            </a:extLst>
          </p:cNvPr>
          <p:cNvSpPr>
            <a:spLocks xmlns:a="http://schemas.openxmlformats.org/drawingml/2006/main" noGrp="1"/>
          </p:cNvSpPr>
          <p:nvPr/>
        </p:nvSpPr>
        <p:spPr>
          <a:xfrm xmlns:a="http://schemas.openxmlformats.org/drawingml/2006/main">
            <a:off x="7543800" y="2124075"/>
            <a:ext cx="10572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200">
                <a:solidFill>
                  <a:srgbClr val="BDCFCA"/>
                </a:solidFill>
                <a:latin typeface="Pretendard"/>
                <a:ea typeface="Pretendard"/>
                <a:cs typeface="Pretendard"/>
              </a:defRPr>
            </a:defPPr>
          </a:lstStyle>
          <a:p xmlns:a="http://schemas.openxmlformats.org/drawingml/2006/main">
            <a:pPr algn="ctr">
              <a:defRPr sz="1200">
                <a:solidFill>
                  <a:srgbClr val="BDCFCA"/>
                </a:solidFill>
                <a:latin typeface="Pretendard"/>
                <a:ea typeface="Pretendard"/>
                <a:cs typeface="Pretendard"/>
              </a:defRPr>
            </a:pPr>
            <a:r>
              <a:rPr sz="1200">
                <a:solidFill>
                  <a:srgbClr val="BDCFCA"/>
                </a:solidFill>
                <a:latin typeface="Pretendard"/>
                <a:ea typeface="Pretendard"/>
                <a:cs typeface="Pretendard"/>
              </a:rPr>
              <a:t>모델 · 검색</a:t>
            </a:r>
          </a:p>
        </p:txBody>
      </p:sp>
      <p:sp>
        <p:nvSpPr>
          <p:cNvPr id="38" name="">
            <a:extLst xmlns:a="http://schemas.openxmlformats.org/drawingml/2006/main">
              <a:ext uri="{FF2B5EF4-FFF2-40B4-BE49-F238E27FC236}">
                <a16:creationId xmlns:a16="http://schemas.microsoft.com/office/drawing/2014/main" id="{5B6D65B6-DF87-467F-955F-39C635D52378}"/>
              </a:ext>
            </a:extLst>
          </p:cNvPr>
          <p:cNvSpPr>
            <a:spLocks xmlns:a="http://schemas.openxmlformats.org/drawingml/2006/main" noGrp="1"/>
          </p:cNvSpPr>
          <p:nvPr/>
        </p:nvSpPr>
        <p:spPr>
          <a:xfrm xmlns:a="http://schemas.openxmlformats.org/drawingml/2006/main">
            <a:off x="7496175" y="2705100"/>
            <a:ext cx="1152525" cy="752475"/>
          </a:xfrm>
          <a:prstGeom xmlns:a="http://schemas.openxmlformats.org/drawingml/2006/main" prst="rect">
            <a:avLst/>
          </a:prstGeom>
          <a:solidFill xmlns:a="http://schemas.openxmlformats.org/drawingml/2006/main">
            <a:srgbClr val="DCE7E2"/>
          </a:solidFill>
          <a:ln xmlns:a="http://schemas.openxmlformats.org/drawingml/2006/main" w="0">
            <a:noFill/>
          </a:ln>
        </p:spPr>
      </p:sp>
      <p:sp>
        <p:nvSpPr>
          <p:cNvPr id="40" name="D1">
            <a:extLst xmlns:a="http://schemas.openxmlformats.org/drawingml/2006/main">
              <a:ext uri="{FF2B5EF4-FFF2-40B4-BE49-F238E27FC236}">
                <a16:creationId xmlns:a16="http://schemas.microsoft.com/office/drawing/2014/main" id="{62E8F8BE-D2B6-4CC2-B427-DE584B1CB60A}"/>
              </a:ext>
            </a:extLst>
          </p:cNvPr>
          <p:cNvSpPr>
            <a:spLocks xmlns:a="http://schemas.openxmlformats.org/drawingml/2006/main" noGrp="1"/>
          </p:cNvSpPr>
          <p:nvPr/>
        </p:nvSpPr>
        <p:spPr>
          <a:xfrm xmlns:a="http://schemas.openxmlformats.org/drawingml/2006/main">
            <a:off x="7543800" y="2809875"/>
            <a:ext cx="10572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75" b="1">
                <a:solidFill>
                  <a:srgbClr val="183E35"/>
                </a:solidFill>
                <a:latin typeface="Pretendard"/>
                <a:ea typeface="Pretendard"/>
                <a:cs typeface="Pretendard"/>
              </a:defRPr>
            </a:defPPr>
          </a:lstStyle>
          <a:p xmlns:a="http://schemas.openxmlformats.org/drawingml/2006/main">
            <a:pPr algn="ctr">
              <a:defRPr sz="1875" b="1">
                <a:solidFill>
                  <a:srgbClr val="183E35"/>
                </a:solidFill>
                <a:latin typeface="Pretendard"/>
                <a:ea typeface="Pretendard"/>
                <a:cs typeface="Pretendard"/>
              </a:defRPr>
            </a:pPr>
            <a:r>
              <a:rPr sz="1875" b="1">
                <a:solidFill>
                  <a:srgbClr val="183E35"/>
                </a:solidFill>
                <a:latin typeface="Pretendard"/>
                <a:ea typeface="Pretendard"/>
                <a:cs typeface="Pretendard"/>
              </a:rPr>
              <a:t>D1</a:t>
            </a:r>
          </a:p>
        </p:txBody>
      </p:sp>
      <p:sp>
        <p:nvSpPr>
          <p:cNvPr id="41" name="상태 · 버전">
            <a:extLst xmlns:a="http://schemas.openxmlformats.org/drawingml/2006/main">
              <a:ext uri="{FF2B5EF4-FFF2-40B4-BE49-F238E27FC236}">
                <a16:creationId xmlns:a16="http://schemas.microsoft.com/office/drawing/2014/main" id="{07E14141-FB96-4FD3-AE47-3B54B26BF6EA}"/>
              </a:ext>
            </a:extLst>
          </p:cNvPr>
          <p:cNvSpPr>
            <a:spLocks xmlns:a="http://schemas.openxmlformats.org/drawingml/2006/main" noGrp="1"/>
          </p:cNvSpPr>
          <p:nvPr/>
        </p:nvSpPr>
        <p:spPr>
          <a:xfrm xmlns:a="http://schemas.openxmlformats.org/drawingml/2006/main">
            <a:off x="7543800" y="3190875"/>
            <a:ext cx="10572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200">
                <a:solidFill>
                  <a:srgbClr val="567D89"/>
                </a:solidFill>
                <a:latin typeface="Pretendard"/>
                <a:ea typeface="Pretendard"/>
                <a:cs typeface="Pretendard"/>
              </a:defRPr>
            </a:defPPr>
          </a:lstStyle>
          <a:p xmlns:a="http://schemas.openxmlformats.org/drawingml/2006/main">
            <a:pPr algn="ctr">
              <a:defRPr sz="1200">
                <a:solidFill>
                  <a:srgbClr val="567D89"/>
                </a:solidFill>
                <a:latin typeface="Pretendard"/>
                <a:ea typeface="Pretendard"/>
                <a:cs typeface="Pretendard"/>
              </a:defRPr>
            </a:pPr>
            <a:r>
              <a:rPr sz="1200">
                <a:solidFill>
                  <a:srgbClr val="567D89"/>
                </a:solidFill>
                <a:latin typeface="Pretendard"/>
                <a:ea typeface="Pretendard"/>
                <a:cs typeface="Pretendard"/>
              </a:rPr>
              <a:t>상태 · 버전</a:t>
            </a:r>
          </a:p>
        </p:txBody>
      </p:sp>
      <p:sp>
        <p:nvSpPr>
          <p:cNvPr id="42" name="">
            <a:extLst xmlns:a="http://schemas.openxmlformats.org/drawingml/2006/main">
              <a:ext uri="{FF2B5EF4-FFF2-40B4-BE49-F238E27FC236}">
                <a16:creationId xmlns:a16="http://schemas.microsoft.com/office/drawing/2014/main" id="{FC795B37-917F-45DA-9AA1-8698DA865673}"/>
              </a:ext>
            </a:extLst>
          </p:cNvPr>
          <p:cNvSpPr>
            <a:spLocks xmlns:a="http://schemas.openxmlformats.org/drawingml/2006/main" noGrp="1"/>
          </p:cNvSpPr>
          <p:nvPr/>
        </p:nvSpPr>
        <p:spPr>
          <a:xfrm xmlns:a="http://schemas.openxmlformats.org/drawingml/2006/main">
            <a:off x="7496175" y="3771900"/>
            <a:ext cx="1152525" cy="752475"/>
          </a:xfrm>
          <a:prstGeom xmlns:a="http://schemas.openxmlformats.org/drawingml/2006/main" prst="rect">
            <a:avLst/>
          </a:prstGeom>
          <a:solidFill xmlns:a="http://schemas.openxmlformats.org/drawingml/2006/main">
            <a:srgbClr val="DCE7E2"/>
          </a:solidFill>
          <a:ln xmlns:a="http://schemas.openxmlformats.org/drawingml/2006/main" w="0">
            <a:noFill/>
          </a:ln>
        </p:spPr>
      </p:sp>
      <p:sp>
        <p:nvSpPr>
          <p:cNvPr id="44" name="R2">
            <a:extLst xmlns:a="http://schemas.openxmlformats.org/drawingml/2006/main">
              <a:ext uri="{FF2B5EF4-FFF2-40B4-BE49-F238E27FC236}">
                <a16:creationId xmlns:a16="http://schemas.microsoft.com/office/drawing/2014/main" id="{23F1463A-8941-4444-B8DC-1D8E83EEEF1D}"/>
              </a:ext>
            </a:extLst>
          </p:cNvPr>
          <p:cNvSpPr>
            <a:spLocks xmlns:a="http://schemas.openxmlformats.org/drawingml/2006/main" noGrp="1"/>
          </p:cNvSpPr>
          <p:nvPr/>
        </p:nvSpPr>
        <p:spPr>
          <a:xfrm xmlns:a="http://schemas.openxmlformats.org/drawingml/2006/main">
            <a:off x="7543800" y="3876675"/>
            <a:ext cx="10572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75" b="1">
                <a:solidFill>
                  <a:srgbClr val="183E35"/>
                </a:solidFill>
                <a:latin typeface="Pretendard"/>
                <a:ea typeface="Pretendard"/>
                <a:cs typeface="Pretendard"/>
              </a:defRPr>
            </a:defPPr>
          </a:lstStyle>
          <a:p xmlns:a="http://schemas.openxmlformats.org/drawingml/2006/main">
            <a:pPr algn="ctr">
              <a:defRPr sz="1875" b="1">
                <a:solidFill>
                  <a:srgbClr val="183E35"/>
                </a:solidFill>
                <a:latin typeface="Pretendard"/>
                <a:ea typeface="Pretendard"/>
                <a:cs typeface="Pretendard"/>
              </a:defRPr>
            </a:pPr>
            <a:r>
              <a:rPr sz="1875" b="1">
                <a:solidFill>
                  <a:srgbClr val="183E35"/>
                </a:solidFill>
                <a:latin typeface="Pretendard"/>
                <a:ea typeface="Pretendard"/>
                <a:cs typeface="Pretendard"/>
              </a:rPr>
              <a:t>R2</a:t>
            </a:r>
          </a:p>
        </p:txBody>
      </p:sp>
      <p:sp>
        <p:nvSpPr>
          <p:cNvPr id="45" name="원본 · 음성">
            <a:extLst xmlns:a="http://schemas.openxmlformats.org/drawingml/2006/main">
              <a:ext uri="{FF2B5EF4-FFF2-40B4-BE49-F238E27FC236}">
                <a16:creationId xmlns:a16="http://schemas.microsoft.com/office/drawing/2014/main" id="{B74C3182-452E-4C24-9055-3C7F73EBEA3A}"/>
              </a:ext>
            </a:extLst>
          </p:cNvPr>
          <p:cNvSpPr>
            <a:spLocks xmlns:a="http://schemas.openxmlformats.org/drawingml/2006/main" noGrp="1"/>
          </p:cNvSpPr>
          <p:nvPr/>
        </p:nvSpPr>
        <p:spPr>
          <a:xfrm xmlns:a="http://schemas.openxmlformats.org/drawingml/2006/main">
            <a:off x="7543800" y="4257675"/>
            <a:ext cx="10572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200">
                <a:solidFill>
                  <a:srgbClr val="567D89"/>
                </a:solidFill>
                <a:latin typeface="Pretendard"/>
                <a:ea typeface="Pretendard"/>
                <a:cs typeface="Pretendard"/>
              </a:defRPr>
            </a:defPPr>
          </a:lstStyle>
          <a:p xmlns:a="http://schemas.openxmlformats.org/drawingml/2006/main">
            <a:pPr algn="ctr">
              <a:defRPr sz="1200">
                <a:solidFill>
                  <a:srgbClr val="567D89"/>
                </a:solidFill>
                <a:latin typeface="Pretendard"/>
                <a:ea typeface="Pretendard"/>
                <a:cs typeface="Pretendard"/>
              </a:defRPr>
            </a:pPr>
            <a:r>
              <a:rPr sz="1200">
                <a:solidFill>
                  <a:srgbClr val="567D89"/>
                </a:solidFill>
                <a:latin typeface="Pretendard"/>
                <a:ea typeface="Pretendard"/>
                <a:cs typeface="Pretendard"/>
              </a:rPr>
              <a:t>원본 · 음성</a:t>
            </a:r>
          </a:p>
        </p:txBody>
      </p:sp>
    </p:spTree>
    <p:extLst>
      <p:ext uri="{BB962C8B-B14F-4D97-AF65-F5344CB8AC3E}">
        <p14:creationId xmlns:p14="http://schemas.microsoft.com/office/powerpoint/2010/main" val="285379490"/>
      </p:ext>
    </p:extLst>
  </p:cSld>
</p:sld>
</file>

<file path=ppt/slides/slide25.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22" name="AI 모델과 검색 기술">
            <a:extLst xmlns:a="http://schemas.openxmlformats.org/drawingml/2006/main">
              <a:ext uri="{FF2B5EF4-FFF2-40B4-BE49-F238E27FC236}">
                <a16:creationId xmlns:a16="http://schemas.microsoft.com/office/drawing/2014/main" id="{306ECC18-2844-4126-824F-D0C5DAF3214B}"/>
              </a:ext>
            </a:extLst>
          </p:cNvPr>
          <p:cNvSpPr>
            <a:spLocks xmlns:a="http://schemas.openxmlformats.org/drawingml/2006/main" noGrp="1"/>
          </p:cNvSpPr>
          <p:nvPr/>
        </p:nvSpPr>
        <p:spPr>
          <a:xfrm xmlns:a="http://schemas.openxmlformats.org/drawingml/2006/main">
            <a:off x="476250" y="628650"/>
            <a:ext cx="8248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00" b="1">
                <a:solidFill>
                  <a:srgbClr val="183E35"/>
                </a:solidFill>
                <a:latin typeface="Pretendard"/>
                <a:ea typeface="Pretendard"/>
                <a:cs typeface="Pretendard"/>
              </a:defRPr>
            </a:defPPr>
          </a:lstStyle>
          <a:p xmlns:a="http://schemas.openxmlformats.org/drawingml/2006/main">
            <a:pPr algn="l">
              <a:defRPr sz="3000" b="1">
                <a:solidFill>
                  <a:srgbClr val="183E35"/>
                </a:solidFill>
                <a:latin typeface="Pretendard"/>
                <a:ea typeface="Pretendard"/>
                <a:cs typeface="Pretendard"/>
              </a:defRPr>
            </a:pPr>
            <a:r>
              <a:rPr sz="3000" b="1">
                <a:solidFill>
                  <a:srgbClr val="183E35"/>
                </a:solidFill>
                <a:latin typeface="Pretendard"/>
                <a:ea typeface="Pretendard"/>
                <a:cs typeface="Pretendard"/>
              </a:rPr>
              <a:t>AI 모델과 검색 기술</a:t>
            </a:r>
          </a:p>
        </p:txBody>
      </p:sp>
      <p:sp>
        <p:nvSpPr>
          <p:cNvPr id="2" name="25">
            <a:extLst xmlns:a="http://schemas.openxmlformats.org/drawingml/2006/main">
              <a:ext uri="{FF2B5EF4-FFF2-40B4-BE49-F238E27FC236}">
                <a16:creationId xmlns:a16="http://schemas.microsoft.com/office/drawing/2014/main" id="{D973C568-22A2-493D-9F21-71A97006FEEF}"/>
              </a:ext>
            </a:extLst>
          </p:cNvPr>
          <p:cNvSpPr>
            <a:spLocks xmlns:a="http://schemas.openxmlformats.org/drawingml/2006/main" noGrp="1"/>
          </p:cNvSpPr>
          <p:nvPr/>
        </p:nvSpPr>
        <p:spPr>
          <a:xfrm xmlns:a="http://schemas.openxmlformats.org/drawingml/2006/main">
            <a:off x="8534400" y="4781550"/>
            <a:ext cx="295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75" b="0">
                <a:solidFill>
                  <a:srgbClr val="687568"/>
                </a:solidFill>
                <a:latin typeface="Pretendard"/>
                <a:ea typeface="Pretendard"/>
                <a:cs typeface="Pretendard"/>
              </a:defRPr>
            </a:defPPr>
          </a:lstStyle>
          <a:p xmlns:a="http://schemas.openxmlformats.org/drawingml/2006/main">
            <a:pPr algn="r">
              <a:defRPr sz="975" b="0">
                <a:solidFill>
                  <a:srgbClr val="687568"/>
                </a:solidFill>
                <a:latin typeface="Pretendard"/>
                <a:ea typeface="Pretendard"/>
                <a:cs typeface="Pretendard"/>
              </a:defRPr>
            </a:pPr>
            <a:r>
              <a:rPr sz="975" b="0">
                <a:solidFill>
                  <a:srgbClr val="687568"/>
                </a:solidFill>
                <a:latin typeface="Pretendard"/>
                <a:ea typeface="Pretendard"/>
                <a:cs typeface="Pretendard"/>
              </a:rPr>
              <a:t>25</a:t>
            </a:r>
          </a:p>
        </p:txBody>
      </p:sp>
      <p:pic>
        <p:nvPicPr>
          <p:cNvPr id="3" name="">
            <a:extLst xmlns:a="http://schemas.openxmlformats.org/drawingml/2006/main">
              <a:ext uri="{FF2B5EF4-FFF2-40B4-BE49-F238E27FC236}">
                <a16:creationId xmlns:a16="http://schemas.microsoft.com/office/drawing/2014/main" id="{2AF48F88-B9EB-40DA-9354-88DD6090EAAC}"/>
              </a:ext>
            </a:extLst>
          </p:cNvPr>
          <p:cNvPicPr>
            <a:picLocks xmlns:a="http://schemas.openxmlformats.org/drawingml/2006/main" noChangeAspect="1"/>
          </p:cNvPicPr>
          <p:nvPr/>
        </p:nvPicPr>
        <p:blipFill>
          <a:blip xmlns:r="http://schemas.openxmlformats.org/officeDocument/2006/relationships" xmlns:a="http://schemas.openxmlformats.org/drawingml/2006/main" r:embed="R0250610e84414990"/>
          <a:stretch xmlns:a="http://schemas.openxmlformats.org/drawingml/2006/main"/>
        </p:blipFill>
        <p:spPr>
          <a:xfrm xmlns:a="http://schemas.openxmlformats.org/drawingml/2006/main">
            <a:off x="504825" y="1495425"/>
            <a:ext cx="504825" cy="504825"/>
          </a:xfrm>
          <a:prstGeom xmlns:a="http://schemas.openxmlformats.org/drawingml/2006/main" prst="rect">
            <a:avLst/>
          </a:prstGeom>
        </p:spPr>
      </p:pic>
      <p:sp>
        <p:nvSpPr>
          <p:cNvPr id="4" name="Whisper">
            <a:extLst xmlns:a="http://schemas.openxmlformats.org/drawingml/2006/main">
              <a:ext uri="{FF2B5EF4-FFF2-40B4-BE49-F238E27FC236}">
                <a16:creationId xmlns:a16="http://schemas.microsoft.com/office/drawing/2014/main" id="{85F1630D-2BB7-41F3-8B72-D5FF1D165284}"/>
              </a:ext>
            </a:extLst>
          </p:cNvPr>
          <p:cNvSpPr>
            <a:spLocks xmlns:a="http://schemas.openxmlformats.org/drawingml/2006/main" noGrp="1"/>
          </p:cNvSpPr>
          <p:nvPr/>
        </p:nvSpPr>
        <p:spPr>
          <a:xfrm xmlns:a="http://schemas.openxmlformats.org/drawingml/2006/main">
            <a:off x="504825" y="2200275"/>
            <a:ext cx="26479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183E35"/>
                </a:solidFill>
                <a:latin typeface="Pretendard"/>
                <a:ea typeface="Pretendard"/>
                <a:cs typeface="Pretendard"/>
              </a:defRPr>
            </a:defPPr>
          </a:lstStyle>
          <a:p xmlns:a="http://schemas.openxmlformats.org/drawingml/2006/main">
            <a:pPr algn="l">
              <a:defRPr sz="2175" b="1">
                <a:solidFill>
                  <a:srgbClr val="183E35"/>
                </a:solidFill>
                <a:latin typeface="Pretendard"/>
                <a:ea typeface="Pretendard"/>
                <a:cs typeface="Pretendard"/>
              </a:defRPr>
            </a:pPr>
            <a:r>
              <a:rPr sz="2175" b="1">
                <a:solidFill>
                  <a:srgbClr val="183E35"/>
                </a:solidFill>
                <a:latin typeface="Pretendard"/>
                <a:ea typeface="Pretendard"/>
                <a:cs typeface="Pretendard"/>
              </a:rPr>
              <a:t>Whisper</a:t>
            </a:r>
          </a:p>
        </p:txBody>
      </p:sp>
      <p:sp>
        <p:nvSpPr>
          <p:cNvPr id="5" name="whisper-1">
            <a:extLst xmlns:a="http://schemas.openxmlformats.org/drawingml/2006/main">
              <a:ext uri="{FF2B5EF4-FFF2-40B4-BE49-F238E27FC236}">
                <a16:creationId xmlns:a16="http://schemas.microsoft.com/office/drawing/2014/main" id="{2332AC68-7AF5-470B-BD5F-39A7F1875D96}"/>
              </a:ext>
            </a:extLst>
          </p:cNvPr>
          <p:cNvSpPr>
            <a:spLocks xmlns:a="http://schemas.openxmlformats.org/drawingml/2006/main" noGrp="1"/>
          </p:cNvSpPr>
          <p:nvPr/>
        </p:nvSpPr>
        <p:spPr>
          <a:xfrm xmlns:a="http://schemas.openxmlformats.org/drawingml/2006/main">
            <a:off x="504825" y="2695575"/>
            <a:ext cx="2647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567D89"/>
                </a:solidFill>
                <a:latin typeface="Pretendard"/>
                <a:ea typeface="Pretendard"/>
                <a:cs typeface="Pretendard"/>
              </a:defRPr>
            </a:defPPr>
          </a:lstStyle>
          <a:p xmlns:a="http://schemas.openxmlformats.org/drawingml/2006/main">
            <a:pPr algn="l">
              <a:defRPr sz="1500" b="0">
                <a:solidFill>
                  <a:srgbClr val="567D89"/>
                </a:solidFill>
                <a:latin typeface="Pretendard"/>
                <a:ea typeface="Pretendard"/>
                <a:cs typeface="Pretendard"/>
              </a:defRPr>
            </a:pPr>
            <a:r>
              <a:rPr sz="1500" b="0">
                <a:solidFill>
                  <a:srgbClr val="567D89"/>
                </a:solidFill>
                <a:latin typeface="Pretendard"/>
                <a:ea typeface="Pretendard"/>
                <a:cs typeface="Pretendard"/>
              </a:rPr>
              <a:t>whisper-1</a:t>
            </a:r>
          </a:p>
        </p:txBody>
      </p:sp>
      <p:sp>
        <p:nvSpPr>
          <p:cNvPr id="6" name="음성 전사 · 구간 시각">
            <a:extLst xmlns:a="http://schemas.openxmlformats.org/drawingml/2006/main">
              <a:ext uri="{FF2B5EF4-FFF2-40B4-BE49-F238E27FC236}">
                <a16:creationId xmlns:a16="http://schemas.microsoft.com/office/drawing/2014/main" id="{1623DCA8-7B58-4096-89F3-A8969BFE7141}"/>
              </a:ext>
            </a:extLst>
          </p:cNvPr>
          <p:cNvSpPr>
            <a:spLocks xmlns:a="http://schemas.openxmlformats.org/drawingml/2006/main" noGrp="1"/>
          </p:cNvSpPr>
          <p:nvPr/>
        </p:nvSpPr>
        <p:spPr>
          <a:xfrm xmlns:a="http://schemas.openxmlformats.org/drawingml/2006/main">
            <a:off x="504825" y="3124200"/>
            <a:ext cx="27336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a:solidFill>
                  <a:srgbClr val="687568"/>
                </a:solidFill>
                <a:latin typeface="Pretendard"/>
                <a:ea typeface="Pretendard"/>
                <a:cs typeface="Pretendard"/>
              </a:defRPr>
            </a:defPPr>
          </a:lstStyle>
          <a:p xmlns:a="http://schemas.openxmlformats.org/drawingml/2006/main">
            <a:pPr algn="l">
              <a:defRPr sz="1425">
                <a:solidFill>
                  <a:srgbClr val="687568"/>
                </a:solidFill>
                <a:latin typeface="Pretendard"/>
                <a:ea typeface="Pretendard"/>
                <a:cs typeface="Pretendard"/>
              </a:defRPr>
            </a:pPr>
            <a:r>
              <a:rPr sz="1425">
                <a:solidFill>
                  <a:srgbClr val="687568"/>
                </a:solidFill>
                <a:latin typeface="Pretendard"/>
                <a:ea typeface="Pretendard"/>
                <a:cs typeface="Pretendard"/>
              </a:rPr>
              <a:t>음성 전사 · 구간 시각</a:t>
            </a:r>
          </a:p>
        </p:txBody>
      </p:sp>
      <p:pic>
        <p:nvPicPr>
          <p:cNvPr id="7" name="">
            <a:extLst xmlns:a="http://schemas.openxmlformats.org/drawingml/2006/main">
              <a:ext uri="{FF2B5EF4-FFF2-40B4-BE49-F238E27FC236}">
                <a16:creationId xmlns:a16="http://schemas.microsoft.com/office/drawing/2014/main" id="{870B5FBE-93C4-4286-A23C-C7E218F3123C}"/>
              </a:ext>
            </a:extLst>
          </p:cNvPr>
          <p:cNvPicPr>
            <a:picLocks xmlns:a="http://schemas.openxmlformats.org/drawingml/2006/main" noChangeAspect="1"/>
          </p:cNvPicPr>
          <p:nvPr/>
        </p:nvPicPr>
        <p:blipFill>
          <a:blip xmlns:r="http://schemas.openxmlformats.org/officeDocument/2006/relationships" xmlns:a="http://schemas.openxmlformats.org/drawingml/2006/main" r:embed="Rff3b82274ab742a5"/>
          <a:stretch xmlns:a="http://schemas.openxmlformats.org/drawingml/2006/main"/>
        </p:blipFill>
        <p:spPr>
          <a:xfrm xmlns:a="http://schemas.openxmlformats.org/drawingml/2006/main">
            <a:off x="3362325" y="1495425"/>
            <a:ext cx="504825" cy="504825"/>
          </a:xfrm>
          <a:prstGeom xmlns:a="http://schemas.openxmlformats.org/drawingml/2006/main" prst="rect">
            <a:avLst/>
          </a:prstGeom>
        </p:spPr>
      </p:pic>
      <p:sp>
        <p:nvSpPr>
          <p:cNvPr id="8" name="GPT-6 Luna">
            <a:extLst xmlns:a="http://schemas.openxmlformats.org/drawingml/2006/main">
              <a:ext uri="{FF2B5EF4-FFF2-40B4-BE49-F238E27FC236}">
                <a16:creationId xmlns:a16="http://schemas.microsoft.com/office/drawing/2014/main" id="{1EE40F8E-7C8E-477B-921E-54F3FF661787}"/>
              </a:ext>
            </a:extLst>
          </p:cNvPr>
          <p:cNvSpPr>
            <a:spLocks xmlns:a="http://schemas.openxmlformats.org/drawingml/2006/main" noGrp="1"/>
          </p:cNvSpPr>
          <p:nvPr/>
        </p:nvSpPr>
        <p:spPr>
          <a:xfrm xmlns:a="http://schemas.openxmlformats.org/drawingml/2006/main">
            <a:off x="3362325" y="2200275"/>
            <a:ext cx="26479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183E35"/>
                </a:solidFill>
                <a:latin typeface="Pretendard"/>
                <a:ea typeface="Pretendard"/>
                <a:cs typeface="Pretendard"/>
              </a:defRPr>
            </a:defPPr>
          </a:lstStyle>
          <a:p xmlns:a="http://schemas.openxmlformats.org/drawingml/2006/main">
            <a:pPr algn="l">
              <a:defRPr sz="2175" b="1">
                <a:solidFill>
                  <a:srgbClr val="183E35"/>
                </a:solidFill>
                <a:latin typeface="Pretendard"/>
                <a:ea typeface="Pretendard"/>
                <a:cs typeface="Pretendard"/>
              </a:defRPr>
            </a:pPr>
            <a:r>
              <a:rPr sz="2175" b="1">
                <a:solidFill>
                  <a:srgbClr val="183E35"/>
                </a:solidFill>
                <a:latin typeface="Pretendard"/>
                <a:ea typeface="Pretendard"/>
                <a:cs typeface="Pretendard"/>
              </a:rPr>
              <a:t>GPT-6 Luna</a:t>
            </a:r>
          </a:p>
        </p:txBody>
      </p:sp>
      <p:sp>
        <p:nvSpPr>
          <p:cNvPr id="9" name="gpt-6-luna">
            <a:extLst xmlns:a="http://schemas.openxmlformats.org/drawingml/2006/main">
              <a:ext uri="{FF2B5EF4-FFF2-40B4-BE49-F238E27FC236}">
                <a16:creationId xmlns:a16="http://schemas.microsoft.com/office/drawing/2014/main" id="{804637C9-33BE-426D-BFB7-405AFFF71497}"/>
              </a:ext>
            </a:extLst>
          </p:cNvPr>
          <p:cNvSpPr>
            <a:spLocks xmlns:a="http://schemas.openxmlformats.org/drawingml/2006/main" noGrp="1"/>
          </p:cNvSpPr>
          <p:nvPr/>
        </p:nvSpPr>
        <p:spPr>
          <a:xfrm xmlns:a="http://schemas.openxmlformats.org/drawingml/2006/main">
            <a:off x="3362325" y="2695575"/>
            <a:ext cx="2647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567D89"/>
                </a:solidFill>
                <a:latin typeface="Pretendard"/>
                <a:ea typeface="Pretendard"/>
                <a:cs typeface="Pretendard"/>
              </a:defRPr>
            </a:defPPr>
          </a:lstStyle>
          <a:p xmlns:a="http://schemas.openxmlformats.org/drawingml/2006/main">
            <a:pPr algn="l">
              <a:defRPr sz="1500" b="0">
                <a:solidFill>
                  <a:srgbClr val="567D89"/>
                </a:solidFill>
                <a:latin typeface="Pretendard"/>
                <a:ea typeface="Pretendard"/>
                <a:cs typeface="Pretendard"/>
              </a:defRPr>
            </a:pPr>
            <a:r>
              <a:rPr sz="1500" b="0">
                <a:solidFill>
                  <a:srgbClr val="567D89"/>
                </a:solidFill>
                <a:latin typeface="Pretendard"/>
                <a:ea typeface="Pretendard"/>
                <a:cs typeface="Pretendard"/>
              </a:rPr>
              <a:t>gpt-6-luna</a:t>
            </a:r>
          </a:p>
        </p:txBody>
      </p:sp>
      <p:sp>
        <p:nvSpPr>
          <p:cNvPr id="10" name="추출 · 요약 · 추천 설명">
            <a:extLst xmlns:a="http://schemas.openxmlformats.org/drawingml/2006/main">
              <a:ext uri="{FF2B5EF4-FFF2-40B4-BE49-F238E27FC236}">
                <a16:creationId xmlns:a16="http://schemas.microsoft.com/office/drawing/2014/main" id="{BEE51354-889E-4984-B563-9E5EE0E84BFF}"/>
              </a:ext>
            </a:extLst>
          </p:cNvPr>
          <p:cNvSpPr>
            <a:spLocks xmlns:a="http://schemas.openxmlformats.org/drawingml/2006/main" noGrp="1"/>
          </p:cNvSpPr>
          <p:nvPr/>
        </p:nvSpPr>
        <p:spPr>
          <a:xfrm xmlns:a="http://schemas.openxmlformats.org/drawingml/2006/main">
            <a:off x="3362325" y="3124200"/>
            <a:ext cx="27336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a:solidFill>
                  <a:srgbClr val="687568"/>
                </a:solidFill>
                <a:latin typeface="Pretendard"/>
                <a:ea typeface="Pretendard"/>
                <a:cs typeface="Pretendard"/>
              </a:defRPr>
            </a:defPPr>
          </a:lstStyle>
          <a:p xmlns:a="http://schemas.openxmlformats.org/drawingml/2006/main">
            <a:pPr algn="l">
              <a:defRPr sz="1425">
                <a:solidFill>
                  <a:srgbClr val="687568"/>
                </a:solidFill>
                <a:latin typeface="Pretendard"/>
                <a:ea typeface="Pretendard"/>
                <a:cs typeface="Pretendard"/>
              </a:defRPr>
            </a:pPr>
            <a:r>
              <a:rPr sz="1425">
                <a:solidFill>
                  <a:srgbClr val="687568"/>
                </a:solidFill>
                <a:latin typeface="Pretendard"/>
                <a:ea typeface="Pretendard"/>
                <a:cs typeface="Pretendard"/>
              </a:rPr>
              <a:t>추출 · 요약 · 추천 설명</a:t>
            </a:r>
          </a:p>
        </p:txBody>
      </p:sp>
      <p:pic>
        <p:nvPicPr>
          <p:cNvPr id="11" name="">
            <a:extLst xmlns:a="http://schemas.openxmlformats.org/drawingml/2006/main">
              <a:ext uri="{FF2B5EF4-FFF2-40B4-BE49-F238E27FC236}">
                <a16:creationId xmlns:a16="http://schemas.microsoft.com/office/drawing/2014/main" id="{0AE72A05-988A-4EDF-B079-076948222980}"/>
              </a:ext>
            </a:extLst>
          </p:cNvPr>
          <p:cNvPicPr>
            <a:picLocks xmlns:a="http://schemas.openxmlformats.org/drawingml/2006/main" noChangeAspect="1"/>
          </p:cNvPicPr>
          <p:nvPr/>
        </p:nvPicPr>
        <p:blipFill>
          <a:blip xmlns:r="http://schemas.openxmlformats.org/officeDocument/2006/relationships" xmlns:a="http://schemas.openxmlformats.org/drawingml/2006/main" r:embed="R8d0519f33d86416a"/>
          <a:stretch xmlns:a="http://schemas.openxmlformats.org/drawingml/2006/main"/>
        </p:blipFill>
        <p:spPr>
          <a:xfrm xmlns:a="http://schemas.openxmlformats.org/drawingml/2006/main">
            <a:off x="6219825" y="1495425"/>
            <a:ext cx="504825" cy="504825"/>
          </a:xfrm>
          <a:prstGeom xmlns:a="http://schemas.openxmlformats.org/drawingml/2006/main" prst="rect">
            <a:avLst/>
          </a:prstGeom>
        </p:spPr>
      </p:pic>
      <p:sp>
        <p:nvSpPr>
          <p:cNvPr id="12" name="GPT-6.1 Sol">
            <a:extLst xmlns:a="http://schemas.openxmlformats.org/drawingml/2006/main">
              <a:ext uri="{FF2B5EF4-FFF2-40B4-BE49-F238E27FC236}">
                <a16:creationId xmlns:a16="http://schemas.microsoft.com/office/drawing/2014/main" id="{7C4E26DC-C13C-4D2F-A521-C5D23B38CB71}"/>
              </a:ext>
            </a:extLst>
          </p:cNvPr>
          <p:cNvSpPr>
            <a:spLocks xmlns:a="http://schemas.openxmlformats.org/drawingml/2006/main" noGrp="1"/>
          </p:cNvSpPr>
          <p:nvPr/>
        </p:nvSpPr>
        <p:spPr>
          <a:xfrm xmlns:a="http://schemas.openxmlformats.org/drawingml/2006/main">
            <a:off x="6219825" y="2200275"/>
            <a:ext cx="26479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183E35"/>
                </a:solidFill>
                <a:latin typeface="Pretendard"/>
                <a:ea typeface="Pretendard"/>
                <a:cs typeface="Pretendard"/>
              </a:defRPr>
            </a:defPPr>
          </a:lstStyle>
          <a:p xmlns:a="http://schemas.openxmlformats.org/drawingml/2006/main">
            <a:pPr algn="l">
              <a:defRPr sz="2175" b="1">
                <a:solidFill>
                  <a:srgbClr val="183E35"/>
                </a:solidFill>
                <a:latin typeface="Pretendard"/>
                <a:ea typeface="Pretendard"/>
                <a:cs typeface="Pretendard"/>
              </a:defRPr>
            </a:pPr>
            <a:r>
              <a:rPr sz="2175" b="1">
                <a:solidFill>
                  <a:srgbClr val="183E35"/>
                </a:solidFill>
                <a:latin typeface="Pretendard"/>
                <a:ea typeface="Pretendard"/>
                <a:cs typeface="Pretendard"/>
              </a:rPr>
              <a:t>GPT-6.1 Sol</a:t>
            </a:r>
          </a:p>
        </p:txBody>
      </p:sp>
      <p:sp>
        <p:nvSpPr>
          <p:cNvPr id="13" name="gpt-6.1-sol">
            <a:extLst xmlns:a="http://schemas.openxmlformats.org/drawingml/2006/main">
              <a:ext uri="{FF2B5EF4-FFF2-40B4-BE49-F238E27FC236}">
                <a16:creationId xmlns:a16="http://schemas.microsoft.com/office/drawing/2014/main" id="{CEB917B5-F41F-4E7F-B0CC-8788DEA09DFD}"/>
              </a:ext>
            </a:extLst>
          </p:cNvPr>
          <p:cNvSpPr>
            <a:spLocks xmlns:a="http://schemas.openxmlformats.org/drawingml/2006/main" noGrp="1"/>
          </p:cNvSpPr>
          <p:nvPr/>
        </p:nvSpPr>
        <p:spPr>
          <a:xfrm xmlns:a="http://schemas.openxmlformats.org/drawingml/2006/main">
            <a:off x="6219825" y="2695575"/>
            <a:ext cx="2647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567D89"/>
                </a:solidFill>
                <a:latin typeface="Pretendard"/>
                <a:ea typeface="Pretendard"/>
                <a:cs typeface="Pretendard"/>
              </a:defRPr>
            </a:defPPr>
          </a:lstStyle>
          <a:p xmlns:a="http://schemas.openxmlformats.org/drawingml/2006/main">
            <a:pPr algn="l">
              <a:defRPr sz="1500" b="0">
                <a:solidFill>
                  <a:srgbClr val="567D89"/>
                </a:solidFill>
                <a:latin typeface="Pretendard"/>
                <a:ea typeface="Pretendard"/>
                <a:cs typeface="Pretendard"/>
              </a:defRPr>
            </a:pPr>
            <a:r>
              <a:rPr sz="1500" b="0">
                <a:solidFill>
                  <a:srgbClr val="567D89"/>
                </a:solidFill>
                <a:latin typeface="Pretendard"/>
                <a:ea typeface="Pretendard"/>
                <a:cs typeface="Pretendard"/>
              </a:rPr>
              <a:t>gpt-6.1-sol</a:t>
            </a:r>
          </a:p>
        </p:txBody>
      </p:sp>
      <p:sp>
        <p:nvSpPr>
          <p:cNvPr id="14" name="자료 상충 · 복잡한 문서 분석">
            <a:extLst xmlns:a="http://schemas.openxmlformats.org/drawingml/2006/main">
              <a:ext uri="{FF2B5EF4-FFF2-40B4-BE49-F238E27FC236}">
                <a16:creationId xmlns:a16="http://schemas.microsoft.com/office/drawing/2014/main" id="{AC5FDE6C-4206-4809-8153-AA2F9BAA9EBA}"/>
              </a:ext>
            </a:extLst>
          </p:cNvPr>
          <p:cNvSpPr>
            <a:spLocks xmlns:a="http://schemas.openxmlformats.org/drawingml/2006/main" noGrp="1"/>
          </p:cNvSpPr>
          <p:nvPr/>
        </p:nvSpPr>
        <p:spPr>
          <a:xfrm xmlns:a="http://schemas.openxmlformats.org/drawingml/2006/main">
            <a:off x="6219825" y="3124200"/>
            <a:ext cx="27336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a:solidFill>
                  <a:srgbClr val="687568"/>
                </a:solidFill>
                <a:latin typeface="Pretendard"/>
                <a:ea typeface="Pretendard"/>
                <a:cs typeface="Pretendard"/>
              </a:defRPr>
            </a:defPPr>
          </a:lstStyle>
          <a:p xmlns:a="http://schemas.openxmlformats.org/drawingml/2006/main">
            <a:pPr algn="l">
              <a:defRPr sz="1425">
                <a:solidFill>
                  <a:srgbClr val="687568"/>
                </a:solidFill>
                <a:latin typeface="Pretendard"/>
                <a:ea typeface="Pretendard"/>
                <a:cs typeface="Pretendard"/>
              </a:defRPr>
            </a:pPr>
            <a:r>
              <a:rPr sz="1425">
                <a:solidFill>
                  <a:srgbClr val="687568"/>
                </a:solidFill>
                <a:latin typeface="Pretendard"/>
                <a:ea typeface="Pretendard"/>
                <a:cs typeface="Pretendard"/>
              </a:rPr>
              <a:t>자료 상충 · 복잡한 문서 분석</a:t>
            </a:r>
          </a:p>
        </p:txBody>
      </p:sp>
      <p:sp>
        <p:nvSpPr>
          <p:cNvPr id="15" name="">
            <a:extLst xmlns:a="http://schemas.openxmlformats.org/drawingml/2006/main">
              <a:ext uri="{FF2B5EF4-FFF2-40B4-BE49-F238E27FC236}">
                <a16:creationId xmlns:a16="http://schemas.microsoft.com/office/drawing/2014/main" id="{31CADB1D-09CE-4F57-BBF6-CD4E969F9920}"/>
              </a:ext>
            </a:extLst>
          </p:cNvPr>
          <p:cNvSpPr>
            <a:spLocks xmlns:a="http://schemas.openxmlformats.org/drawingml/2006/main" noGrp="1"/>
          </p:cNvSpPr>
          <p:nvPr/>
        </p:nvSpPr>
        <p:spPr>
          <a:xfrm xmlns:a="http://schemas.openxmlformats.org/drawingml/2006/main">
            <a:off x="504825" y="3648075"/>
            <a:ext cx="8134350" cy="0"/>
          </a:xfrm>
          <a:prstGeom xmlns:a="http://schemas.openxmlformats.org/drawingml/2006/main" prst="line">
            <a:avLst/>
          </a:prstGeom>
          <a:noFill xmlns:a="http://schemas.openxmlformats.org/drawingml/2006/main"/>
          <a:ln xmlns:a="http://schemas.openxmlformats.org/drawingml/2006/main" w="9525">
            <a:solidFill>
              <a:srgbClr val="D2DCD6"/>
            </a:solidFill>
          </a:ln>
        </p:spPr>
      </p:sp>
      <p:pic>
        <p:nvPicPr>
          <p:cNvPr id="16" name="">
            <a:extLst xmlns:a="http://schemas.openxmlformats.org/drawingml/2006/main">
              <a:ext uri="{FF2B5EF4-FFF2-40B4-BE49-F238E27FC236}">
                <a16:creationId xmlns:a16="http://schemas.microsoft.com/office/drawing/2014/main" id="{9AF57D34-F9DB-4194-8522-DE2EF8C318DD}"/>
              </a:ext>
            </a:extLst>
          </p:cNvPr>
          <p:cNvPicPr>
            <a:picLocks xmlns:a="http://schemas.openxmlformats.org/drawingml/2006/main" noChangeAspect="1"/>
          </p:cNvPicPr>
          <p:nvPr/>
        </p:nvPicPr>
        <p:blipFill>
          <a:blip xmlns:r="http://schemas.openxmlformats.org/officeDocument/2006/relationships" xmlns:a="http://schemas.openxmlformats.org/drawingml/2006/main" r:embed="Rfedc426361634851"/>
          <a:stretch xmlns:a="http://schemas.openxmlformats.org/drawingml/2006/main"/>
        </p:blipFill>
        <p:spPr>
          <a:xfrm xmlns:a="http://schemas.openxmlformats.org/drawingml/2006/main">
            <a:off x="514350" y="3990975"/>
            <a:ext cx="409575" cy="409575"/>
          </a:xfrm>
          <a:prstGeom xmlns:a="http://schemas.openxmlformats.org/drawingml/2006/main" prst="rect">
            <a:avLst/>
          </a:prstGeom>
        </p:spPr>
      </p:pic>
      <p:sp>
        <p:nvSpPr>
          <p:cNvPr id="17" name="Luna Decisions">
            <a:extLst xmlns:a="http://schemas.openxmlformats.org/drawingml/2006/main">
              <a:ext uri="{FF2B5EF4-FFF2-40B4-BE49-F238E27FC236}">
                <a16:creationId xmlns:a16="http://schemas.microsoft.com/office/drawing/2014/main" id="{D6B97A04-8B52-4C73-A440-3F4711EC1562}"/>
              </a:ext>
            </a:extLst>
          </p:cNvPr>
          <p:cNvSpPr>
            <a:spLocks xmlns:a="http://schemas.openxmlformats.org/drawingml/2006/main" noGrp="1"/>
          </p:cNvSpPr>
          <p:nvPr/>
        </p:nvSpPr>
        <p:spPr>
          <a:xfrm xmlns:a="http://schemas.openxmlformats.org/drawingml/2006/main">
            <a:off x="1085850" y="3895725"/>
            <a:ext cx="3543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1">
                <a:solidFill>
                  <a:srgbClr val="183E35"/>
                </a:solidFill>
                <a:latin typeface="Pretendard"/>
                <a:ea typeface="Pretendard"/>
                <a:cs typeface="Pretendard"/>
              </a:defRPr>
            </a:defPPr>
          </a:lstStyle>
          <a:p xmlns:a="http://schemas.openxmlformats.org/drawingml/2006/main">
            <a:pPr algn="l">
              <a:defRPr sz="1950" b="1">
                <a:solidFill>
                  <a:srgbClr val="183E35"/>
                </a:solidFill>
                <a:latin typeface="Pretendard"/>
                <a:ea typeface="Pretendard"/>
                <a:cs typeface="Pretendard"/>
              </a:defRPr>
            </a:pPr>
            <a:r>
              <a:rPr sz="1950" b="1">
                <a:solidFill>
                  <a:srgbClr val="183E35"/>
                </a:solidFill>
                <a:latin typeface="Pretendard"/>
                <a:ea typeface="Pretendard"/>
                <a:cs typeface="Pretendard"/>
              </a:rPr>
              <a:t>Luna Decisions</a:t>
            </a:r>
          </a:p>
        </p:txBody>
      </p:sp>
      <p:sp>
        <p:nvSpPr>
          <p:cNvPr id="18" name="Luna / Sol 선택 · 다음 작업 판단">
            <a:extLst xmlns:a="http://schemas.openxmlformats.org/drawingml/2006/main">
              <a:ext uri="{FF2B5EF4-FFF2-40B4-BE49-F238E27FC236}">
                <a16:creationId xmlns:a16="http://schemas.microsoft.com/office/drawing/2014/main" id="{21F200BA-22B2-4BD5-8BB8-167A8A7B939A}"/>
              </a:ext>
            </a:extLst>
          </p:cNvPr>
          <p:cNvSpPr>
            <a:spLocks xmlns:a="http://schemas.openxmlformats.org/drawingml/2006/main" noGrp="1"/>
          </p:cNvSpPr>
          <p:nvPr/>
        </p:nvSpPr>
        <p:spPr>
          <a:xfrm xmlns:a="http://schemas.openxmlformats.org/drawingml/2006/main">
            <a:off x="1085850" y="438150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a:solidFill>
                  <a:srgbClr val="567D89"/>
                </a:solidFill>
                <a:latin typeface="Pretendard"/>
                <a:ea typeface="Pretendard"/>
                <a:cs typeface="Pretendard"/>
              </a:defRPr>
            </a:defPPr>
          </a:lstStyle>
          <a:p xmlns:a="http://schemas.openxmlformats.org/drawingml/2006/main">
            <a:pPr algn="l">
              <a:defRPr sz="1425">
                <a:solidFill>
                  <a:srgbClr val="567D89"/>
                </a:solidFill>
                <a:latin typeface="Pretendard"/>
                <a:ea typeface="Pretendard"/>
                <a:cs typeface="Pretendard"/>
              </a:defRPr>
            </a:pPr>
            <a:r>
              <a:rPr sz="1425">
                <a:solidFill>
                  <a:srgbClr val="567D89"/>
                </a:solidFill>
                <a:latin typeface="Pretendard"/>
                <a:ea typeface="Pretendard"/>
                <a:cs typeface="Pretendard"/>
              </a:rPr>
              <a:t>Luna / Sol 선택 · 다음 작업 판단</a:t>
            </a:r>
          </a:p>
        </p:txBody>
      </p:sp>
      <p:pic>
        <p:nvPicPr>
          <p:cNvPr id="19" name="">
            <a:extLst xmlns:a="http://schemas.openxmlformats.org/drawingml/2006/main">
              <a:ext uri="{FF2B5EF4-FFF2-40B4-BE49-F238E27FC236}">
                <a16:creationId xmlns:a16="http://schemas.microsoft.com/office/drawing/2014/main" id="{D4B80A57-4958-4DD6-8650-561858FBC7F4}"/>
              </a:ext>
            </a:extLst>
          </p:cNvPr>
          <p:cNvPicPr>
            <a:picLocks xmlns:a="http://schemas.openxmlformats.org/drawingml/2006/main" noChangeAspect="1"/>
          </p:cNvPicPr>
          <p:nvPr/>
        </p:nvPicPr>
        <p:blipFill>
          <a:blip xmlns:r="http://schemas.openxmlformats.org/officeDocument/2006/relationships" xmlns:a="http://schemas.openxmlformats.org/drawingml/2006/main" r:embed="R55615f32fbc34887"/>
          <a:stretch xmlns:a="http://schemas.openxmlformats.org/drawingml/2006/main"/>
        </p:blipFill>
        <p:spPr>
          <a:xfrm xmlns:a="http://schemas.openxmlformats.org/drawingml/2006/main">
            <a:off x="4953000" y="3990975"/>
            <a:ext cx="409575" cy="409575"/>
          </a:xfrm>
          <a:prstGeom xmlns:a="http://schemas.openxmlformats.org/drawingml/2006/main" prst="rect">
            <a:avLst/>
          </a:prstGeom>
        </p:spPr>
      </p:pic>
      <p:sp>
        <p:nvSpPr>
          <p:cNvPr id="20" name="File Search">
            <a:extLst xmlns:a="http://schemas.openxmlformats.org/drawingml/2006/main">
              <a:ext uri="{FF2B5EF4-FFF2-40B4-BE49-F238E27FC236}">
                <a16:creationId xmlns:a16="http://schemas.microsoft.com/office/drawing/2014/main" id="{74B28B79-4A0F-4624-8044-07CCF43D4249}"/>
              </a:ext>
            </a:extLst>
          </p:cNvPr>
          <p:cNvSpPr>
            <a:spLocks xmlns:a="http://schemas.openxmlformats.org/drawingml/2006/main" noGrp="1"/>
          </p:cNvSpPr>
          <p:nvPr/>
        </p:nvSpPr>
        <p:spPr>
          <a:xfrm xmlns:a="http://schemas.openxmlformats.org/drawingml/2006/main">
            <a:off x="5524500" y="3895725"/>
            <a:ext cx="3086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1">
                <a:solidFill>
                  <a:srgbClr val="183E35"/>
                </a:solidFill>
                <a:latin typeface="Pretendard"/>
                <a:ea typeface="Pretendard"/>
                <a:cs typeface="Pretendard"/>
              </a:defRPr>
            </a:defPPr>
          </a:lstStyle>
          <a:p xmlns:a="http://schemas.openxmlformats.org/drawingml/2006/main">
            <a:pPr algn="l">
              <a:defRPr sz="1950" b="1">
                <a:solidFill>
                  <a:srgbClr val="183E35"/>
                </a:solidFill>
                <a:latin typeface="Pretendard"/>
                <a:ea typeface="Pretendard"/>
                <a:cs typeface="Pretendard"/>
              </a:defRPr>
            </a:pPr>
            <a:r>
              <a:rPr sz="1950" b="1">
                <a:solidFill>
                  <a:srgbClr val="183E35"/>
                </a:solidFill>
                <a:latin typeface="Pretendard"/>
                <a:ea typeface="Pretendard"/>
                <a:cs typeface="Pretendard"/>
              </a:rPr>
              <a:t>File Search</a:t>
            </a:r>
          </a:p>
        </p:txBody>
      </p:sp>
      <p:sp>
        <p:nvSpPr>
          <p:cNvPr id="21" name="문서·버전별 근거 검색 · 인용">
            <a:extLst xmlns:a="http://schemas.openxmlformats.org/drawingml/2006/main">
              <a:ext uri="{FF2B5EF4-FFF2-40B4-BE49-F238E27FC236}">
                <a16:creationId xmlns:a16="http://schemas.microsoft.com/office/drawing/2014/main" id="{244DA842-2064-46B8-A450-A97F076B5461}"/>
              </a:ext>
            </a:extLst>
          </p:cNvPr>
          <p:cNvSpPr>
            <a:spLocks xmlns:a="http://schemas.openxmlformats.org/drawingml/2006/main" noGrp="1"/>
          </p:cNvSpPr>
          <p:nvPr/>
        </p:nvSpPr>
        <p:spPr>
          <a:xfrm xmlns:a="http://schemas.openxmlformats.org/drawingml/2006/main">
            <a:off x="5524500" y="4381500"/>
            <a:ext cx="3181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a:solidFill>
                  <a:srgbClr val="567D89"/>
                </a:solidFill>
                <a:latin typeface="Pretendard"/>
                <a:ea typeface="Pretendard"/>
                <a:cs typeface="Pretendard"/>
              </a:defRPr>
            </a:defPPr>
          </a:lstStyle>
          <a:p xmlns:a="http://schemas.openxmlformats.org/drawingml/2006/main">
            <a:pPr algn="l">
              <a:defRPr sz="1425">
                <a:solidFill>
                  <a:srgbClr val="567D89"/>
                </a:solidFill>
                <a:latin typeface="Pretendard"/>
                <a:ea typeface="Pretendard"/>
                <a:cs typeface="Pretendard"/>
              </a:defRPr>
            </a:pPr>
            <a:r>
              <a:rPr sz="1425">
                <a:solidFill>
                  <a:srgbClr val="567D89"/>
                </a:solidFill>
                <a:latin typeface="Pretendard"/>
                <a:ea typeface="Pretendard"/>
                <a:cs typeface="Pretendard"/>
              </a:rPr>
              <a:t>문서·버전별 근거 검색 · 인용</a:t>
            </a:r>
          </a:p>
        </p:txBody>
      </p:sp>
    </p:spTree>
    <p:extLst>
      <p:ext uri="{BB962C8B-B14F-4D97-AF65-F5344CB8AC3E}">
        <p14:creationId xmlns:p14="http://schemas.microsoft.com/office/powerpoint/2010/main" val="1044312426"/>
      </p:ext>
    </p:extLst>
  </p:cSld>
</p:sld>
</file>

<file path=ppt/slides/slide26.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23" name="안전한 SW를 만드는 방식">
            <a:extLst xmlns:a="http://schemas.openxmlformats.org/drawingml/2006/main">
              <a:ext uri="{FF2B5EF4-FFF2-40B4-BE49-F238E27FC236}">
                <a16:creationId xmlns:a16="http://schemas.microsoft.com/office/drawing/2014/main" id="{8F46E251-CA0E-4B24-832A-8F25CD921DF6}"/>
              </a:ext>
            </a:extLst>
          </p:cNvPr>
          <p:cNvSpPr>
            <a:spLocks xmlns:a="http://schemas.openxmlformats.org/drawingml/2006/main" noGrp="1"/>
          </p:cNvSpPr>
          <p:nvPr/>
        </p:nvSpPr>
        <p:spPr>
          <a:xfrm xmlns:a="http://schemas.openxmlformats.org/drawingml/2006/main">
            <a:off x="476250" y="628650"/>
            <a:ext cx="8248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00" b="1">
                <a:solidFill>
                  <a:srgbClr val="183E35"/>
                </a:solidFill>
                <a:latin typeface="Pretendard"/>
                <a:ea typeface="Pretendard"/>
                <a:cs typeface="Pretendard"/>
              </a:defRPr>
            </a:defPPr>
          </a:lstStyle>
          <a:p xmlns:a="http://schemas.openxmlformats.org/drawingml/2006/main">
            <a:pPr algn="l">
              <a:defRPr sz="3000" b="1">
                <a:solidFill>
                  <a:srgbClr val="183E35"/>
                </a:solidFill>
                <a:latin typeface="Pretendard"/>
                <a:ea typeface="Pretendard"/>
                <a:cs typeface="Pretendard"/>
              </a:defRPr>
            </a:pPr>
            <a:r>
              <a:rPr sz="3000" b="1">
                <a:solidFill>
                  <a:srgbClr val="183E35"/>
                </a:solidFill>
                <a:latin typeface="Pretendard"/>
                <a:ea typeface="Pretendard"/>
                <a:cs typeface="Pretendard"/>
              </a:rPr>
              <a:t>안전한 SW를 만드는 방식</a:t>
            </a:r>
          </a:p>
        </p:txBody>
      </p:sp>
      <p:sp>
        <p:nvSpPr>
          <p:cNvPr id="2" name="26">
            <a:extLst xmlns:a="http://schemas.openxmlformats.org/drawingml/2006/main">
              <a:ext uri="{FF2B5EF4-FFF2-40B4-BE49-F238E27FC236}">
                <a16:creationId xmlns:a16="http://schemas.microsoft.com/office/drawing/2014/main" id="{A1C4D2C3-5944-4D68-BC4E-6B615EF3B8A7}"/>
              </a:ext>
            </a:extLst>
          </p:cNvPr>
          <p:cNvSpPr>
            <a:spLocks xmlns:a="http://schemas.openxmlformats.org/drawingml/2006/main" noGrp="1"/>
          </p:cNvSpPr>
          <p:nvPr/>
        </p:nvSpPr>
        <p:spPr>
          <a:xfrm xmlns:a="http://schemas.openxmlformats.org/drawingml/2006/main">
            <a:off x="8534400" y="4781550"/>
            <a:ext cx="295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75" b="0">
                <a:solidFill>
                  <a:srgbClr val="687568"/>
                </a:solidFill>
                <a:latin typeface="Pretendard"/>
                <a:ea typeface="Pretendard"/>
                <a:cs typeface="Pretendard"/>
              </a:defRPr>
            </a:defPPr>
          </a:lstStyle>
          <a:p xmlns:a="http://schemas.openxmlformats.org/drawingml/2006/main">
            <a:pPr algn="r">
              <a:defRPr sz="975" b="0">
                <a:solidFill>
                  <a:srgbClr val="687568"/>
                </a:solidFill>
                <a:latin typeface="Pretendard"/>
                <a:ea typeface="Pretendard"/>
                <a:cs typeface="Pretendard"/>
              </a:defRPr>
            </a:pPr>
            <a:r>
              <a:rPr sz="975" b="0">
                <a:solidFill>
                  <a:srgbClr val="687568"/>
                </a:solidFill>
                <a:latin typeface="Pretendard"/>
                <a:ea typeface="Pretendard"/>
                <a:cs typeface="Pretendard"/>
              </a:rPr>
              <a:t>26</a:t>
            </a:r>
          </a:p>
        </p:txBody>
      </p:sp>
      <p:sp>
        <p:nvSpPr>
          <p:cNvPr id="3" name="">
            <a:extLst xmlns:a="http://schemas.openxmlformats.org/drawingml/2006/main">
              <a:ext uri="{FF2B5EF4-FFF2-40B4-BE49-F238E27FC236}">
                <a16:creationId xmlns:a16="http://schemas.microsoft.com/office/drawing/2014/main" id="{5D57379A-7F9B-4A72-92C8-A035675293BA}"/>
              </a:ext>
            </a:extLst>
          </p:cNvPr>
          <p:cNvSpPr>
            <a:spLocks xmlns:a="http://schemas.openxmlformats.org/drawingml/2006/main" noGrp="1"/>
          </p:cNvSpPr>
          <p:nvPr/>
        </p:nvSpPr>
        <p:spPr>
          <a:xfrm xmlns:a="http://schemas.openxmlformats.org/drawingml/2006/main">
            <a:off x="923925" y="1619250"/>
            <a:ext cx="1009650" cy="1009650"/>
          </a:xfrm>
          <a:prstGeom xmlns:a="http://schemas.openxmlformats.org/drawingml/2006/main" prst="ellipse">
            <a:avLst/>
          </a:prstGeom>
          <a:solidFill xmlns:a="http://schemas.openxmlformats.org/drawingml/2006/main">
            <a:srgbClr val="DCE7E2"/>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A456CEC7-79D1-4BC3-9C78-84F7D9A5812B}"/>
              </a:ext>
            </a:extLst>
          </p:cNvPr>
          <p:cNvPicPr>
            <a:picLocks xmlns:a="http://schemas.openxmlformats.org/drawingml/2006/main" noChangeAspect="1"/>
          </p:cNvPicPr>
          <p:nvPr/>
        </p:nvPicPr>
        <p:blipFill>
          <a:blip xmlns:r="http://schemas.openxmlformats.org/officeDocument/2006/relationships" xmlns:a="http://schemas.openxmlformats.org/drawingml/2006/main" r:embed="R89e9ddba41aa42ed"/>
          <a:stretch xmlns:a="http://schemas.openxmlformats.org/drawingml/2006/main"/>
        </p:blipFill>
        <p:spPr>
          <a:xfrm xmlns:a="http://schemas.openxmlformats.org/drawingml/2006/main">
            <a:off x="1171575" y="1866900"/>
            <a:ext cx="514350" cy="514350"/>
          </a:xfrm>
          <a:prstGeom xmlns:a="http://schemas.openxmlformats.org/drawingml/2006/main" prst="rect">
            <a:avLst/>
          </a:prstGeom>
        </p:spPr>
      </p:pic>
      <p:sp>
        <p:nvSpPr>
          <p:cNvPr id="5" name="PRD">
            <a:extLst xmlns:a="http://schemas.openxmlformats.org/drawingml/2006/main">
              <a:ext uri="{FF2B5EF4-FFF2-40B4-BE49-F238E27FC236}">
                <a16:creationId xmlns:a16="http://schemas.microsoft.com/office/drawing/2014/main" id="{DD317DDA-0816-4D0F-91A7-5ACA7CCDDF0F}"/>
              </a:ext>
            </a:extLst>
          </p:cNvPr>
          <p:cNvSpPr>
            <a:spLocks xmlns:a="http://schemas.openxmlformats.org/drawingml/2006/main" noGrp="1"/>
          </p:cNvSpPr>
          <p:nvPr/>
        </p:nvSpPr>
        <p:spPr>
          <a:xfrm xmlns:a="http://schemas.openxmlformats.org/drawingml/2006/main">
            <a:off x="504825" y="2857500"/>
            <a:ext cx="1847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100" b="1">
                <a:solidFill>
                  <a:srgbClr val="183E35"/>
                </a:solidFill>
                <a:latin typeface="Pretendard"/>
                <a:ea typeface="Pretendard"/>
                <a:cs typeface="Pretendard"/>
              </a:defRPr>
            </a:defPPr>
          </a:lstStyle>
          <a:p xmlns:a="http://schemas.openxmlformats.org/drawingml/2006/main">
            <a:pPr algn="ctr">
              <a:defRPr sz="2100" b="1">
                <a:solidFill>
                  <a:srgbClr val="183E35"/>
                </a:solidFill>
                <a:latin typeface="Pretendard"/>
                <a:ea typeface="Pretendard"/>
                <a:cs typeface="Pretendard"/>
              </a:defRPr>
            </a:pPr>
            <a:r>
              <a:rPr sz="2100" b="1">
                <a:solidFill>
                  <a:srgbClr val="183E35"/>
                </a:solidFill>
                <a:latin typeface="Pretendard"/>
                <a:ea typeface="Pretendard"/>
                <a:cs typeface="Pretendard"/>
              </a:rPr>
              <a:t>PRD</a:t>
            </a:r>
          </a:p>
        </p:txBody>
      </p:sp>
      <p:sp>
        <p:nvSpPr>
          <p:cNvPr id="6" name="요구사항과 완료 조건을 명시">
            <a:extLst xmlns:a="http://schemas.openxmlformats.org/drawingml/2006/main">
              <a:ext uri="{FF2B5EF4-FFF2-40B4-BE49-F238E27FC236}">
                <a16:creationId xmlns:a16="http://schemas.microsoft.com/office/drawing/2014/main" id="{2D49314A-EF9C-40B2-B62B-5119C8341B75}"/>
              </a:ext>
            </a:extLst>
          </p:cNvPr>
          <p:cNvSpPr>
            <a:spLocks xmlns:a="http://schemas.openxmlformats.org/drawingml/2006/main" noGrp="1"/>
          </p:cNvSpPr>
          <p:nvPr/>
        </p:nvSpPr>
        <p:spPr>
          <a:xfrm xmlns:a="http://schemas.openxmlformats.org/drawingml/2006/main">
            <a:off x="457200" y="3457575"/>
            <a:ext cx="1952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500">
                <a:solidFill>
                  <a:srgbClr val="567D89"/>
                </a:solidFill>
                <a:latin typeface="Pretendard"/>
                <a:ea typeface="Pretendard"/>
                <a:cs typeface="Pretendard"/>
              </a:defRPr>
            </a:defPPr>
          </a:lstStyle>
          <a:p xmlns:a="http://schemas.openxmlformats.org/drawingml/2006/main">
            <a:pPr algn="ctr">
              <a:defRPr sz="1500">
                <a:solidFill>
                  <a:srgbClr val="567D89"/>
                </a:solidFill>
                <a:latin typeface="Pretendard"/>
                <a:ea typeface="Pretendard"/>
                <a:cs typeface="Pretendard"/>
              </a:defRPr>
            </a:pPr>
            <a:r>
              <a:rPr sz="1500">
                <a:solidFill>
                  <a:srgbClr val="567D89"/>
                </a:solidFill>
                <a:latin typeface="Pretendard"/>
                <a:ea typeface="Pretendard"/>
                <a:cs typeface="Pretendard"/>
              </a:rPr>
              <a:t>요구사항과</a:t>
            </a:r>
          </a:p>
          <a:p xmlns:a="http://schemas.openxmlformats.org/drawingml/2006/main">
            <a:pPr algn="ctr">
              <a:defRPr sz="1500">
                <a:solidFill>
                  <a:srgbClr val="567D89"/>
                </a:solidFill>
                <a:latin typeface="Pretendard"/>
                <a:ea typeface="Pretendard"/>
                <a:cs typeface="Pretendard"/>
              </a:defRPr>
            </a:pPr>
            <a:r>
              <a:rPr sz="1500">
                <a:solidFill>
                  <a:srgbClr val="567D89"/>
                </a:solidFill>
                <a:latin typeface="Pretendard"/>
                <a:ea typeface="Pretendard"/>
                <a:cs typeface="Pretendard"/>
              </a:rPr>
              <a:t>완료 조건을 명시</a:t>
            </a:r>
          </a:p>
        </p:txBody>
      </p:sp>
      <p:sp>
        <p:nvSpPr>
          <p:cNvPr id="7" name="">
            <a:extLst xmlns:a="http://schemas.openxmlformats.org/drawingml/2006/main">
              <a:ext uri="{FF2B5EF4-FFF2-40B4-BE49-F238E27FC236}">
                <a16:creationId xmlns:a16="http://schemas.microsoft.com/office/drawing/2014/main" id="{4D10E5C8-D4B2-4C48-B145-0D2F5BD8B3D9}"/>
              </a:ext>
            </a:extLst>
          </p:cNvPr>
          <p:cNvSpPr>
            <a:spLocks xmlns:a="http://schemas.openxmlformats.org/drawingml/2006/main" noGrp="1"/>
          </p:cNvSpPr>
          <p:nvPr/>
        </p:nvSpPr>
        <p:spPr>
          <a:xfrm xmlns:a="http://schemas.openxmlformats.org/drawingml/2006/main">
            <a:off x="3067050" y="1619250"/>
            <a:ext cx="1009650" cy="1009650"/>
          </a:xfrm>
          <a:prstGeom xmlns:a="http://schemas.openxmlformats.org/drawingml/2006/main" prst="ellipse">
            <a:avLst/>
          </a:prstGeom>
          <a:solidFill xmlns:a="http://schemas.openxmlformats.org/drawingml/2006/main">
            <a:srgbClr val="DCE7E2"/>
          </a:solidFill>
          <a:ln xmlns:a="http://schemas.openxmlformats.org/drawingml/2006/main" w="0">
            <a:noFill/>
          </a:ln>
        </p:spPr>
      </p:sp>
      <p:pic>
        <p:nvPicPr>
          <p:cNvPr id="8" name="">
            <a:extLst xmlns:a="http://schemas.openxmlformats.org/drawingml/2006/main">
              <a:ext uri="{FF2B5EF4-FFF2-40B4-BE49-F238E27FC236}">
                <a16:creationId xmlns:a16="http://schemas.microsoft.com/office/drawing/2014/main" id="{B9B6EB45-D56E-4AF0-B172-7E57C2D97693}"/>
              </a:ext>
            </a:extLst>
          </p:cNvPr>
          <p:cNvPicPr>
            <a:picLocks xmlns:a="http://schemas.openxmlformats.org/drawingml/2006/main" noChangeAspect="1"/>
          </p:cNvPicPr>
          <p:nvPr/>
        </p:nvPicPr>
        <p:blipFill>
          <a:blip xmlns:r="http://schemas.openxmlformats.org/officeDocument/2006/relationships" xmlns:a="http://schemas.openxmlformats.org/drawingml/2006/main" r:embed="R67b6dc1580ee4e3d"/>
          <a:stretch xmlns:a="http://schemas.openxmlformats.org/drawingml/2006/main"/>
        </p:blipFill>
        <p:spPr>
          <a:xfrm xmlns:a="http://schemas.openxmlformats.org/drawingml/2006/main">
            <a:off x="3314700" y="1866900"/>
            <a:ext cx="514350" cy="514350"/>
          </a:xfrm>
          <a:prstGeom xmlns:a="http://schemas.openxmlformats.org/drawingml/2006/main" prst="rect">
            <a:avLst/>
          </a:prstGeom>
        </p:spPr>
      </p:pic>
      <p:sp>
        <p:nvSpPr>
          <p:cNvPr id="9" name="페르소나">
            <a:extLst xmlns:a="http://schemas.openxmlformats.org/drawingml/2006/main">
              <a:ext uri="{FF2B5EF4-FFF2-40B4-BE49-F238E27FC236}">
                <a16:creationId xmlns:a16="http://schemas.microsoft.com/office/drawing/2014/main" id="{E6D490FA-B2DE-4B8B-ABF4-654268AAE6CE}"/>
              </a:ext>
            </a:extLst>
          </p:cNvPr>
          <p:cNvSpPr>
            <a:spLocks xmlns:a="http://schemas.openxmlformats.org/drawingml/2006/main" noGrp="1"/>
          </p:cNvSpPr>
          <p:nvPr/>
        </p:nvSpPr>
        <p:spPr>
          <a:xfrm xmlns:a="http://schemas.openxmlformats.org/drawingml/2006/main">
            <a:off x="2647950" y="2857500"/>
            <a:ext cx="1847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100" b="1">
                <a:solidFill>
                  <a:srgbClr val="183E35"/>
                </a:solidFill>
                <a:latin typeface="Pretendard"/>
                <a:ea typeface="Pretendard"/>
                <a:cs typeface="Pretendard"/>
              </a:defRPr>
            </a:defPPr>
          </a:lstStyle>
          <a:p xmlns:a="http://schemas.openxmlformats.org/drawingml/2006/main">
            <a:pPr algn="ctr">
              <a:defRPr sz="2100" b="1">
                <a:solidFill>
                  <a:srgbClr val="183E35"/>
                </a:solidFill>
                <a:latin typeface="Pretendard"/>
                <a:ea typeface="Pretendard"/>
                <a:cs typeface="Pretendard"/>
              </a:defRPr>
            </a:pPr>
            <a:r>
              <a:rPr sz="2100" b="1">
                <a:solidFill>
                  <a:srgbClr val="183E35"/>
                </a:solidFill>
                <a:latin typeface="Pretendard"/>
                <a:ea typeface="Pretendard"/>
                <a:cs typeface="Pretendard"/>
              </a:rPr>
              <a:t>페르소나</a:t>
            </a:r>
          </a:p>
        </p:txBody>
      </p:sp>
      <p:sp>
        <p:nvSpPr>
          <p:cNvPr id="10" name="역할별 정상·예외 시나리오를 검토">
            <a:extLst xmlns:a="http://schemas.openxmlformats.org/drawingml/2006/main">
              <a:ext uri="{FF2B5EF4-FFF2-40B4-BE49-F238E27FC236}">
                <a16:creationId xmlns:a16="http://schemas.microsoft.com/office/drawing/2014/main" id="{0F2B1B30-7CF4-4C4A-822A-F631F164964E}"/>
              </a:ext>
            </a:extLst>
          </p:cNvPr>
          <p:cNvSpPr>
            <a:spLocks xmlns:a="http://schemas.openxmlformats.org/drawingml/2006/main" noGrp="1"/>
          </p:cNvSpPr>
          <p:nvPr/>
        </p:nvSpPr>
        <p:spPr>
          <a:xfrm xmlns:a="http://schemas.openxmlformats.org/drawingml/2006/main">
            <a:off x="2600325" y="3457575"/>
            <a:ext cx="1952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500">
                <a:solidFill>
                  <a:srgbClr val="567D89"/>
                </a:solidFill>
                <a:latin typeface="Pretendard"/>
                <a:ea typeface="Pretendard"/>
                <a:cs typeface="Pretendard"/>
              </a:defRPr>
            </a:defPPr>
          </a:lstStyle>
          <a:p xmlns:a="http://schemas.openxmlformats.org/drawingml/2006/main">
            <a:pPr algn="ctr">
              <a:defRPr sz="1500">
                <a:solidFill>
                  <a:srgbClr val="567D89"/>
                </a:solidFill>
                <a:latin typeface="Pretendard"/>
                <a:ea typeface="Pretendard"/>
                <a:cs typeface="Pretendard"/>
              </a:defRPr>
            </a:pPr>
            <a:r>
              <a:rPr sz="1500">
                <a:solidFill>
                  <a:srgbClr val="567D89"/>
                </a:solidFill>
                <a:latin typeface="Pretendard"/>
                <a:ea typeface="Pretendard"/>
                <a:cs typeface="Pretendard"/>
              </a:rPr>
              <a:t>역할별 정상·예외</a:t>
            </a:r>
          </a:p>
          <a:p xmlns:a="http://schemas.openxmlformats.org/drawingml/2006/main">
            <a:pPr algn="ctr">
              <a:defRPr sz="1500">
                <a:solidFill>
                  <a:srgbClr val="567D89"/>
                </a:solidFill>
                <a:latin typeface="Pretendard"/>
                <a:ea typeface="Pretendard"/>
                <a:cs typeface="Pretendard"/>
              </a:defRPr>
            </a:pPr>
            <a:r>
              <a:rPr sz="1500">
                <a:solidFill>
                  <a:srgbClr val="567D89"/>
                </a:solidFill>
                <a:latin typeface="Pretendard"/>
                <a:ea typeface="Pretendard"/>
                <a:cs typeface="Pretendard"/>
              </a:rPr>
              <a:t>시나리오를 검토</a:t>
            </a:r>
          </a:p>
        </p:txBody>
      </p:sp>
      <p:sp>
        <p:nvSpPr>
          <p:cNvPr id="11" name="">
            <a:extLst xmlns:a="http://schemas.openxmlformats.org/drawingml/2006/main">
              <a:ext uri="{FF2B5EF4-FFF2-40B4-BE49-F238E27FC236}">
                <a16:creationId xmlns:a16="http://schemas.microsoft.com/office/drawing/2014/main" id="{BBE4E95D-2AA2-4F3C-BA1A-7619805B4C22}"/>
              </a:ext>
            </a:extLst>
          </p:cNvPr>
          <p:cNvSpPr>
            <a:spLocks xmlns:a="http://schemas.openxmlformats.org/drawingml/2006/main" noGrp="1"/>
          </p:cNvSpPr>
          <p:nvPr/>
        </p:nvSpPr>
        <p:spPr>
          <a:xfrm xmlns:a="http://schemas.openxmlformats.org/drawingml/2006/main">
            <a:off x="5210175" y="1619250"/>
            <a:ext cx="1009650" cy="1009650"/>
          </a:xfrm>
          <a:prstGeom xmlns:a="http://schemas.openxmlformats.org/drawingml/2006/main" prst="ellipse">
            <a:avLst/>
          </a:prstGeom>
          <a:solidFill xmlns:a="http://schemas.openxmlformats.org/drawingml/2006/main">
            <a:srgbClr val="183E35"/>
          </a:solidFill>
          <a:ln xmlns:a="http://schemas.openxmlformats.org/drawingml/2006/main" w="0">
            <a:noFill/>
          </a:ln>
        </p:spPr>
      </p:sp>
      <p:pic>
        <p:nvPicPr>
          <p:cNvPr id="12" name="">
            <a:extLst xmlns:a="http://schemas.openxmlformats.org/drawingml/2006/main">
              <a:ext uri="{FF2B5EF4-FFF2-40B4-BE49-F238E27FC236}">
                <a16:creationId xmlns:a16="http://schemas.microsoft.com/office/drawing/2014/main" id="{6FC39BA1-5722-4805-A481-B62C875B447C}"/>
              </a:ext>
            </a:extLst>
          </p:cNvPr>
          <p:cNvPicPr>
            <a:picLocks xmlns:a="http://schemas.openxmlformats.org/drawingml/2006/main" noChangeAspect="1"/>
          </p:cNvPicPr>
          <p:nvPr/>
        </p:nvPicPr>
        <p:blipFill>
          <a:blip xmlns:r="http://schemas.openxmlformats.org/officeDocument/2006/relationships" xmlns:a="http://schemas.openxmlformats.org/drawingml/2006/main" r:embed="R7ce475be17414b4d"/>
          <a:stretch xmlns:a="http://schemas.openxmlformats.org/drawingml/2006/main"/>
        </p:blipFill>
        <p:spPr>
          <a:xfrm xmlns:a="http://schemas.openxmlformats.org/drawingml/2006/main">
            <a:off x="5457825" y="1866900"/>
            <a:ext cx="514350" cy="514350"/>
          </a:xfrm>
          <a:prstGeom xmlns:a="http://schemas.openxmlformats.org/drawingml/2006/main" prst="rect">
            <a:avLst/>
          </a:prstGeom>
        </p:spPr>
      </p:pic>
      <p:sp>
        <p:nvSpPr>
          <p:cNvPr id="13" name="모듈러 모놀리스">
            <a:extLst xmlns:a="http://schemas.openxmlformats.org/drawingml/2006/main">
              <a:ext uri="{FF2B5EF4-FFF2-40B4-BE49-F238E27FC236}">
                <a16:creationId xmlns:a16="http://schemas.microsoft.com/office/drawing/2014/main" id="{6C2665ED-DDC3-4681-8A1E-52E45A050AA7}"/>
              </a:ext>
            </a:extLst>
          </p:cNvPr>
          <p:cNvSpPr>
            <a:spLocks xmlns:a="http://schemas.openxmlformats.org/drawingml/2006/main" noGrp="1"/>
          </p:cNvSpPr>
          <p:nvPr/>
        </p:nvSpPr>
        <p:spPr>
          <a:xfrm xmlns:a="http://schemas.openxmlformats.org/drawingml/2006/main">
            <a:off x="4791075" y="2857500"/>
            <a:ext cx="1847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1">
                <a:solidFill>
                  <a:srgbClr val="183E35"/>
                </a:solidFill>
                <a:latin typeface="Pretendard"/>
                <a:ea typeface="Pretendard"/>
                <a:cs typeface="Pretendard"/>
              </a:defRPr>
            </a:defPPr>
          </a:lstStyle>
          <a:p xmlns:a="http://schemas.openxmlformats.org/drawingml/2006/main">
            <a:pPr algn="ctr">
              <a:defRPr sz="1800" b="1">
                <a:solidFill>
                  <a:srgbClr val="183E35"/>
                </a:solidFill>
                <a:latin typeface="Pretendard"/>
                <a:ea typeface="Pretendard"/>
                <a:cs typeface="Pretendard"/>
              </a:defRPr>
            </a:pPr>
            <a:r>
              <a:rPr sz="1800" b="1">
                <a:solidFill>
                  <a:srgbClr val="183E35"/>
                </a:solidFill>
                <a:latin typeface="Pretendard"/>
                <a:ea typeface="Pretendard"/>
                <a:cs typeface="Pretendard"/>
              </a:rPr>
              <a:t>모듈러 모놀리스</a:t>
            </a:r>
          </a:p>
        </p:txBody>
      </p:sp>
      <p:sp>
        <p:nvSpPr>
          <p:cNvPr id="14" name="DDD · 업무 경계 공개 함수로 연결">
            <a:extLst xmlns:a="http://schemas.openxmlformats.org/drawingml/2006/main">
              <a:ext uri="{FF2B5EF4-FFF2-40B4-BE49-F238E27FC236}">
                <a16:creationId xmlns:a16="http://schemas.microsoft.com/office/drawing/2014/main" id="{A173EE14-8409-4176-B204-AE7EE7EC244B}"/>
              </a:ext>
            </a:extLst>
          </p:cNvPr>
          <p:cNvSpPr>
            <a:spLocks xmlns:a="http://schemas.openxmlformats.org/drawingml/2006/main" noGrp="1"/>
          </p:cNvSpPr>
          <p:nvPr/>
        </p:nvSpPr>
        <p:spPr>
          <a:xfrm xmlns:a="http://schemas.openxmlformats.org/drawingml/2006/main">
            <a:off x="4743450" y="3457575"/>
            <a:ext cx="1952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500">
                <a:solidFill>
                  <a:srgbClr val="567D89"/>
                </a:solidFill>
                <a:latin typeface="Pretendard"/>
                <a:ea typeface="Pretendard"/>
                <a:cs typeface="Pretendard"/>
              </a:defRPr>
            </a:defPPr>
          </a:lstStyle>
          <a:p xmlns:a="http://schemas.openxmlformats.org/drawingml/2006/main">
            <a:pPr algn="ctr">
              <a:defRPr sz="1500">
                <a:solidFill>
                  <a:srgbClr val="567D89"/>
                </a:solidFill>
                <a:latin typeface="Pretendard"/>
                <a:ea typeface="Pretendard"/>
                <a:cs typeface="Pretendard"/>
              </a:defRPr>
            </a:pPr>
            <a:r>
              <a:rPr sz="1500">
                <a:solidFill>
                  <a:srgbClr val="567D89"/>
                </a:solidFill>
                <a:latin typeface="Pretendard"/>
                <a:ea typeface="Pretendard"/>
                <a:cs typeface="Pretendard"/>
              </a:rPr>
              <a:t>DDD · 업무 경계</a:t>
            </a:r>
          </a:p>
          <a:p xmlns:a="http://schemas.openxmlformats.org/drawingml/2006/main">
            <a:pPr algn="ctr">
              <a:defRPr sz="1500">
                <a:solidFill>
                  <a:srgbClr val="567D89"/>
                </a:solidFill>
                <a:latin typeface="Pretendard"/>
                <a:ea typeface="Pretendard"/>
                <a:cs typeface="Pretendard"/>
              </a:defRPr>
            </a:pPr>
            <a:r>
              <a:rPr sz="1500">
                <a:solidFill>
                  <a:srgbClr val="567D89"/>
                </a:solidFill>
                <a:latin typeface="Pretendard"/>
                <a:ea typeface="Pretendard"/>
                <a:cs typeface="Pretendard"/>
              </a:rPr>
              <a:t>공개 함수로 연결</a:t>
            </a:r>
          </a:p>
        </p:txBody>
      </p:sp>
      <p:sp>
        <p:nvSpPr>
          <p:cNvPr id="15" name="">
            <a:extLst xmlns:a="http://schemas.openxmlformats.org/drawingml/2006/main">
              <a:ext uri="{FF2B5EF4-FFF2-40B4-BE49-F238E27FC236}">
                <a16:creationId xmlns:a16="http://schemas.microsoft.com/office/drawing/2014/main" id="{DBE79653-AE0E-4E2D-B6B2-BEF71993DA7F}"/>
              </a:ext>
            </a:extLst>
          </p:cNvPr>
          <p:cNvSpPr>
            <a:spLocks xmlns:a="http://schemas.openxmlformats.org/drawingml/2006/main" noGrp="1"/>
          </p:cNvSpPr>
          <p:nvPr/>
        </p:nvSpPr>
        <p:spPr>
          <a:xfrm xmlns:a="http://schemas.openxmlformats.org/drawingml/2006/main">
            <a:off x="7353300" y="1619250"/>
            <a:ext cx="1009650" cy="1009650"/>
          </a:xfrm>
          <a:prstGeom xmlns:a="http://schemas.openxmlformats.org/drawingml/2006/main" prst="ellipse">
            <a:avLst/>
          </a:prstGeom>
          <a:solidFill xmlns:a="http://schemas.openxmlformats.org/drawingml/2006/main">
            <a:srgbClr val="DCE7E2"/>
          </a:solidFill>
          <a:ln xmlns:a="http://schemas.openxmlformats.org/drawingml/2006/main" w="0">
            <a:noFill/>
          </a:ln>
        </p:spPr>
      </p:sp>
      <p:pic>
        <p:nvPicPr>
          <p:cNvPr id="16" name="">
            <a:extLst xmlns:a="http://schemas.openxmlformats.org/drawingml/2006/main">
              <a:ext uri="{FF2B5EF4-FFF2-40B4-BE49-F238E27FC236}">
                <a16:creationId xmlns:a16="http://schemas.microsoft.com/office/drawing/2014/main" id="{5A5CC26D-78C5-401A-9E9D-35D6F56229AD}"/>
              </a:ext>
            </a:extLst>
          </p:cNvPr>
          <p:cNvPicPr>
            <a:picLocks xmlns:a="http://schemas.openxmlformats.org/drawingml/2006/main" noChangeAspect="1"/>
          </p:cNvPicPr>
          <p:nvPr/>
        </p:nvPicPr>
        <p:blipFill>
          <a:blip xmlns:r="http://schemas.openxmlformats.org/officeDocument/2006/relationships" xmlns:a="http://schemas.openxmlformats.org/drawingml/2006/main" r:embed="Rc23332aa01cd42f1"/>
          <a:stretch xmlns:a="http://schemas.openxmlformats.org/drawingml/2006/main"/>
        </p:blipFill>
        <p:spPr>
          <a:xfrm xmlns:a="http://schemas.openxmlformats.org/drawingml/2006/main">
            <a:off x="7600950" y="1866900"/>
            <a:ext cx="514350" cy="514350"/>
          </a:xfrm>
          <a:prstGeom xmlns:a="http://schemas.openxmlformats.org/drawingml/2006/main" prst="rect">
            <a:avLst/>
          </a:prstGeom>
        </p:spPr>
      </p:pic>
      <p:sp>
        <p:nvSpPr>
          <p:cNvPr id="17" name="PBT">
            <a:extLst xmlns:a="http://schemas.openxmlformats.org/drawingml/2006/main">
              <a:ext uri="{FF2B5EF4-FFF2-40B4-BE49-F238E27FC236}">
                <a16:creationId xmlns:a16="http://schemas.microsoft.com/office/drawing/2014/main" id="{AAFA2FC9-41B9-49D3-A70E-D5F26F1046F6}"/>
              </a:ext>
            </a:extLst>
          </p:cNvPr>
          <p:cNvSpPr>
            <a:spLocks xmlns:a="http://schemas.openxmlformats.org/drawingml/2006/main" noGrp="1"/>
          </p:cNvSpPr>
          <p:nvPr/>
        </p:nvSpPr>
        <p:spPr>
          <a:xfrm xmlns:a="http://schemas.openxmlformats.org/drawingml/2006/main">
            <a:off x="6934200" y="2857500"/>
            <a:ext cx="1847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100" b="1">
                <a:solidFill>
                  <a:srgbClr val="183E35"/>
                </a:solidFill>
                <a:latin typeface="Pretendard"/>
                <a:ea typeface="Pretendard"/>
                <a:cs typeface="Pretendard"/>
              </a:defRPr>
            </a:defPPr>
          </a:lstStyle>
          <a:p xmlns:a="http://schemas.openxmlformats.org/drawingml/2006/main">
            <a:pPr algn="ctr">
              <a:defRPr sz="2100" b="1">
                <a:solidFill>
                  <a:srgbClr val="183E35"/>
                </a:solidFill>
                <a:latin typeface="Pretendard"/>
                <a:ea typeface="Pretendard"/>
                <a:cs typeface="Pretendard"/>
              </a:defRPr>
            </a:pPr>
            <a:r>
              <a:rPr sz="2100" b="1">
                <a:solidFill>
                  <a:srgbClr val="183E35"/>
                </a:solidFill>
                <a:latin typeface="Pretendard"/>
                <a:ea typeface="Pretendard"/>
                <a:cs typeface="Pretendard"/>
              </a:rPr>
              <a:t>PBT</a:t>
            </a:r>
          </a:p>
        </p:txBody>
      </p:sp>
      <p:sp>
        <p:nvSpPr>
          <p:cNvPr id="18" name="불변식 검증 실패 seed·반례 재현">
            <a:extLst xmlns:a="http://schemas.openxmlformats.org/drawingml/2006/main">
              <a:ext uri="{FF2B5EF4-FFF2-40B4-BE49-F238E27FC236}">
                <a16:creationId xmlns:a16="http://schemas.microsoft.com/office/drawing/2014/main" id="{725DA070-DD61-4D82-BAD7-2115E739521A}"/>
              </a:ext>
            </a:extLst>
          </p:cNvPr>
          <p:cNvSpPr>
            <a:spLocks xmlns:a="http://schemas.openxmlformats.org/drawingml/2006/main" noGrp="1"/>
          </p:cNvSpPr>
          <p:nvPr/>
        </p:nvSpPr>
        <p:spPr>
          <a:xfrm xmlns:a="http://schemas.openxmlformats.org/drawingml/2006/main">
            <a:off x="6886575" y="3457575"/>
            <a:ext cx="1952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500">
                <a:solidFill>
                  <a:srgbClr val="567D89"/>
                </a:solidFill>
                <a:latin typeface="Pretendard"/>
                <a:ea typeface="Pretendard"/>
                <a:cs typeface="Pretendard"/>
              </a:defRPr>
            </a:defPPr>
          </a:lstStyle>
          <a:p xmlns:a="http://schemas.openxmlformats.org/drawingml/2006/main">
            <a:pPr algn="ctr">
              <a:defRPr sz="1500">
                <a:solidFill>
                  <a:srgbClr val="567D89"/>
                </a:solidFill>
                <a:latin typeface="Pretendard"/>
                <a:ea typeface="Pretendard"/>
                <a:cs typeface="Pretendard"/>
              </a:defRPr>
            </a:pPr>
            <a:r>
              <a:rPr sz="1500">
                <a:solidFill>
                  <a:srgbClr val="567D89"/>
                </a:solidFill>
                <a:latin typeface="Pretendard"/>
                <a:ea typeface="Pretendard"/>
                <a:cs typeface="Pretendard"/>
              </a:rPr>
              <a:t>불변식 검증</a:t>
            </a:r>
          </a:p>
          <a:p xmlns:a="http://schemas.openxmlformats.org/drawingml/2006/main">
            <a:pPr algn="ctr">
              <a:defRPr sz="1500">
                <a:solidFill>
                  <a:srgbClr val="567D89"/>
                </a:solidFill>
                <a:latin typeface="Pretendard"/>
                <a:ea typeface="Pretendard"/>
                <a:cs typeface="Pretendard"/>
              </a:defRPr>
            </a:pPr>
            <a:r>
              <a:rPr sz="1500">
                <a:solidFill>
                  <a:srgbClr val="567D89"/>
                </a:solidFill>
                <a:latin typeface="Pretendard"/>
                <a:ea typeface="Pretendard"/>
                <a:cs typeface="Pretendard"/>
              </a:rPr>
              <a:t>실패 seed·반례 재현</a:t>
            </a:r>
          </a:p>
        </p:txBody>
      </p:sp>
      <p:sp>
        <p:nvSpPr>
          <p:cNvPr id="19" name="">
            <a:extLst xmlns:a="http://schemas.openxmlformats.org/drawingml/2006/main">
              <a:ext uri="{FF2B5EF4-FFF2-40B4-BE49-F238E27FC236}">
                <a16:creationId xmlns:a16="http://schemas.microsoft.com/office/drawing/2014/main" id="{5DDAE045-858D-47DB-B847-BB4A7D8722FC}"/>
              </a:ext>
            </a:extLst>
          </p:cNvPr>
          <p:cNvSpPr>
            <a:spLocks xmlns:a="http://schemas.openxmlformats.org/drawingml/2006/main" noGrp="1"/>
          </p:cNvSpPr>
          <p:nvPr/>
        </p:nvSpPr>
        <p:spPr>
          <a:xfrm xmlns:a="http://schemas.openxmlformats.org/drawingml/2006/main">
            <a:off x="514350" y="4229100"/>
            <a:ext cx="8096250" cy="0"/>
          </a:xfrm>
          <a:prstGeom xmlns:a="http://schemas.openxmlformats.org/drawingml/2006/main" prst="line">
            <a:avLst/>
          </a:prstGeom>
          <a:noFill xmlns:a="http://schemas.openxmlformats.org/drawingml/2006/main"/>
          <a:ln xmlns:a="http://schemas.openxmlformats.org/drawingml/2006/main" w="9525">
            <a:solidFill>
              <a:srgbClr val="D2DCD6"/>
            </a:solidFill>
          </a:ln>
        </p:spPr>
      </p:sp>
      <p:sp>
        <p:nvSpPr>
          <p:cNvPr id="20" name="문서 버전 보존">
            <a:extLst xmlns:a="http://schemas.openxmlformats.org/drawingml/2006/main">
              <a:ext uri="{FF2B5EF4-FFF2-40B4-BE49-F238E27FC236}">
                <a16:creationId xmlns:a16="http://schemas.microsoft.com/office/drawing/2014/main" id="{065B2560-B3E2-4A0D-ADFB-4699A6DCE9E0}"/>
              </a:ext>
            </a:extLst>
          </p:cNvPr>
          <p:cNvSpPr>
            <a:spLocks xmlns:a="http://schemas.openxmlformats.org/drawingml/2006/main" noGrp="1"/>
          </p:cNvSpPr>
          <p:nvPr/>
        </p:nvSpPr>
        <p:spPr>
          <a:xfrm xmlns:a="http://schemas.openxmlformats.org/drawingml/2006/main">
            <a:off x="666750" y="4438650"/>
            <a:ext cx="24288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650" b="1">
                <a:solidFill>
                  <a:srgbClr val="183E35"/>
                </a:solidFill>
                <a:latin typeface="Pretendard"/>
                <a:ea typeface="Pretendard"/>
                <a:cs typeface="Pretendard"/>
              </a:defRPr>
            </a:defPPr>
          </a:lstStyle>
          <a:p xmlns:a="http://schemas.openxmlformats.org/drawingml/2006/main">
            <a:pPr algn="ctr">
              <a:defRPr sz="1650" b="1">
                <a:solidFill>
                  <a:srgbClr val="183E35"/>
                </a:solidFill>
                <a:latin typeface="Pretendard"/>
                <a:ea typeface="Pretendard"/>
                <a:cs typeface="Pretendard"/>
              </a:defRPr>
            </a:pPr>
            <a:r>
              <a:rPr sz="1650" b="1">
                <a:solidFill>
                  <a:srgbClr val="183E35"/>
                </a:solidFill>
                <a:latin typeface="Pretendard"/>
                <a:ea typeface="Pretendard"/>
                <a:cs typeface="Pretendard"/>
              </a:rPr>
              <a:t>문서 버전 보존</a:t>
            </a:r>
          </a:p>
        </p:txBody>
      </p:sp>
      <p:sp>
        <p:nvSpPr>
          <p:cNvPr id="21" name="중복 응답 방지">
            <a:extLst xmlns:a="http://schemas.openxmlformats.org/drawingml/2006/main">
              <a:ext uri="{FF2B5EF4-FFF2-40B4-BE49-F238E27FC236}">
                <a16:creationId xmlns:a16="http://schemas.microsoft.com/office/drawing/2014/main" id="{54432A62-FD5F-4397-8B77-A1770F3C1C3A}"/>
              </a:ext>
            </a:extLst>
          </p:cNvPr>
          <p:cNvSpPr>
            <a:spLocks xmlns:a="http://schemas.openxmlformats.org/drawingml/2006/main" noGrp="1"/>
          </p:cNvSpPr>
          <p:nvPr/>
        </p:nvSpPr>
        <p:spPr>
          <a:xfrm xmlns:a="http://schemas.openxmlformats.org/drawingml/2006/main">
            <a:off x="3505200" y="4438650"/>
            <a:ext cx="24288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650" b="1">
                <a:solidFill>
                  <a:srgbClr val="183E35"/>
                </a:solidFill>
                <a:latin typeface="Pretendard"/>
                <a:ea typeface="Pretendard"/>
                <a:cs typeface="Pretendard"/>
              </a:defRPr>
            </a:defPPr>
          </a:lstStyle>
          <a:p xmlns:a="http://schemas.openxmlformats.org/drawingml/2006/main">
            <a:pPr algn="ctr">
              <a:defRPr sz="1650" b="1">
                <a:solidFill>
                  <a:srgbClr val="183E35"/>
                </a:solidFill>
                <a:latin typeface="Pretendard"/>
                <a:ea typeface="Pretendard"/>
                <a:cs typeface="Pretendard"/>
              </a:defRPr>
            </a:pPr>
            <a:r>
              <a:rPr sz="1650" b="1">
                <a:solidFill>
                  <a:srgbClr val="183E35"/>
                </a:solidFill>
                <a:latin typeface="Pretendard"/>
                <a:ea typeface="Pretendard"/>
                <a:cs typeface="Pretendard"/>
              </a:rPr>
              <a:t>중복 응답 방지</a:t>
            </a:r>
          </a:p>
        </p:txBody>
      </p:sp>
      <p:sp>
        <p:nvSpPr>
          <p:cNvPr id="22" name="잔액 합계 일치">
            <a:extLst xmlns:a="http://schemas.openxmlformats.org/drawingml/2006/main">
              <a:ext uri="{FF2B5EF4-FFF2-40B4-BE49-F238E27FC236}">
                <a16:creationId xmlns:a16="http://schemas.microsoft.com/office/drawing/2014/main" id="{1C92F309-3A23-4D58-B3BE-ED2FC7E83AD5}"/>
              </a:ext>
            </a:extLst>
          </p:cNvPr>
          <p:cNvSpPr>
            <a:spLocks xmlns:a="http://schemas.openxmlformats.org/drawingml/2006/main" noGrp="1"/>
          </p:cNvSpPr>
          <p:nvPr/>
        </p:nvSpPr>
        <p:spPr>
          <a:xfrm xmlns:a="http://schemas.openxmlformats.org/drawingml/2006/main">
            <a:off x="6343650" y="4438650"/>
            <a:ext cx="24288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650" b="1">
                <a:solidFill>
                  <a:srgbClr val="183E35"/>
                </a:solidFill>
                <a:latin typeface="Pretendard"/>
                <a:ea typeface="Pretendard"/>
                <a:cs typeface="Pretendard"/>
              </a:defRPr>
            </a:defPPr>
          </a:lstStyle>
          <a:p xmlns:a="http://schemas.openxmlformats.org/drawingml/2006/main">
            <a:pPr algn="ctr">
              <a:defRPr sz="1650" b="1">
                <a:solidFill>
                  <a:srgbClr val="183E35"/>
                </a:solidFill>
                <a:latin typeface="Pretendard"/>
                <a:ea typeface="Pretendard"/>
                <a:cs typeface="Pretendard"/>
              </a:defRPr>
            </a:pPr>
            <a:r>
              <a:rPr sz="1650" b="1">
                <a:solidFill>
                  <a:srgbClr val="183E35"/>
                </a:solidFill>
                <a:latin typeface="Pretendard"/>
                <a:ea typeface="Pretendard"/>
                <a:cs typeface="Pretendard"/>
              </a:rPr>
              <a:t>잔액 합계 일치</a:t>
            </a:r>
          </a:p>
        </p:txBody>
      </p:sp>
    </p:spTree>
    <p:extLst>
      <p:ext uri="{BB962C8B-B14F-4D97-AF65-F5344CB8AC3E}">
        <p14:creationId xmlns:p14="http://schemas.microsoft.com/office/powerpoint/2010/main" val="1358260990"/>
      </p:ext>
    </p:extLst>
  </p:cSld>
</p:sld>
</file>

<file path=ppt/slides/slide27.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35" name="27">
            <a:extLst xmlns:a="http://schemas.openxmlformats.org/drawingml/2006/main">
              <a:ext uri="{FF2B5EF4-FFF2-40B4-BE49-F238E27FC236}">
                <a16:creationId xmlns:a16="http://schemas.microsoft.com/office/drawing/2014/main" id="{9FD2C6C1-B736-4904-8AE2-699BAF4AE0B2}"/>
              </a:ext>
            </a:extLst>
          </p:cNvPr>
          <p:cNvSpPr>
            <a:spLocks xmlns:a="http://schemas.openxmlformats.org/drawingml/2006/main" noGrp="1"/>
          </p:cNvSpPr>
          <p:nvPr/>
        </p:nvSpPr>
        <p:spPr>
          <a:xfrm xmlns:a="http://schemas.openxmlformats.org/drawingml/2006/main">
            <a:off x="8534400" y="4781550"/>
            <a:ext cx="295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75" b="0">
                <a:solidFill>
                  <a:srgbClr val="687568"/>
                </a:solidFill>
                <a:latin typeface="Pretendard"/>
                <a:ea typeface="Pretendard"/>
                <a:cs typeface="Pretendard"/>
              </a:defRPr>
            </a:defPPr>
          </a:lstStyle>
          <a:p xmlns:a="http://schemas.openxmlformats.org/drawingml/2006/main">
            <a:pPr algn="r">
              <a:defRPr sz="975" b="0">
                <a:solidFill>
                  <a:srgbClr val="687568"/>
                </a:solidFill>
                <a:latin typeface="Pretendard"/>
                <a:ea typeface="Pretendard"/>
                <a:cs typeface="Pretendard"/>
              </a:defRPr>
            </a:pPr>
            <a:r>
              <a:rPr sz="975" b="0">
                <a:solidFill>
                  <a:srgbClr val="687568"/>
                </a:solidFill>
                <a:latin typeface="Pretendard"/>
                <a:ea typeface="Pretendard"/>
                <a:cs typeface="Pretendard"/>
              </a:rPr>
              <a:t>27</a:t>
            </a:r>
          </a:p>
        </p:txBody>
      </p:sp>
      <p:sp>
        <p:nvSpPr>
          <p:cNvPr id="2" name="AI도 인정하는 부분">
            <a:extLst xmlns:a="http://schemas.openxmlformats.org/drawingml/2006/main">
              <a:ext uri="{FF2B5EF4-FFF2-40B4-BE49-F238E27FC236}">
                <a16:creationId xmlns:a16="http://schemas.microsoft.com/office/drawing/2014/main" id="{B4FA45DB-E589-4256-A144-3C9E883C7E76}"/>
              </a:ext>
            </a:extLst>
          </p:cNvPr>
          <p:cNvSpPr>
            <a:spLocks xmlns:a="http://schemas.openxmlformats.org/drawingml/2006/main" noGrp="1"/>
          </p:cNvSpPr>
          <p:nvPr/>
        </p:nvSpPr>
        <p:spPr>
          <a:xfrm xmlns:a="http://schemas.openxmlformats.org/drawingml/2006/main">
            <a:off x="476250" y="419100"/>
            <a:ext cx="64579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00" b="1">
                <a:solidFill>
                  <a:srgbClr val="183E35"/>
                </a:solidFill>
                <a:latin typeface="SUIT"/>
                <a:ea typeface="SUIT"/>
                <a:cs typeface="SUIT"/>
              </a:defRPr>
            </a:defPPr>
          </a:lstStyle>
          <a:p xmlns:a="http://schemas.openxmlformats.org/drawingml/2006/main">
            <a:pPr algn="l">
              <a:defRPr sz="3000" b="1">
                <a:solidFill>
                  <a:srgbClr val="183E35"/>
                </a:solidFill>
                <a:latin typeface="SUIT"/>
                <a:ea typeface="SUIT"/>
                <a:cs typeface="SUIT"/>
              </a:defRPr>
            </a:pPr>
            <a:r>
              <a:rPr sz="3000" b="1">
                <a:solidFill>
                  <a:srgbClr val="183E35"/>
                </a:solidFill>
                <a:latin typeface="SUIT"/>
                <a:ea typeface="SUIT"/>
                <a:cs typeface="SUIT"/>
              </a:rPr>
              <a:t>AI도 인정하는 부분</a:t>
            </a:r>
          </a:p>
        </p:txBody>
      </p:sp>
      <p:sp>
        <p:nvSpPr>
          <p:cNvPr id="3" name="★ 4.5">
            <a:extLst xmlns:a="http://schemas.openxmlformats.org/drawingml/2006/main">
              <a:ext uri="{FF2B5EF4-FFF2-40B4-BE49-F238E27FC236}">
                <a16:creationId xmlns:a16="http://schemas.microsoft.com/office/drawing/2014/main" id="{67BE1BED-2B62-429E-B935-A14608FFE7F2}"/>
              </a:ext>
            </a:extLst>
          </p:cNvPr>
          <p:cNvSpPr>
            <a:spLocks xmlns:a="http://schemas.openxmlformats.org/drawingml/2006/main" noGrp="1"/>
          </p:cNvSpPr>
          <p:nvPr/>
        </p:nvSpPr>
        <p:spPr>
          <a:xfrm xmlns:a="http://schemas.openxmlformats.org/drawingml/2006/main">
            <a:off x="7439025" y="371475"/>
            <a:ext cx="12668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2850" b="1">
                <a:solidFill>
                  <a:srgbClr val="567D89"/>
                </a:solidFill>
                <a:latin typeface="SUIT"/>
                <a:ea typeface="SUIT"/>
                <a:cs typeface="SUIT"/>
              </a:defRPr>
            </a:defPPr>
          </a:lstStyle>
          <a:p xmlns:a="http://schemas.openxmlformats.org/drawingml/2006/main">
            <a:pPr algn="r">
              <a:defRPr sz="2850" b="1">
                <a:solidFill>
                  <a:srgbClr val="567D89"/>
                </a:solidFill>
                <a:latin typeface="SUIT"/>
                <a:ea typeface="SUIT"/>
                <a:cs typeface="SUIT"/>
              </a:defRPr>
            </a:pPr>
            <a:r>
              <a:rPr sz="2850" b="1">
                <a:solidFill>
                  <a:srgbClr val="567D89"/>
                </a:solidFill>
                <a:latin typeface="SUIT"/>
                <a:ea typeface="SUIT"/>
                <a:cs typeface="SUIT"/>
              </a:rPr>
              <a:t>★ 4.5</a:t>
            </a:r>
          </a:p>
        </p:txBody>
      </p:sp>
      <p:sp>
        <p:nvSpPr>
          <p:cNvPr id="4" name="6개 리뷰 평균">
            <a:extLst xmlns:a="http://schemas.openxmlformats.org/drawingml/2006/main">
              <a:ext uri="{FF2B5EF4-FFF2-40B4-BE49-F238E27FC236}">
                <a16:creationId xmlns:a16="http://schemas.microsoft.com/office/drawing/2014/main" id="{0B4823CF-8BFB-4951-A3F3-45428A4D5AB7}"/>
              </a:ext>
            </a:extLst>
          </p:cNvPr>
          <p:cNvSpPr>
            <a:spLocks xmlns:a="http://schemas.openxmlformats.org/drawingml/2006/main" noGrp="1"/>
          </p:cNvSpPr>
          <p:nvPr/>
        </p:nvSpPr>
        <p:spPr>
          <a:xfrm xmlns:a="http://schemas.openxmlformats.org/drawingml/2006/main">
            <a:off x="6800850" y="942975"/>
            <a:ext cx="18859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050">
                <a:solidFill>
                  <a:srgbClr val="687568"/>
                </a:solidFill>
                <a:latin typeface="SUIT"/>
                <a:ea typeface="SUIT"/>
                <a:cs typeface="SUIT"/>
              </a:defRPr>
            </a:defPPr>
          </a:lstStyle>
          <a:p xmlns:a="http://schemas.openxmlformats.org/drawingml/2006/main">
            <a:pPr algn="r">
              <a:defRPr sz="1050">
                <a:solidFill>
                  <a:srgbClr val="687568"/>
                </a:solidFill>
                <a:latin typeface="SUIT"/>
                <a:ea typeface="SUIT"/>
                <a:cs typeface="SUIT"/>
              </a:defRPr>
            </a:pPr>
            <a:r>
              <a:rPr sz="1050">
                <a:solidFill>
                  <a:srgbClr val="687568"/>
                </a:solidFill>
                <a:latin typeface="SUIT"/>
                <a:ea typeface="SUIT"/>
                <a:cs typeface="SUIT"/>
              </a:rPr>
              <a:t>6개 리뷰 평균</a:t>
            </a:r>
          </a:p>
        </p:txBody>
      </p:sp>
      <p:sp>
        <p:nvSpPr>
          <p:cNvPr id="5" name="">
            <a:extLst xmlns:a="http://schemas.openxmlformats.org/drawingml/2006/main">
              <a:ext uri="{FF2B5EF4-FFF2-40B4-BE49-F238E27FC236}">
                <a16:creationId xmlns:a16="http://schemas.microsoft.com/office/drawing/2014/main" id="{D3A9ADAE-7F09-4562-8DF2-C41E1B49F1DC}"/>
              </a:ext>
            </a:extLst>
          </p:cNvPr>
          <p:cNvSpPr>
            <a:spLocks xmlns:a="http://schemas.openxmlformats.org/drawingml/2006/main" noGrp="1"/>
          </p:cNvSpPr>
          <p:nvPr/>
        </p:nvSpPr>
        <p:spPr>
          <a:xfrm xmlns:a="http://schemas.openxmlformats.org/drawingml/2006/main">
            <a:off x="495300" y="1295400"/>
            <a:ext cx="2609850" cy="1638300"/>
          </a:xfrm>
          <a:prstGeom xmlns:a="http://schemas.openxmlformats.org/drawingml/2006/main" prst="roundRect">
            <a:avLst>
              <a:gd name="adj" fmla="val 3488"/>
            </a:avLst>
          </a:prstGeom>
          <a:solidFill xmlns:a="http://schemas.openxmlformats.org/drawingml/2006/main">
            <a:srgbClr val="FFFFFF"/>
          </a:solidFill>
          <a:ln xmlns:a="http://schemas.openxmlformats.org/drawingml/2006/main" w="6668">
            <a:solidFill>
              <a:srgbClr val="D9E1E3"/>
            </a:solidFill>
          </a:ln>
        </p:spPr>
      </p:sp>
      <p:sp>
        <p:nvSpPr>
          <p:cNvPr id="6" name="★ 5.0">
            <a:extLst xmlns:a="http://schemas.openxmlformats.org/drawingml/2006/main">
              <a:ext uri="{FF2B5EF4-FFF2-40B4-BE49-F238E27FC236}">
                <a16:creationId xmlns:a16="http://schemas.microsoft.com/office/drawing/2014/main" id="{4D2EBC67-E882-4811-86FB-4EA2320110A9}"/>
              </a:ext>
            </a:extLst>
          </p:cNvPr>
          <p:cNvSpPr>
            <a:spLocks xmlns:a="http://schemas.openxmlformats.org/drawingml/2006/main" noGrp="1"/>
          </p:cNvSpPr>
          <p:nvPr/>
        </p:nvSpPr>
        <p:spPr>
          <a:xfrm xmlns:a="http://schemas.openxmlformats.org/drawingml/2006/main">
            <a:off x="657225" y="1409700"/>
            <a:ext cx="228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1">
                <a:solidFill>
                  <a:srgbClr val="567D89"/>
                </a:solidFill>
                <a:latin typeface="SUIT"/>
                <a:ea typeface="SUIT"/>
                <a:cs typeface="SUIT"/>
              </a:defRPr>
            </a:defPPr>
          </a:lstStyle>
          <a:p xmlns:a="http://schemas.openxmlformats.org/drawingml/2006/main">
            <a:pPr algn="l">
              <a:defRPr sz="1950" b="1">
                <a:solidFill>
                  <a:srgbClr val="567D89"/>
                </a:solidFill>
                <a:latin typeface="SUIT"/>
                <a:ea typeface="SUIT"/>
                <a:cs typeface="SUIT"/>
              </a:defRPr>
            </a:pPr>
            <a:r>
              <a:rPr sz="1950" b="1">
                <a:solidFill>
                  <a:srgbClr val="567D89"/>
                </a:solidFill>
                <a:latin typeface="SUIT"/>
                <a:ea typeface="SUIT"/>
                <a:cs typeface="SUIT"/>
              </a:rPr>
              <a:t>★ 5.0</a:t>
            </a:r>
          </a:p>
        </p:txBody>
      </p:sp>
      <p:sp>
        <p:nvSpPr>
          <p:cNvPr id="7" name="“명부랑 전화 안내, 회의록이 한곳에서 이어지니 가게 문 닫고 같은 내용을 다시 옮겨 적을 일이 줄겠어요.”">
            <a:extLst xmlns:a="http://schemas.openxmlformats.org/drawingml/2006/main">
              <a:ext uri="{FF2B5EF4-FFF2-40B4-BE49-F238E27FC236}">
                <a16:creationId xmlns:a16="http://schemas.microsoft.com/office/drawing/2014/main" id="{E41A75DE-4FC9-4F84-8DA0-8B7794AFD4CC}"/>
              </a:ext>
            </a:extLst>
          </p:cNvPr>
          <p:cNvSpPr>
            <a:spLocks xmlns:a="http://schemas.openxmlformats.org/drawingml/2006/main" noGrp="1"/>
          </p:cNvSpPr>
          <p:nvPr/>
        </p:nvSpPr>
        <p:spPr>
          <a:xfrm xmlns:a="http://schemas.openxmlformats.org/drawingml/2006/main">
            <a:off x="657225" y="1790700"/>
            <a:ext cx="2286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13">
                <a:solidFill>
                  <a:srgbClr val="354B50"/>
                </a:solidFill>
                <a:latin typeface="SUIT"/>
                <a:ea typeface="SUIT"/>
                <a:cs typeface="SUIT"/>
              </a:defRPr>
            </a:defPPr>
          </a:lstStyle>
          <a:p xmlns:a="http://schemas.openxmlformats.org/drawingml/2006/main">
            <a:pPr algn="l">
              <a:defRPr sz="1313">
                <a:solidFill>
                  <a:srgbClr val="354B50"/>
                </a:solidFill>
                <a:latin typeface="SUIT"/>
                <a:ea typeface="SUIT"/>
                <a:cs typeface="SUIT"/>
              </a:defRPr>
            </a:pPr>
            <a:r>
              <a:rPr sz="1313">
                <a:solidFill>
                  <a:srgbClr val="354B50"/>
                </a:solidFill>
                <a:latin typeface="SUIT"/>
                <a:ea typeface="SUIT"/>
                <a:cs typeface="SUIT"/>
              </a:rPr>
              <a:t>“명부랑 전화 안내, 회의록이</a:t>
            </a:r>
          </a:p>
          <a:p xmlns:a="http://schemas.openxmlformats.org/drawingml/2006/main">
            <a:pPr algn="l">
              <a:defRPr sz="1313">
                <a:solidFill>
                  <a:srgbClr val="354B50"/>
                </a:solidFill>
                <a:latin typeface="SUIT"/>
                <a:ea typeface="SUIT"/>
                <a:cs typeface="SUIT"/>
              </a:defRPr>
            </a:pPr>
            <a:r>
              <a:rPr sz="1313">
                <a:solidFill>
                  <a:srgbClr val="354B50"/>
                </a:solidFill>
                <a:latin typeface="SUIT"/>
                <a:ea typeface="SUIT"/>
                <a:cs typeface="SUIT"/>
              </a:rPr>
              <a:t>한곳에서 이어지니 가게 문 닫고</a:t>
            </a:r>
          </a:p>
          <a:p xmlns:a="http://schemas.openxmlformats.org/drawingml/2006/main">
            <a:pPr algn="l">
              <a:defRPr sz="1313">
                <a:solidFill>
                  <a:srgbClr val="354B50"/>
                </a:solidFill>
                <a:latin typeface="SUIT"/>
                <a:ea typeface="SUIT"/>
                <a:cs typeface="SUIT"/>
              </a:defRPr>
            </a:pPr>
            <a:r>
              <a:rPr sz="1313">
                <a:solidFill>
                  <a:srgbClr val="354B50"/>
                </a:solidFill>
                <a:latin typeface="SUIT"/>
                <a:ea typeface="SUIT"/>
                <a:cs typeface="SUIT"/>
              </a:rPr>
              <a:t>같은 내용을 다시 옮겨 적을 일이</a:t>
            </a:r>
          </a:p>
          <a:p xmlns:a="http://schemas.openxmlformats.org/drawingml/2006/main">
            <a:pPr algn="l">
              <a:defRPr sz="1313">
                <a:solidFill>
                  <a:srgbClr val="354B50"/>
                </a:solidFill>
                <a:latin typeface="SUIT"/>
                <a:ea typeface="SUIT"/>
                <a:cs typeface="SUIT"/>
              </a:defRPr>
            </a:pPr>
            <a:r>
              <a:rPr sz="1313">
                <a:solidFill>
                  <a:srgbClr val="354B50"/>
                </a:solidFill>
                <a:latin typeface="SUIT"/>
                <a:ea typeface="SUIT"/>
                <a:cs typeface="SUIT"/>
              </a:rPr>
              <a:t>줄겠어요.”</a:t>
            </a:r>
          </a:p>
        </p:txBody>
      </p:sp>
      <p:sp>
        <p:nvSpPr>
          <p:cNvPr id="8" name="이정호">
            <a:extLst xmlns:a="http://schemas.openxmlformats.org/drawingml/2006/main">
              <a:ext uri="{FF2B5EF4-FFF2-40B4-BE49-F238E27FC236}">
                <a16:creationId xmlns:a16="http://schemas.microsoft.com/office/drawing/2014/main" id="{9487E279-F068-42A1-B4BF-1950321202FF}"/>
              </a:ext>
            </a:extLst>
          </p:cNvPr>
          <p:cNvSpPr>
            <a:spLocks xmlns:a="http://schemas.openxmlformats.org/drawingml/2006/main" noGrp="1"/>
          </p:cNvSpPr>
          <p:nvPr/>
        </p:nvSpPr>
        <p:spPr>
          <a:xfrm xmlns:a="http://schemas.openxmlformats.org/drawingml/2006/main">
            <a:off x="657225" y="2647950"/>
            <a:ext cx="809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88">
                <a:solidFill>
                  <a:srgbClr val="173F49"/>
                </a:solidFill>
                <a:latin typeface="SUIT SemiBold"/>
                <a:ea typeface="SUIT SemiBold"/>
                <a:cs typeface="SUIT SemiBold"/>
              </a:defRPr>
            </a:defPPr>
          </a:lstStyle>
          <a:p xmlns:a="http://schemas.openxmlformats.org/drawingml/2006/main">
            <a:pPr algn="l">
              <a:defRPr sz="1388">
                <a:solidFill>
                  <a:srgbClr val="173F49"/>
                </a:solidFill>
                <a:latin typeface="SUIT SemiBold"/>
                <a:ea typeface="SUIT SemiBold"/>
                <a:cs typeface="SUIT SemiBold"/>
              </a:defRPr>
            </a:pPr>
            <a:r>
              <a:rPr sz="1388">
                <a:solidFill>
                  <a:srgbClr val="173F49"/>
                </a:solidFill>
                <a:latin typeface="SUIT SemiBold"/>
                <a:ea typeface="SUIT SemiBold"/>
                <a:cs typeface="SUIT SemiBold"/>
              </a:rPr>
              <a:t>이정호</a:t>
            </a:r>
          </a:p>
        </p:txBody>
      </p:sp>
      <p:sp>
        <p:nvSpPr>
          <p:cNvPr id="9" name="59세 · 총무">
            <a:extLst xmlns:a="http://schemas.openxmlformats.org/drawingml/2006/main">
              <a:ext uri="{FF2B5EF4-FFF2-40B4-BE49-F238E27FC236}">
                <a16:creationId xmlns:a16="http://schemas.microsoft.com/office/drawing/2014/main" id="{8FDD8CC1-0875-4503-88E5-F0CFEB196CFC}"/>
              </a:ext>
            </a:extLst>
          </p:cNvPr>
          <p:cNvSpPr>
            <a:spLocks xmlns:a="http://schemas.openxmlformats.org/drawingml/2006/main" noGrp="1"/>
          </p:cNvSpPr>
          <p:nvPr/>
        </p:nvSpPr>
        <p:spPr>
          <a:xfrm xmlns:a="http://schemas.openxmlformats.org/drawingml/2006/main">
            <a:off x="1457325" y="2686050"/>
            <a:ext cx="1476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38">
                <a:solidFill>
                  <a:srgbClr val="687568"/>
                </a:solidFill>
                <a:latin typeface="SUIT"/>
                <a:ea typeface="SUIT"/>
                <a:cs typeface="SUIT"/>
              </a:defRPr>
            </a:defPPr>
          </a:lstStyle>
          <a:p xmlns:a="http://schemas.openxmlformats.org/drawingml/2006/main">
            <a:pPr algn="r">
              <a:defRPr sz="938">
                <a:solidFill>
                  <a:srgbClr val="687568"/>
                </a:solidFill>
                <a:latin typeface="SUIT"/>
                <a:ea typeface="SUIT"/>
                <a:cs typeface="SUIT"/>
              </a:defRPr>
            </a:pPr>
            <a:r>
              <a:rPr sz="938">
                <a:solidFill>
                  <a:srgbClr val="687568"/>
                </a:solidFill>
                <a:latin typeface="SUIT"/>
                <a:ea typeface="SUIT"/>
                <a:cs typeface="SUIT"/>
              </a:rPr>
              <a:t>59세 · 총무</a:t>
            </a:r>
          </a:p>
        </p:txBody>
      </p:sp>
      <p:sp>
        <p:nvSpPr>
          <p:cNvPr id="10" name="">
            <a:extLst xmlns:a="http://schemas.openxmlformats.org/drawingml/2006/main">
              <a:ext uri="{FF2B5EF4-FFF2-40B4-BE49-F238E27FC236}">
                <a16:creationId xmlns:a16="http://schemas.microsoft.com/office/drawing/2014/main" id="{8D806A73-DBEF-4F81-AC4E-E6C28A29FE8C}"/>
              </a:ext>
            </a:extLst>
          </p:cNvPr>
          <p:cNvSpPr>
            <a:spLocks xmlns:a="http://schemas.openxmlformats.org/drawingml/2006/main" noGrp="1"/>
          </p:cNvSpPr>
          <p:nvPr/>
        </p:nvSpPr>
        <p:spPr>
          <a:xfrm xmlns:a="http://schemas.openxmlformats.org/drawingml/2006/main">
            <a:off x="3276600" y="1295400"/>
            <a:ext cx="2609850" cy="1638300"/>
          </a:xfrm>
          <a:prstGeom xmlns:a="http://schemas.openxmlformats.org/drawingml/2006/main" prst="roundRect">
            <a:avLst>
              <a:gd name="adj" fmla="val 3488"/>
            </a:avLst>
          </a:prstGeom>
          <a:solidFill xmlns:a="http://schemas.openxmlformats.org/drawingml/2006/main">
            <a:srgbClr val="FFFFFF"/>
          </a:solidFill>
          <a:ln xmlns:a="http://schemas.openxmlformats.org/drawingml/2006/main" w="6668">
            <a:solidFill>
              <a:srgbClr val="D9E1E3"/>
            </a:solidFill>
          </a:ln>
        </p:spPr>
      </p:sp>
      <p:sp>
        <p:nvSpPr>
          <p:cNvPr id="11" name="★ 4.5">
            <a:extLst xmlns:a="http://schemas.openxmlformats.org/drawingml/2006/main">
              <a:ext uri="{FF2B5EF4-FFF2-40B4-BE49-F238E27FC236}">
                <a16:creationId xmlns:a16="http://schemas.microsoft.com/office/drawing/2014/main" id="{963E376F-A655-4277-8A57-4A2345BC3594}"/>
              </a:ext>
            </a:extLst>
          </p:cNvPr>
          <p:cNvSpPr>
            <a:spLocks xmlns:a="http://schemas.openxmlformats.org/drawingml/2006/main" noGrp="1"/>
          </p:cNvSpPr>
          <p:nvPr/>
        </p:nvSpPr>
        <p:spPr>
          <a:xfrm xmlns:a="http://schemas.openxmlformats.org/drawingml/2006/main">
            <a:off x="3438525" y="1409700"/>
            <a:ext cx="228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1">
                <a:solidFill>
                  <a:srgbClr val="567D89"/>
                </a:solidFill>
                <a:latin typeface="SUIT"/>
                <a:ea typeface="SUIT"/>
                <a:cs typeface="SUIT"/>
              </a:defRPr>
            </a:defPPr>
          </a:lstStyle>
          <a:p xmlns:a="http://schemas.openxmlformats.org/drawingml/2006/main">
            <a:pPr algn="l">
              <a:defRPr sz="1950" b="1">
                <a:solidFill>
                  <a:srgbClr val="567D89"/>
                </a:solidFill>
                <a:latin typeface="SUIT"/>
                <a:ea typeface="SUIT"/>
                <a:cs typeface="SUIT"/>
              </a:defRPr>
            </a:pPr>
            <a:r>
              <a:rPr sz="1950" b="1">
                <a:solidFill>
                  <a:srgbClr val="567D89"/>
                </a:solidFill>
                <a:latin typeface="SUIT"/>
                <a:ea typeface="SUIT"/>
                <a:cs typeface="SUIT"/>
              </a:rPr>
              <a:t>★ 4.5</a:t>
            </a:r>
          </a:p>
        </p:txBody>
      </p:sp>
      <p:sp>
        <p:nvSpPr>
          <p:cNvPr id="12" name="“어떤 근거로 결정했는지 다음 회장에게도 보여줄 수 있어 든든한데, 처음 익힐 때는 도움이 좀 필요하겠어요.”">
            <a:extLst xmlns:a="http://schemas.openxmlformats.org/drawingml/2006/main">
              <a:ext uri="{FF2B5EF4-FFF2-40B4-BE49-F238E27FC236}">
                <a16:creationId xmlns:a16="http://schemas.microsoft.com/office/drawing/2014/main" id="{D8CE2749-F0E1-4C97-8590-5316A7F2BBC9}"/>
              </a:ext>
            </a:extLst>
          </p:cNvPr>
          <p:cNvSpPr>
            <a:spLocks xmlns:a="http://schemas.openxmlformats.org/drawingml/2006/main" noGrp="1"/>
          </p:cNvSpPr>
          <p:nvPr/>
        </p:nvSpPr>
        <p:spPr>
          <a:xfrm xmlns:a="http://schemas.openxmlformats.org/drawingml/2006/main">
            <a:off x="3438525" y="1790700"/>
            <a:ext cx="2286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13">
                <a:solidFill>
                  <a:srgbClr val="354B50"/>
                </a:solidFill>
                <a:latin typeface="SUIT"/>
                <a:ea typeface="SUIT"/>
                <a:cs typeface="SUIT"/>
              </a:defRPr>
            </a:defPPr>
          </a:lstStyle>
          <a:p xmlns:a="http://schemas.openxmlformats.org/drawingml/2006/main">
            <a:pPr algn="l">
              <a:defRPr sz="1313">
                <a:solidFill>
                  <a:srgbClr val="354B50"/>
                </a:solidFill>
                <a:latin typeface="SUIT"/>
                <a:ea typeface="SUIT"/>
                <a:cs typeface="SUIT"/>
              </a:defRPr>
            </a:pPr>
            <a:r>
              <a:rPr sz="1313">
                <a:solidFill>
                  <a:srgbClr val="354B50"/>
                </a:solidFill>
                <a:latin typeface="SUIT"/>
                <a:ea typeface="SUIT"/>
                <a:cs typeface="SUIT"/>
              </a:rPr>
              <a:t>“어떤 근거로 결정했는지 다음</a:t>
            </a:r>
          </a:p>
          <a:p xmlns:a="http://schemas.openxmlformats.org/drawingml/2006/main">
            <a:pPr algn="l">
              <a:defRPr sz="1313">
                <a:solidFill>
                  <a:srgbClr val="354B50"/>
                </a:solidFill>
                <a:latin typeface="SUIT"/>
                <a:ea typeface="SUIT"/>
                <a:cs typeface="SUIT"/>
              </a:defRPr>
            </a:pPr>
            <a:r>
              <a:rPr sz="1313">
                <a:solidFill>
                  <a:srgbClr val="354B50"/>
                </a:solidFill>
                <a:latin typeface="SUIT"/>
                <a:ea typeface="SUIT"/>
                <a:cs typeface="SUIT"/>
              </a:rPr>
              <a:t>회장에게도 보여줄 수 있어</a:t>
            </a:r>
          </a:p>
          <a:p xmlns:a="http://schemas.openxmlformats.org/drawingml/2006/main">
            <a:pPr algn="l">
              <a:defRPr sz="1313">
                <a:solidFill>
                  <a:srgbClr val="354B50"/>
                </a:solidFill>
                <a:latin typeface="SUIT"/>
                <a:ea typeface="SUIT"/>
                <a:cs typeface="SUIT"/>
              </a:defRPr>
            </a:pPr>
            <a:r>
              <a:rPr sz="1313">
                <a:solidFill>
                  <a:srgbClr val="354B50"/>
                </a:solidFill>
                <a:latin typeface="SUIT"/>
                <a:ea typeface="SUIT"/>
                <a:cs typeface="SUIT"/>
              </a:rPr>
              <a:t>든든한데, 처음 익힐 때는 도움이 좀</a:t>
            </a:r>
          </a:p>
          <a:p xmlns:a="http://schemas.openxmlformats.org/drawingml/2006/main">
            <a:pPr algn="l">
              <a:defRPr sz="1313">
                <a:solidFill>
                  <a:srgbClr val="354B50"/>
                </a:solidFill>
                <a:latin typeface="SUIT"/>
                <a:ea typeface="SUIT"/>
                <a:cs typeface="SUIT"/>
              </a:defRPr>
            </a:pPr>
            <a:r>
              <a:rPr sz="1313">
                <a:solidFill>
                  <a:srgbClr val="354B50"/>
                </a:solidFill>
                <a:latin typeface="SUIT"/>
                <a:ea typeface="SUIT"/>
                <a:cs typeface="SUIT"/>
              </a:rPr>
              <a:t>필요하겠어요.”</a:t>
            </a:r>
          </a:p>
        </p:txBody>
      </p:sp>
      <p:sp>
        <p:nvSpPr>
          <p:cNvPr id="13" name="이영수">
            <a:extLst xmlns:a="http://schemas.openxmlformats.org/drawingml/2006/main">
              <a:ext uri="{FF2B5EF4-FFF2-40B4-BE49-F238E27FC236}">
                <a16:creationId xmlns:a16="http://schemas.microsoft.com/office/drawing/2014/main" id="{D0E19878-608E-4FE5-91C0-7C82128306B2}"/>
              </a:ext>
            </a:extLst>
          </p:cNvPr>
          <p:cNvSpPr>
            <a:spLocks xmlns:a="http://schemas.openxmlformats.org/drawingml/2006/main" noGrp="1"/>
          </p:cNvSpPr>
          <p:nvPr/>
        </p:nvSpPr>
        <p:spPr>
          <a:xfrm xmlns:a="http://schemas.openxmlformats.org/drawingml/2006/main">
            <a:off x="3438525" y="2647950"/>
            <a:ext cx="809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88">
                <a:solidFill>
                  <a:srgbClr val="173F49"/>
                </a:solidFill>
                <a:latin typeface="SUIT SemiBold"/>
                <a:ea typeface="SUIT SemiBold"/>
                <a:cs typeface="SUIT SemiBold"/>
              </a:defRPr>
            </a:defPPr>
          </a:lstStyle>
          <a:p xmlns:a="http://schemas.openxmlformats.org/drawingml/2006/main">
            <a:pPr algn="l">
              <a:defRPr sz="1388">
                <a:solidFill>
                  <a:srgbClr val="173F49"/>
                </a:solidFill>
                <a:latin typeface="SUIT SemiBold"/>
                <a:ea typeface="SUIT SemiBold"/>
                <a:cs typeface="SUIT SemiBold"/>
              </a:defRPr>
            </a:pPr>
            <a:r>
              <a:rPr sz="1388">
                <a:solidFill>
                  <a:srgbClr val="173F49"/>
                </a:solidFill>
                <a:latin typeface="SUIT SemiBold"/>
                <a:ea typeface="SUIT SemiBold"/>
                <a:cs typeface="SUIT SemiBold"/>
              </a:rPr>
              <a:t>이영수</a:t>
            </a:r>
          </a:p>
        </p:txBody>
      </p:sp>
      <p:sp>
        <p:nvSpPr>
          <p:cNvPr id="14" name="74세 · 회장">
            <a:extLst xmlns:a="http://schemas.openxmlformats.org/drawingml/2006/main">
              <a:ext uri="{FF2B5EF4-FFF2-40B4-BE49-F238E27FC236}">
                <a16:creationId xmlns:a16="http://schemas.microsoft.com/office/drawing/2014/main" id="{F7E19DAB-9F0E-471E-A8ED-1952CC407F14}"/>
              </a:ext>
            </a:extLst>
          </p:cNvPr>
          <p:cNvSpPr>
            <a:spLocks xmlns:a="http://schemas.openxmlformats.org/drawingml/2006/main" noGrp="1"/>
          </p:cNvSpPr>
          <p:nvPr/>
        </p:nvSpPr>
        <p:spPr>
          <a:xfrm xmlns:a="http://schemas.openxmlformats.org/drawingml/2006/main">
            <a:off x="4238625" y="2686050"/>
            <a:ext cx="1476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38">
                <a:solidFill>
                  <a:srgbClr val="687568"/>
                </a:solidFill>
                <a:latin typeface="SUIT"/>
                <a:ea typeface="SUIT"/>
                <a:cs typeface="SUIT"/>
              </a:defRPr>
            </a:defPPr>
          </a:lstStyle>
          <a:p xmlns:a="http://schemas.openxmlformats.org/drawingml/2006/main">
            <a:pPr algn="r">
              <a:defRPr sz="938">
                <a:solidFill>
                  <a:srgbClr val="687568"/>
                </a:solidFill>
                <a:latin typeface="SUIT"/>
                <a:ea typeface="SUIT"/>
                <a:cs typeface="SUIT"/>
              </a:defRPr>
            </a:pPr>
            <a:r>
              <a:rPr sz="938">
                <a:solidFill>
                  <a:srgbClr val="687568"/>
                </a:solidFill>
                <a:latin typeface="SUIT"/>
                <a:ea typeface="SUIT"/>
                <a:cs typeface="SUIT"/>
              </a:rPr>
              <a:t>74세 · 회장</a:t>
            </a:r>
          </a:p>
        </p:txBody>
      </p:sp>
      <p:sp>
        <p:nvSpPr>
          <p:cNvPr id="15" name="">
            <a:extLst xmlns:a="http://schemas.openxmlformats.org/drawingml/2006/main">
              <a:ext uri="{FF2B5EF4-FFF2-40B4-BE49-F238E27FC236}">
                <a16:creationId xmlns:a16="http://schemas.microsoft.com/office/drawing/2014/main" id="{585A8B4C-6952-4B2A-85D1-552FC9233C9E}"/>
              </a:ext>
            </a:extLst>
          </p:cNvPr>
          <p:cNvSpPr>
            <a:spLocks xmlns:a="http://schemas.openxmlformats.org/drawingml/2006/main" noGrp="1"/>
          </p:cNvSpPr>
          <p:nvPr/>
        </p:nvSpPr>
        <p:spPr>
          <a:xfrm xmlns:a="http://schemas.openxmlformats.org/drawingml/2006/main">
            <a:off x="6057900" y="1295400"/>
            <a:ext cx="2609850" cy="1638300"/>
          </a:xfrm>
          <a:prstGeom xmlns:a="http://schemas.openxmlformats.org/drawingml/2006/main" prst="roundRect">
            <a:avLst>
              <a:gd name="adj" fmla="val 3488"/>
            </a:avLst>
          </a:prstGeom>
          <a:solidFill xmlns:a="http://schemas.openxmlformats.org/drawingml/2006/main">
            <a:srgbClr val="FFFFFF"/>
          </a:solidFill>
          <a:ln xmlns:a="http://schemas.openxmlformats.org/drawingml/2006/main" w="6668">
            <a:solidFill>
              <a:srgbClr val="D9E1E3"/>
            </a:solidFill>
          </a:ln>
        </p:spPr>
      </p:sp>
      <p:sp>
        <p:nvSpPr>
          <p:cNvPr id="16" name="★ 4.5">
            <a:extLst xmlns:a="http://schemas.openxmlformats.org/drawingml/2006/main">
              <a:ext uri="{FF2B5EF4-FFF2-40B4-BE49-F238E27FC236}">
                <a16:creationId xmlns:a16="http://schemas.microsoft.com/office/drawing/2014/main" id="{DEB85D7A-9364-4CF4-A5FD-C3145D1B6E5B}"/>
              </a:ext>
            </a:extLst>
          </p:cNvPr>
          <p:cNvSpPr>
            <a:spLocks xmlns:a="http://schemas.openxmlformats.org/drawingml/2006/main" noGrp="1"/>
          </p:cNvSpPr>
          <p:nvPr/>
        </p:nvSpPr>
        <p:spPr>
          <a:xfrm xmlns:a="http://schemas.openxmlformats.org/drawingml/2006/main">
            <a:off x="6219825" y="1409700"/>
            <a:ext cx="228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1">
                <a:solidFill>
                  <a:srgbClr val="567D89"/>
                </a:solidFill>
                <a:latin typeface="SUIT"/>
                <a:ea typeface="SUIT"/>
                <a:cs typeface="SUIT"/>
              </a:defRPr>
            </a:defPPr>
          </a:lstStyle>
          <a:p xmlns:a="http://schemas.openxmlformats.org/drawingml/2006/main">
            <a:pPr algn="l">
              <a:defRPr sz="1950" b="1">
                <a:solidFill>
                  <a:srgbClr val="567D89"/>
                </a:solidFill>
                <a:latin typeface="SUIT"/>
                <a:ea typeface="SUIT"/>
                <a:cs typeface="SUIT"/>
              </a:defRPr>
            </a:pPr>
            <a:r>
              <a:rPr sz="1950" b="1">
                <a:solidFill>
                  <a:srgbClr val="567D89"/>
                </a:solidFill>
                <a:latin typeface="SUIT"/>
                <a:ea typeface="SUIT"/>
                <a:cs typeface="SUIT"/>
              </a:rPr>
              <a:t>★ 4.5</a:t>
            </a:r>
          </a:p>
        </p:txBody>
      </p:sp>
      <p:sp>
        <p:nvSpPr>
          <p:cNvPr id="17" name="“휴대폰으로 자료를 보고 참석 여부와 의견을 따로 남길 수 있으니, 회의에 못 가도 제 뜻은 전할 수 있겠어요.”">
            <a:extLst xmlns:a="http://schemas.openxmlformats.org/drawingml/2006/main">
              <a:ext uri="{FF2B5EF4-FFF2-40B4-BE49-F238E27FC236}">
                <a16:creationId xmlns:a16="http://schemas.microsoft.com/office/drawing/2014/main" id="{2E578ECC-7ED6-4AC5-AF58-DA2CF3C25756}"/>
              </a:ext>
            </a:extLst>
          </p:cNvPr>
          <p:cNvSpPr>
            <a:spLocks xmlns:a="http://schemas.openxmlformats.org/drawingml/2006/main" noGrp="1"/>
          </p:cNvSpPr>
          <p:nvPr/>
        </p:nvSpPr>
        <p:spPr>
          <a:xfrm xmlns:a="http://schemas.openxmlformats.org/drawingml/2006/main">
            <a:off x="6219825" y="1790700"/>
            <a:ext cx="2286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13">
                <a:solidFill>
                  <a:srgbClr val="354B50"/>
                </a:solidFill>
                <a:latin typeface="SUIT"/>
                <a:ea typeface="SUIT"/>
                <a:cs typeface="SUIT"/>
              </a:defRPr>
            </a:defPPr>
          </a:lstStyle>
          <a:p xmlns:a="http://schemas.openxmlformats.org/drawingml/2006/main">
            <a:pPr algn="l">
              <a:defRPr sz="1313">
                <a:solidFill>
                  <a:srgbClr val="354B50"/>
                </a:solidFill>
                <a:latin typeface="SUIT"/>
                <a:ea typeface="SUIT"/>
                <a:cs typeface="SUIT"/>
              </a:defRPr>
            </a:pPr>
            <a:r>
              <a:rPr sz="1313">
                <a:solidFill>
                  <a:srgbClr val="354B50"/>
                </a:solidFill>
                <a:latin typeface="SUIT"/>
                <a:ea typeface="SUIT"/>
                <a:cs typeface="SUIT"/>
              </a:rPr>
              <a:t>“휴대폰으로 자료를 보고 참석</a:t>
            </a:r>
          </a:p>
          <a:p xmlns:a="http://schemas.openxmlformats.org/drawingml/2006/main">
            <a:pPr algn="l">
              <a:defRPr sz="1313">
                <a:solidFill>
                  <a:srgbClr val="354B50"/>
                </a:solidFill>
                <a:latin typeface="SUIT"/>
                <a:ea typeface="SUIT"/>
                <a:cs typeface="SUIT"/>
              </a:defRPr>
            </a:pPr>
            <a:r>
              <a:rPr sz="1313">
                <a:solidFill>
                  <a:srgbClr val="354B50"/>
                </a:solidFill>
                <a:latin typeface="SUIT"/>
                <a:ea typeface="SUIT"/>
                <a:cs typeface="SUIT"/>
              </a:rPr>
              <a:t>여부와 의견을 따로 남길 수 있으니,</a:t>
            </a:r>
          </a:p>
          <a:p xmlns:a="http://schemas.openxmlformats.org/drawingml/2006/main">
            <a:pPr algn="l">
              <a:defRPr sz="1313">
                <a:solidFill>
                  <a:srgbClr val="354B50"/>
                </a:solidFill>
                <a:latin typeface="SUIT"/>
                <a:ea typeface="SUIT"/>
                <a:cs typeface="SUIT"/>
              </a:defRPr>
            </a:pPr>
            <a:r>
              <a:rPr sz="1313">
                <a:solidFill>
                  <a:srgbClr val="354B50"/>
                </a:solidFill>
                <a:latin typeface="SUIT"/>
                <a:ea typeface="SUIT"/>
                <a:cs typeface="SUIT"/>
              </a:rPr>
              <a:t>회의에 못 가도 제 뜻은 전할 수</a:t>
            </a:r>
          </a:p>
          <a:p xmlns:a="http://schemas.openxmlformats.org/drawingml/2006/main">
            <a:pPr algn="l">
              <a:defRPr sz="1313">
                <a:solidFill>
                  <a:srgbClr val="354B50"/>
                </a:solidFill>
                <a:latin typeface="SUIT"/>
                <a:ea typeface="SUIT"/>
                <a:cs typeface="SUIT"/>
              </a:defRPr>
            </a:pPr>
            <a:r>
              <a:rPr sz="1313">
                <a:solidFill>
                  <a:srgbClr val="354B50"/>
                </a:solidFill>
                <a:latin typeface="SUIT"/>
                <a:ea typeface="SUIT"/>
                <a:cs typeface="SUIT"/>
              </a:rPr>
              <a:t>있겠어요.”</a:t>
            </a:r>
          </a:p>
        </p:txBody>
      </p:sp>
      <p:sp>
        <p:nvSpPr>
          <p:cNvPr id="18" name="이서연">
            <a:extLst xmlns:a="http://schemas.openxmlformats.org/drawingml/2006/main">
              <a:ext uri="{FF2B5EF4-FFF2-40B4-BE49-F238E27FC236}">
                <a16:creationId xmlns:a16="http://schemas.microsoft.com/office/drawing/2014/main" id="{DDC3E61F-0FFD-457D-8DA7-1D486436170B}"/>
              </a:ext>
            </a:extLst>
          </p:cNvPr>
          <p:cNvSpPr>
            <a:spLocks xmlns:a="http://schemas.openxmlformats.org/drawingml/2006/main" noGrp="1"/>
          </p:cNvSpPr>
          <p:nvPr/>
        </p:nvSpPr>
        <p:spPr>
          <a:xfrm xmlns:a="http://schemas.openxmlformats.org/drawingml/2006/main">
            <a:off x="6219825" y="2647950"/>
            <a:ext cx="809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88">
                <a:solidFill>
                  <a:srgbClr val="173F49"/>
                </a:solidFill>
                <a:latin typeface="SUIT SemiBold"/>
                <a:ea typeface="SUIT SemiBold"/>
                <a:cs typeface="SUIT SemiBold"/>
              </a:defRPr>
            </a:defPPr>
          </a:lstStyle>
          <a:p xmlns:a="http://schemas.openxmlformats.org/drawingml/2006/main">
            <a:pPr algn="l">
              <a:defRPr sz="1388">
                <a:solidFill>
                  <a:srgbClr val="173F49"/>
                </a:solidFill>
                <a:latin typeface="SUIT SemiBold"/>
                <a:ea typeface="SUIT SemiBold"/>
                <a:cs typeface="SUIT SemiBold"/>
              </a:defRPr>
            </a:pPr>
            <a:r>
              <a:rPr sz="1388">
                <a:solidFill>
                  <a:srgbClr val="173F49"/>
                </a:solidFill>
                <a:latin typeface="SUIT SemiBold"/>
                <a:ea typeface="SUIT SemiBold"/>
                <a:cs typeface="SUIT SemiBold"/>
              </a:rPr>
              <a:t>이서연</a:t>
            </a:r>
          </a:p>
        </p:txBody>
      </p:sp>
      <p:sp>
        <p:nvSpPr>
          <p:cNvPr id="19" name="42세 · 종원">
            <a:extLst xmlns:a="http://schemas.openxmlformats.org/drawingml/2006/main">
              <a:ext uri="{FF2B5EF4-FFF2-40B4-BE49-F238E27FC236}">
                <a16:creationId xmlns:a16="http://schemas.microsoft.com/office/drawing/2014/main" id="{092622D0-B3D3-4CC6-857A-FB1F7DB5470A}"/>
              </a:ext>
            </a:extLst>
          </p:cNvPr>
          <p:cNvSpPr>
            <a:spLocks xmlns:a="http://schemas.openxmlformats.org/drawingml/2006/main" noGrp="1"/>
          </p:cNvSpPr>
          <p:nvPr/>
        </p:nvSpPr>
        <p:spPr>
          <a:xfrm xmlns:a="http://schemas.openxmlformats.org/drawingml/2006/main">
            <a:off x="7019925" y="2686050"/>
            <a:ext cx="1476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38">
                <a:solidFill>
                  <a:srgbClr val="687568"/>
                </a:solidFill>
                <a:latin typeface="SUIT"/>
                <a:ea typeface="SUIT"/>
                <a:cs typeface="SUIT"/>
              </a:defRPr>
            </a:defPPr>
          </a:lstStyle>
          <a:p xmlns:a="http://schemas.openxmlformats.org/drawingml/2006/main">
            <a:pPr algn="r">
              <a:defRPr sz="938">
                <a:solidFill>
                  <a:srgbClr val="687568"/>
                </a:solidFill>
                <a:latin typeface="SUIT"/>
                <a:ea typeface="SUIT"/>
                <a:cs typeface="SUIT"/>
              </a:defRPr>
            </a:pPr>
            <a:r>
              <a:rPr sz="938">
                <a:solidFill>
                  <a:srgbClr val="687568"/>
                </a:solidFill>
                <a:latin typeface="SUIT"/>
                <a:ea typeface="SUIT"/>
                <a:cs typeface="SUIT"/>
              </a:rPr>
              <a:t>42세 · 종원</a:t>
            </a:r>
          </a:p>
        </p:txBody>
      </p:sp>
      <p:sp>
        <p:nvSpPr>
          <p:cNvPr id="20" name="">
            <a:extLst xmlns:a="http://schemas.openxmlformats.org/drawingml/2006/main">
              <a:ext uri="{FF2B5EF4-FFF2-40B4-BE49-F238E27FC236}">
                <a16:creationId xmlns:a16="http://schemas.microsoft.com/office/drawing/2014/main" id="{68F22677-2545-4044-A195-63AF5E065C53}"/>
              </a:ext>
            </a:extLst>
          </p:cNvPr>
          <p:cNvSpPr>
            <a:spLocks xmlns:a="http://schemas.openxmlformats.org/drawingml/2006/main" noGrp="1"/>
          </p:cNvSpPr>
          <p:nvPr/>
        </p:nvSpPr>
        <p:spPr>
          <a:xfrm xmlns:a="http://schemas.openxmlformats.org/drawingml/2006/main">
            <a:off x="495300" y="3048000"/>
            <a:ext cx="2609850" cy="1638300"/>
          </a:xfrm>
          <a:prstGeom xmlns:a="http://schemas.openxmlformats.org/drawingml/2006/main" prst="roundRect">
            <a:avLst>
              <a:gd name="adj" fmla="val 3488"/>
            </a:avLst>
          </a:prstGeom>
          <a:solidFill xmlns:a="http://schemas.openxmlformats.org/drawingml/2006/main">
            <a:srgbClr val="FFFFFF"/>
          </a:solidFill>
          <a:ln xmlns:a="http://schemas.openxmlformats.org/drawingml/2006/main" w="6668">
            <a:solidFill>
              <a:srgbClr val="D9E1E3"/>
            </a:solidFill>
          </a:ln>
        </p:spPr>
      </p:sp>
      <p:sp>
        <p:nvSpPr>
          <p:cNvPr id="21" name="★ 4.0">
            <a:extLst xmlns:a="http://schemas.openxmlformats.org/drawingml/2006/main">
              <a:ext uri="{FF2B5EF4-FFF2-40B4-BE49-F238E27FC236}">
                <a16:creationId xmlns:a16="http://schemas.microsoft.com/office/drawing/2014/main" id="{A8242C13-C61C-41E6-9E2B-32FB0E653AAE}"/>
              </a:ext>
            </a:extLst>
          </p:cNvPr>
          <p:cNvSpPr>
            <a:spLocks xmlns:a="http://schemas.openxmlformats.org/drawingml/2006/main" noGrp="1"/>
          </p:cNvSpPr>
          <p:nvPr/>
        </p:nvSpPr>
        <p:spPr>
          <a:xfrm xmlns:a="http://schemas.openxmlformats.org/drawingml/2006/main">
            <a:off x="657225" y="3162300"/>
            <a:ext cx="228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1">
                <a:solidFill>
                  <a:srgbClr val="567D89"/>
                </a:solidFill>
                <a:latin typeface="SUIT"/>
                <a:ea typeface="SUIT"/>
                <a:cs typeface="SUIT"/>
              </a:defRPr>
            </a:defPPr>
          </a:lstStyle>
          <a:p xmlns:a="http://schemas.openxmlformats.org/drawingml/2006/main">
            <a:pPr algn="l">
              <a:defRPr sz="1950" b="1">
                <a:solidFill>
                  <a:srgbClr val="567D89"/>
                </a:solidFill>
                <a:latin typeface="SUIT"/>
                <a:ea typeface="SUIT"/>
                <a:cs typeface="SUIT"/>
              </a:defRPr>
            </a:pPr>
            <a:r>
              <a:rPr sz="1950" b="1">
                <a:solidFill>
                  <a:srgbClr val="567D89"/>
                </a:solidFill>
                <a:latin typeface="SUIT"/>
                <a:ea typeface="SUIT"/>
                <a:cs typeface="SUIT"/>
              </a:rPr>
              <a:t>★ 4.0</a:t>
            </a:r>
          </a:p>
        </p:txBody>
      </p:sp>
      <p:sp>
        <p:nvSpPr>
          <p:cNvPr id="22" name="“가입 안 해도 총무가 제 말을 기록해주는 건 좋은데, 중요한 안건은 계속 전화로 설명해줬으면 해요.”">
            <a:extLst xmlns:a="http://schemas.openxmlformats.org/drawingml/2006/main">
              <a:ext uri="{FF2B5EF4-FFF2-40B4-BE49-F238E27FC236}">
                <a16:creationId xmlns:a16="http://schemas.microsoft.com/office/drawing/2014/main" id="{BB4571A9-F593-4ED0-82C2-D30C2EF19D1F}"/>
              </a:ext>
            </a:extLst>
          </p:cNvPr>
          <p:cNvSpPr>
            <a:spLocks xmlns:a="http://schemas.openxmlformats.org/drawingml/2006/main" noGrp="1"/>
          </p:cNvSpPr>
          <p:nvPr/>
        </p:nvSpPr>
        <p:spPr>
          <a:xfrm xmlns:a="http://schemas.openxmlformats.org/drawingml/2006/main">
            <a:off x="657225" y="3543300"/>
            <a:ext cx="2286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13">
                <a:solidFill>
                  <a:srgbClr val="354B50"/>
                </a:solidFill>
                <a:latin typeface="SUIT"/>
                <a:ea typeface="SUIT"/>
                <a:cs typeface="SUIT"/>
              </a:defRPr>
            </a:defPPr>
          </a:lstStyle>
          <a:p xmlns:a="http://schemas.openxmlformats.org/drawingml/2006/main">
            <a:pPr algn="l">
              <a:defRPr sz="1313">
                <a:solidFill>
                  <a:srgbClr val="354B50"/>
                </a:solidFill>
                <a:latin typeface="SUIT"/>
                <a:ea typeface="SUIT"/>
                <a:cs typeface="SUIT"/>
              </a:defRPr>
            </a:pPr>
            <a:r>
              <a:rPr sz="1313">
                <a:solidFill>
                  <a:srgbClr val="354B50"/>
                </a:solidFill>
                <a:latin typeface="SUIT"/>
                <a:ea typeface="SUIT"/>
                <a:cs typeface="SUIT"/>
              </a:rPr>
              <a:t>“가입 안 해도 총무가 제 말을</a:t>
            </a:r>
          </a:p>
          <a:p xmlns:a="http://schemas.openxmlformats.org/drawingml/2006/main">
            <a:pPr algn="l">
              <a:defRPr sz="1313">
                <a:solidFill>
                  <a:srgbClr val="354B50"/>
                </a:solidFill>
                <a:latin typeface="SUIT"/>
                <a:ea typeface="SUIT"/>
                <a:cs typeface="SUIT"/>
              </a:defRPr>
            </a:pPr>
            <a:r>
              <a:rPr sz="1313">
                <a:solidFill>
                  <a:srgbClr val="354B50"/>
                </a:solidFill>
                <a:latin typeface="SUIT"/>
                <a:ea typeface="SUIT"/>
                <a:cs typeface="SUIT"/>
              </a:rPr>
              <a:t>기록해주는 건 좋은데, 중요한</a:t>
            </a:r>
          </a:p>
          <a:p xmlns:a="http://schemas.openxmlformats.org/drawingml/2006/main">
            <a:pPr algn="l">
              <a:defRPr sz="1313">
                <a:solidFill>
                  <a:srgbClr val="354B50"/>
                </a:solidFill>
                <a:latin typeface="SUIT"/>
                <a:ea typeface="SUIT"/>
                <a:cs typeface="SUIT"/>
              </a:defRPr>
            </a:pPr>
            <a:r>
              <a:rPr sz="1313">
                <a:solidFill>
                  <a:srgbClr val="354B50"/>
                </a:solidFill>
                <a:latin typeface="SUIT"/>
                <a:ea typeface="SUIT"/>
                <a:cs typeface="SUIT"/>
              </a:rPr>
              <a:t>안건은 계속 전화로 설명해줬으면</a:t>
            </a:r>
          </a:p>
          <a:p xmlns:a="http://schemas.openxmlformats.org/drawingml/2006/main">
            <a:pPr algn="l">
              <a:defRPr sz="1313">
                <a:solidFill>
                  <a:srgbClr val="354B50"/>
                </a:solidFill>
                <a:latin typeface="SUIT"/>
                <a:ea typeface="SUIT"/>
                <a:cs typeface="SUIT"/>
              </a:defRPr>
            </a:pPr>
            <a:r>
              <a:rPr sz="1313">
                <a:solidFill>
                  <a:srgbClr val="354B50"/>
                </a:solidFill>
                <a:latin typeface="SUIT"/>
                <a:ea typeface="SUIT"/>
                <a:cs typeface="SUIT"/>
              </a:rPr>
              <a:t>해요.”</a:t>
            </a:r>
          </a:p>
        </p:txBody>
      </p:sp>
      <p:sp>
        <p:nvSpPr>
          <p:cNvPr id="23" name="이순자">
            <a:extLst xmlns:a="http://schemas.openxmlformats.org/drawingml/2006/main">
              <a:ext uri="{FF2B5EF4-FFF2-40B4-BE49-F238E27FC236}">
                <a16:creationId xmlns:a16="http://schemas.microsoft.com/office/drawing/2014/main" id="{143D30D3-D9AB-4495-93B2-86FD1D562CEA}"/>
              </a:ext>
            </a:extLst>
          </p:cNvPr>
          <p:cNvSpPr>
            <a:spLocks xmlns:a="http://schemas.openxmlformats.org/drawingml/2006/main" noGrp="1"/>
          </p:cNvSpPr>
          <p:nvPr/>
        </p:nvSpPr>
        <p:spPr>
          <a:xfrm xmlns:a="http://schemas.openxmlformats.org/drawingml/2006/main">
            <a:off x="657225" y="4400550"/>
            <a:ext cx="809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88">
                <a:solidFill>
                  <a:srgbClr val="173F49"/>
                </a:solidFill>
                <a:latin typeface="SUIT SemiBold"/>
                <a:ea typeface="SUIT SemiBold"/>
                <a:cs typeface="SUIT SemiBold"/>
              </a:defRPr>
            </a:defPPr>
          </a:lstStyle>
          <a:p xmlns:a="http://schemas.openxmlformats.org/drawingml/2006/main">
            <a:pPr algn="l">
              <a:defRPr sz="1388">
                <a:solidFill>
                  <a:srgbClr val="173F49"/>
                </a:solidFill>
                <a:latin typeface="SUIT SemiBold"/>
                <a:ea typeface="SUIT SemiBold"/>
                <a:cs typeface="SUIT SemiBold"/>
              </a:defRPr>
            </a:pPr>
            <a:r>
              <a:rPr sz="1388">
                <a:solidFill>
                  <a:srgbClr val="173F49"/>
                </a:solidFill>
                <a:latin typeface="SUIT SemiBold"/>
                <a:ea typeface="SUIT SemiBold"/>
                <a:cs typeface="SUIT SemiBold"/>
              </a:rPr>
              <a:t>이순자</a:t>
            </a:r>
          </a:p>
        </p:txBody>
      </p:sp>
      <p:sp>
        <p:nvSpPr>
          <p:cNvPr id="24" name="81세 · 종원">
            <a:extLst xmlns:a="http://schemas.openxmlformats.org/drawingml/2006/main">
              <a:ext uri="{FF2B5EF4-FFF2-40B4-BE49-F238E27FC236}">
                <a16:creationId xmlns:a16="http://schemas.microsoft.com/office/drawing/2014/main" id="{6D69DAC6-BC5A-4E37-8194-F6A472762D57}"/>
              </a:ext>
            </a:extLst>
          </p:cNvPr>
          <p:cNvSpPr>
            <a:spLocks xmlns:a="http://schemas.openxmlformats.org/drawingml/2006/main" noGrp="1"/>
          </p:cNvSpPr>
          <p:nvPr/>
        </p:nvSpPr>
        <p:spPr>
          <a:xfrm xmlns:a="http://schemas.openxmlformats.org/drawingml/2006/main">
            <a:off x="1457325" y="4438650"/>
            <a:ext cx="1476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38">
                <a:solidFill>
                  <a:srgbClr val="687568"/>
                </a:solidFill>
                <a:latin typeface="SUIT"/>
                <a:ea typeface="SUIT"/>
                <a:cs typeface="SUIT"/>
              </a:defRPr>
            </a:defPPr>
          </a:lstStyle>
          <a:p xmlns:a="http://schemas.openxmlformats.org/drawingml/2006/main">
            <a:pPr algn="r">
              <a:defRPr sz="938">
                <a:solidFill>
                  <a:srgbClr val="687568"/>
                </a:solidFill>
                <a:latin typeface="SUIT"/>
                <a:ea typeface="SUIT"/>
                <a:cs typeface="SUIT"/>
              </a:defRPr>
            </a:pPr>
            <a:r>
              <a:rPr sz="938">
                <a:solidFill>
                  <a:srgbClr val="687568"/>
                </a:solidFill>
                <a:latin typeface="SUIT"/>
                <a:ea typeface="SUIT"/>
                <a:cs typeface="SUIT"/>
              </a:rPr>
              <a:t>81세 · 종원</a:t>
            </a:r>
          </a:p>
        </p:txBody>
      </p:sp>
      <p:sp>
        <p:nvSpPr>
          <p:cNvPr id="25" name="">
            <a:extLst xmlns:a="http://schemas.openxmlformats.org/drawingml/2006/main">
              <a:ext uri="{FF2B5EF4-FFF2-40B4-BE49-F238E27FC236}">
                <a16:creationId xmlns:a16="http://schemas.microsoft.com/office/drawing/2014/main" id="{F7A3B479-9006-4474-8388-F38E3CAA5B4F}"/>
              </a:ext>
            </a:extLst>
          </p:cNvPr>
          <p:cNvSpPr>
            <a:spLocks xmlns:a="http://schemas.openxmlformats.org/drawingml/2006/main" noGrp="1"/>
          </p:cNvSpPr>
          <p:nvPr/>
        </p:nvSpPr>
        <p:spPr>
          <a:xfrm xmlns:a="http://schemas.openxmlformats.org/drawingml/2006/main">
            <a:off x="3276600" y="3048000"/>
            <a:ext cx="2609850" cy="1638300"/>
          </a:xfrm>
          <a:prstGeom xmlns:a="http://schemas.openxmlformats.org/drawingml/2006/main" prst="roundRect">
            <a:avLst>
              <a:gd name="adj" fmla="val 3488"/>
            </a:avLst>
          </a:prstGeom>
          <a:solidFill xmlns:a="http://schemas.openxmlformats.org/drawingml/2006/main">
            <a:srgbClr val="FFFFFF"/>
          </a:solidFill>
          <a:ln xmlns:a="http://schemas.openxmlformats.org/drawingml/2006/main" w="6668">
            <a:solidFill>
              <a:srgbClr val="D9E1E3"/>
            </a:solidFill>
          </a:ln>
        </p:spPr>
      </p:sp>
      <p:sp>
        <p:nvSpPr>
          <p:cNvPr id="26" name="★ 4.5">
            <a:extLst xmlns:a="http://schemas.openxmlformats.org/drawingml/2006/main">
              <a:ext uri="{FF2B5EF4-FFF2-40B4-BE49-F238E27FC236}">
                <a16:creationId xmlns:a16="http://schemas.microsoft.com/office/drawing/2014/main" id="{0AD05C0D-85AD-46CB-B660-5F1FB824C05B}"/>
              </a:ext>
            </a:extLst>
          </p:cNvPr>
          <p:cNvSpPr>
            <a:spLocks xmlns:a="http://schemas.openxmlformats.org/drawingml/2006/main" noGrp="1"/>
          </p:cNvSpPr>
          <p:nvPr/>
        </p:nvSpPr>
        <p:spPr>
          <a:xfrm xmlns:a="http://schemas.openxmlformats.org/drawingml/2006/main">
            <a:off x="3438525" y="3162300"/>
            <a:ext cx="228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1">
                <a:solidFill>
                  <a:srgbClr val="567D89"/>
                </a:solidFill>
                <a:latin typeface="SUIT"/>
                <a:ea typeface="SUIT"/>
                <a:cs typeface="SUIT"/>
              </a:defRPr>
            </a:defPPr>
          </a:lstStyle>
          <a:p xmlns:a="http://schemas.openxmlformats.org/drawingml/2006/main">
            <a:pPr algn="l">
              <a:defRPr sz="1950" b="1">
                <a:solidFill>
                  <a:srgbClr val="567D89"/>
                </a:solidFill>
                <a:latin typeface="SUIT"/>
                <a:ea typeface="SUIT"/>
                <a:cs typeface="SUIT"/>
              </a:defRPr>
            </a:pPr>
            <a:r>
              <a:rPr sz="1950" b="1">
                <a:solidFill>
                  <a:srgbClr val="567D89"/>
                </a:solidFill>
                <a:latin typeface="SUIT"/>
                <a:ea typeface="SUIT"/>
                <a:cs typeface="SUIT"/>
              </a:rPr>
              <a:t>★ 4.5</a:t>
            </a:r>
          </a:p>
        </p:txBody>
      </p:sp>
      <p:sp>
        <p:nvSpPr>
          <p:cNvPr id="27" name="“회의록 원본과 정정 이유를 직접 확인할 수 있으니, 말이 엇갈려도 어떤 기록부터 봐야 할지는 알겠네요.”">
            <a:extLst xmlns:a="http://schemas.openxmlformats.org/drawingml/2006/main">
              <a:ext uri="{FF2B5EF4-FFF2-40B4-BE49-F238E27FC236}">
                <a16:creationId xmlns:a16="http://schemas.microsoft.com/office/drawing/2014/main" id="{4D17873D-F678-4B76-B022-1B76CE540933}"/>
              </a:ext>
            </a:extLst>
          </p:cNvPr>
          <p:cNvSpPr>
            <a:spLocks xmlns:a="http://schemas.openxmlformats.org/drawingml/2006/main" noGrp="1"/>
          </p:cNvSpPr>
          <p:nvPr/>
        </p:nvSpPr>
        <p:spPr>
          <a:xfrm xmlns:a="http://schemas.openxmlformats.org/drawingml/2006/main">
            <a:off x="3438525" y="3543300"/>
            <a:ext cx="2286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13">
                <a:solidFill>
                  <a:srgbClr val="354B50"/>
                </a:solidFill>
                <a:latin typeface="SUIT"/>
                <a:ea typeface="SUIT"/>
                <a:cs typeface="SUIT"/>
              </a:defRPr>
            </a:defPPr>
          </a:lstStyle>
          <a:p xmlns:a="http://schemas.openxmlformats.org/drawingml/2006/main">
            <a:pPr algn="l">
              <a:defRPr sz="1313">
                <a:solidFill>
                  <a:srgbClr val="354B50"/>
                </a:solidFill>
                <a:latin typeface="SUIT"/>
                <a:ea typeface="SUIT"/>
                <a:cs typeface="SUIT"/>
              </a:defRPr>
            </a:pPr>
            <a:r>
              <a:rPr sz="1313">
                <a:solidFill>
                  <a:srgbClr val="354B50"/>
                </a:solidFill>
                <a:latin typeface="SUIT"/>
                <a:ea typeface="SUIT"/>
                <a:cs typeface="SUIT"/>
              </a:rPr>
              <a:t>“회의록 원본과 정정 이유를 직접</a:t>
            </a:r>
          </a:p>
          <a:p xmlns:a="http://schemas.openxmlformats.org/drawingml/2006/main">
            <a:pPr algn="l">
              <a:defRPr sz="1313">
                <a:solidFill>
                  <a:srgbClr val="354B50"/>
                </a:solidFill>
                <a:latin typeface="SUIT"/>
                <a:ea typeface="SUIT"/>
                <a:cs typeface="SUIT"/>
              </a:defRPr>
            </a:pPr>
            <a:r>
              <a:rPr sz="1313">
                <a:solidFill>
                  <a:srgbClr val="354B50"/>
                </a:solidFill>
                <a:latin typeface="SUIT"/>
                <a:ea typeface="SUIT"/>
                <a:cs typeface="SUIT"/>
              </a:rPr>
              <a:t>확인할 수 있으니, 말이 엇갈려도</a:t>
            </a:r>
          </a:p>
          <a:p xmlns:a="http://schemas.openxmlformats.org/drawingml/2006/main">
            <a:pPr algn="l">
              <a:defRPr sz="1313">
                <a:solidFill>
                  <a:srgbClr val="354B50"/>
                </a:solidFill>
                <a:latin typeface="SUIT"/>
                <a:ea typeface="SUIT"/>
                <a:cs typeface="SUIT"/>
              </a:defRPr>
            </a:pPr>
            <a:r>
              <a:rPr sz="1313">
                <a:solidFill>
                  <a:srgbClr val="354B50"/>
                </a:solidFill>
                <a:latin typeface="SUIT"/>
                <a:ea typeface="SUIT"/>
                <a:cs typeface="SUIT"/>
              </a:rPr>
              <a:t>어떤 기록부터 봐야 할지는</a:t>
            </a:r>
          </a:p>
          <a:p xmlns:a="http://schemas.openxmlformats.org/drawingml/2006/main">
            <a:pPr algn="l">
              <a:defRPr sz="1313">
                <a:solidFill>
                  <a:srgbClr val="354B50"/>
                </a:solidFill>
                <a:latin typeface="SUIT"/>
                <a:ea typeface="SUIT"/>
                <a:cs typeface="SUIT"/>
              </a:defRPr>
            </a:pPr>
            <a:r>
              <a:rPr sz="1313">
                <a:solidFill>
                  <a:srgbClr val="354B50"/>
                </a:solidFill>
                <a:latin typeface="SUIT"/>
                <a:ea typeface="SUIT"/>
                <a:cs typeface="SUIT"/>
              </a:rPr>
              <a:t>알겠네요.”</a:t>
            </a:r>
          </a:p>
        </p:txBody>
      </p:sp>
      <p:sp>
        <p:nvSpPr>
          <p:cNvPr id="28" name="이상훈">
            <a:extLst xmlns:a="http://schemas.openxmlformats.org/drawingml/2006/main">
              <a:ext uri="{FF2B5EF4-FFF2-40B4-BE49-F238E27FC236}">
                <a16:creationId xmlns:a16="http://schemas.microsoft.com/office/drawing/2014/main" id="{27D765CC-7859-4042-A1F3-C4628519C3A6}"/>
              </a:ext>
            </a:extLst>
          </p:cNvPr>
          <p:cNvSpPr>
            <a:spLocks xmlns:a="http://schemas.openxmlformats.org/drawingml/2006/main" noGrp="1"/>
          </p:cNvSpPr>
          <p:nvPr/>
        </p:nvSpPr>
        <p:spPr>
          <a:xfrm xmlns:a="http://schemas.openxmlformats.org/drawingml/2006/main">
            <a:off x="3438525" y="4400550"/>
            <a:ext cx="809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88">
                <a:solidFill>
                  <a:srgbClr val="173F49"/>
                </a:solidFill>
                <a:latin typeface="SUIT SemiBold"/>
                <a:ea typeface="SUIT SemiBold"/>
                <a:cs typeface="SUIT SemiBold"/>
              </a:defRPr>
            </a:defPPr>
          </a:lstStyle>
          <a:p xmlns:a="http://schemas.openxmlformats.org/drawingml/2006/main">
            <a:pPr algn="l">
              <a:defRPr sz="1388">
                <a:solidFill>
                  <a:srgbClr val="173F49"/>
                </a:solidFill>
                <a:latin typeface="SUIT SemiBold"/>
                <a:ea typeface="SUIT SemiBold"/>
                <a:cs typeface="SUIT SemiBold"/>
              </a:defRPr>
            </a:pPr>
            <a:r>
              <a:rPr sz="1388">
                <a:solidFill>
                  <a:srgbClr val="173F49"/>
                </a:solidFill>
                <a:latin typeface="SUIT SemiBold"/>
                <a:ea typeface="SUIT SemiBold"/>
                <a:cs typeface="SUIT SemiBold"/>
              </a:rPr>
              <a:t>이상훈</a:t>
            </a:r>
          </a:p>
        </p:txBody>
      </p:sp>
      <p:sp>
        <p:nvSpPr>
          <p:cNvPr id="29" name="55세 · 종원">
            <a:extLst xmlns:a="http://schemas.openxmlformats.org/drawingml/2006/main">
              <a:ext uri="{FF2B5EF4-FFF2-40B4-BE49-F238E27FC236}">
                <a16:creationId xmlns:a16="http://schemas.microsoft.com/office/drawing/2014/main" id="{31A8CC71-AA6F-4904-800F-3D9F93F6F835}"/>
              </a:ext>
            </a:extLst>
          </p:cNvPr>
          <p:cNvSpPr>
            <a:spLocks xmlns:a="http://schemas.openxmlformats.org/drawingml/2006/main" noGrp="1"/>
          </p:cNvSpPr>
          <p:nvPr/>
        </p:nvSpPr>
        <p:spPr>
          <a:xfrm xmlns:a="http://schemas.openxmlformats.org/drawingml/2006/main">
            <a:off x="4238625" y="4438650"/>
            <a:ext cx="1476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38">
                <a:solidFill>
                  <a:srgbClr val="687568"/>
                </a:solidFill>
                <a:latin typeface="SUIT"/>
                <a:ea typeface="SUIT"/>
                <a:cs typeface="SUIT"/>
              </a:defRPr>
            </a:defPPr>
          </a:lstStyle>
          <a:p xmlns:a="http://schemas.openxmlformats.org/drawingml/2006/main">
            <a:pPr algn="r">
              <a:defRPr sz="938">
                <a:solidFill>
                  <a:srgbClr val="687568"/>
                </a:solidFill>
                <a:latin typeface="SUIT"/>
                <a:ea typeface="SUIT"/>
                <a:cs typeface="SUIT"/>
              </a:defRPr>
            </a:pPr>
            <a:r>
              <a:rPr sz="938">
                <a:solidFill>
                  <a:srgbClr val="687568"/>
                </a:solidFill>
                <a:latin typeface="SUIT"/>
                <a:ea typeface="SUIT"/>
                <a:cs typeface="SUIT"/>
              </a:rPr>
              <a:t>55세 · 종원</a:t>
            </a:r>
          </a:p>
        </p:txBody>
      </p:sp>
      <p:sp>
        <p:nvSpPr>
          <p:cNvPr id="30" name="">
            <a:extLst xmlns:a="http://schemas.openxmlformats.org/drawingml/2006/main">
              <a:ext uri="{FF2B5EF4-FFF2-40B4-BE49-F238E27FC236}">
                <a16:creationId xmlns:a16="http://schemas.microsoft.com/office/drawing/2014/main" id="{EA262B92-4F37-435A-AEFF-258E431A096C}"/>
              </a:ext>
            </a:extLst>
          </p:cNvPr>
          <p:cNvSpPr>
            <a:spLocks xmlns:a="http://schemas.openxmlformats.org/drawingml/2006/main" noGrp="1"/>
          </p:cNvSpPr>
          <p:nvPr/>
        </p:nvSpPr>
        <p:spPr>
          <a:xfrm xmlns:a="http://schemas.openxmlformats.org/drawingml/2006/main">
            <a:off x="6057900" y="3048000"/>
            <a:ext cx="2609850" cy="1638300"/>
          </a:xfrm>
          <a:prstGeom xmlns:a="http://schemas.openxmlformats.org/drawingml/2006/main" prst="roundRect">
            <a:avLst>
              <a:gd name="adj" fmla="val 3488"/>
            </a:avLst>
          </a:prstGeom>
          <a:solidFill xmlns:a="http://schemas.openxmlformats.org/drawingml/2006/main">
            <a:srgbClr val="FFFFFF"/>
          </a:solidFill>
          <a:ln xmlns:a="http://schemas.openxmlformats.org/drawingml/2006/main" w="6668">
            <a:solidFill>
              <a:srgbClr val="D9E1E3"/>
            </a:solidFill>
          </a:ln>
        </p:spPr>
      </p:sp>
      <p:sp>
        <p:nvSpPr>
          <p:cNvPr id="31" name="★ 4.5">
            <a:extLst xmlns:a="http://schemas.openxmlformats.org/drawingml/2006/main">
              <a:ext uri="{FF2B5EF4-FFF2-40B4-BE49-F238E27FC236}">
                <a16:creationId xmlns:a16="http://schemas.microsoft.com/office/drawing/2014/main" id="{F8345DD3-D5D5-4FB6-AA88-CC18126CEDBE}"/>
              </a:ext>
            </a:extLst>
          </p:cNvPr>
          <p:cNvSpPr>
            <a:spLocks xmlns:a="http://schemas.openxmlformats.org/drawingml/2006/main" noGrp="1"/>
          </p:cNvSpPr>
          <p:nvPr/>
        </p:nvSpPr>
        <p:spPr>
          <a:xfrm xmlns:a="http://schemas.openxmlformats.org/drawingml/2006/main">
            <a:off x="6219825" y="3162300"/>
            <a:ext cx="228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1">
                <a:solidFill>
                  <a:srgbClr val="567D89"/>
                </a:solidFill>
                <a:latin typeface="SUIT"/>
                <a:ea typeface="SUIT"/>
                <a:cs typeface="SUIT"/>
              </a:defRPr>
            </a:defPPr>
          </a:lstStyle>
          <a:p xmlns:a="http://schemas.openxmlformats.org/drawingml/2006/main">
            <a:pPr algn="l">
              <a:defRPr sz="1950" b="1">
                <a:solidFill>
                  <a:srgbClr val="567D89"/>
                </a:solidFill>
                <a:latin typeface="SUIT"/>
                <a:ea typeface="SUIT"/>
                <a:cs typeface="SUIT"/>
              </a:defRPr>
            </a:pPr>
            <a:r>
              <a:rPr sz="1950" b="1">
                <a:solidFill>
                  <a:srgbClr val="567D89"/>
                </a:solidFill>
                <a:latin typeface="SUIT"/>
                <a:ea typeface="SUIT"/>
                <a:cs typeface="SUIT"/>
              </a:rPr>
              <a:t>★ 4.5</a:t>
            </a:r>
          </a:p>
        </p:txBody>
      </p:sp>
      <p:sp>
        <p:nvSpPr>
          <p:cNvPr id="32" name="“신청 목적과 빠진 서류가 정리돼 있으면 상담을 시작하기 수월하고, 원본과 위임 관계 확인에 더 집중할 수 있겠어요.”">
            <a:extLst xmlns:a="http://schemas.openxmlformats.org/drawingml/2006/main">
              <a:ext uri="{FF2B5EF4-FFF2-40B4-BE49-F238E27FC236}">
                <a16:creationId xmlns:a16="http://schemas.microsoft.com/office/drawing/2014/main" id="{A6D9637D-2D48-483E-9810-BFA6CDC104B4}"/>
              </a:ext>
            </a:extLst>
          </p:cNvPr>
          <p:cNvSpPr>
            <a:spLocks xmlns:a="http://schemas.openxmlformats.org/drawingml/2006/main" noGrp="1"/>
          </p:cNvSpPr>
          <p:nvPr/>
        </p:nvSpPr>
        <p:spPr>
          <a:xfrm xmlns:a="http://schemas.openxmlformats.org/drawingml/2006/main">
            <a:off x="6219825" y="3543300"/>
            <a:ext cx="2286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13">
                <a:solidFill>
                  <a:srgbClr val="354B50"/>
                </a:solidFill>
                <a:latin typeface="SUIT"/>
                <a:ea typeface="SUIT"/>
                <a:cs typeface="SUIT"/>
              </a:defRPr>
            </a:defPPr>
          </a:lstStyle>
          <a:p xmlns:a="http://schemas.openxmlformats.org/drawingml/2006/main">
            <a:pPr algn="l">
              <a:defRPr sz="1313">
                <a:solidFill>
                  <a:srgbClr val="354B50"/>
                </a:solidFill>
                <a:latin typeface="SUIT"/>
                <a:ea typeface="SUIT"/>
                <a:cs typeface="SUIT"/>
              </a:defRPr>
            </a:pPr>
            <a:r>
              <a:rPr sz="1313">
                <a:solidFill>
                  <a:srgbClr val="354B50"/>
                </a:solidFill>
                <a:latin typeface="SUIT"/>
                <a:ea typeface="SUIT"/>
                <a:cs typeface="SUIT"/>
              </a:rPr>
              <a:t>“신청 목적과 빠진 서류가 정리돼</a:t>
            </a:r>
          </a:p>
          <a:p xmlns:a="http://schemas.openxmlformats.org/drawingml/2006/main">
            <a:pPr algn="l">
              <a:defRPr sz="1313">
                <a:solidFill>
                  <a:srgbClr val="354B50"/>
                </a:solidFill>
                <a:latin typeface="SUIT"/>
                <a:ea typeface="SUIT"/>
                <a:cs typeface="SUIT"/>
              </a:defRPr>
            </a:pPr>
            <a:r>
              <a:rPr sz="1313">
                <a:solidFill>
                  <a:srgbClr val="354B50"/>
                </a:solidFill>
                <a:latin typeface="SUIT"/>
                <a:ea typeface="SUIT"/>
                <a:cs typeface="SUIT"/>
              </a:rPr>
              <a:t>있으면 상담을 시작하기 수월하고,</a:t>
            </a:r>
          </a:p>
          <a:p xmlns:a="http://schemas.openxmlformats.org/drawingml/2006/main">
            <a:pPr algn="l">
              <a:defRPr sz="1313">
                <a:solidFill>
                  <a:srgbClr val="354B50"/>
                </a:solidFill>
                <a:latin typeface="SUIT"/>
                <a:ea typeface="SUIT"/>
                <a:cs typeface="SUIT"/>
              </a:defRPr>
            </a:pPr>
            <a:r>
              <a:rPr sz="1313">
                <a:solidFill>
                  <a:srgbClr val="354B50"/>
                </a:solidFill>
                <a:latin typeface="SUIT"/>
                <a:ea typeface="SUIT"/>
                <a:cs typeface="SUIT"/>
              </a:rPr>
              <a:t>원본과 위임 관계 확인에 더 집중할</a:t>
            </a:r>
          </a:p>
          <a:p xmlns:a="http://schemas.openxmlformats.org/drawingml/2006/main">
            <a:pPr algn="l">
              <a:defRPr sz="1313">
                <a:solidFill>
                  <a:srgbClr val="354B50"/>
                </a:solidFill>
                <a:latin typeface="SUIT"/>
                <a:ea typeface="SUIT"/>
                <a:cs typeface="SUIT"/>
              </a:defRPr>
            </a:pPr>
            <a:r>
              <a:rPr sz="1313">
                <a:solidFill>
                  <a:srgbClr val="354B50"/>
                </a:solidFill>
                <a:latin typeface="SUIT"/>
                <a:ea typeface="SUIT"/>
                <a:cs typeface="SUIT"/>
              </a:rPr>
              <a:t>수 있겠어요.”</a:t>
            </a:r>
          </a:p>
        </p:txBody>
      </p:sp>
      <p:sp>
        <p:nvSpPr>
          <p:cNvPr id="33" name="정수민">
            <a:extLst xmlns:a="http://schemas.openxmlformats.org/drawingml/2006/main">
              <a:ext uri="{FF2B5EF4-FFF2-40B4-BE49-F238E27FC236}">
                <a16:creationId xmlns:a16="http://schemas.microsoft.com/office/drawing/2014/main" id="{89EE77EB-98E5-44FB-AF17-EFD5AF96BEE3}"/>
              </a:ext>
            </a:extLst>
          </p:cNvPr>
          <p:cNvSpPr>
            <a:spLocks xmlns:a="http://schemas.openxmlformats.org/drawingml/2006/main" noGrp="1"/>
          </p:cNvSpPr>
          <p:nvPr/>
        </p:nvSpPr>
        <p:spPr>
          <a:xfrm xmlns:a="http://schemas.openxmlformats.org/drawingml/2006/main">
            <a:off x="6219825" y="4400550"/>
            <a:ext cx="809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88">
                <a:solidFill>
                  <a:srgbClr val="173F49"/>
                </a:solidFill>
                <a:latin typeface="SUIT SemiBold"/>
                <a:ea typeface="SUIT SemiBold"/>
                <a:cs typeface="SUIT SemiBold"/>
              </a:defRPr>
            </a:defPPr>
          </a:lstStyle>
          <a:p xmlns:a="http://schemas.openxmlformats.org/drawingml/2006/main">
            <a:pPr algn="l">
              <a:defRPr sz="1388">
                <a:solidFill>
                  <a:srgbClr val="173F49"/>
                </a:solidFill>
                <a:latin typeface="SUIT SemiBold"/>
                <a:ea typeface="SUIT SemiBold"/>
                <a:cs typeface="SUIT SemiBold"/>
              </a:defRPr>
            </a:pPr>
            <a:r>
              <a:rPr sz="1388">
                <a:solidFill>
                  <a:srgbClr val="173F49"/>
                </a:solidFill>
                <a:latin typeface="SUIT SemiBold"/>
                <a:ea typeface="SUIT SemiBold"/>
                <a:cs typeface="SUIT SemiBold"/>
              </a:rPr>
              <a:t>정수민</a:t>
            </a:r>
          </a:p>
        </p:txBody>
      </p:sp>
      <p:sp>
        <p:nvSpPr>
          <p:cNvPr id="34" name="토지 등기 법무사">
            <a:extLst xmlns:a="http://schemas.openxmlformats.org/drawingml/2006/main">
              <a:ext uri="{FF2B5EF4-FFF2-40B4-BE49-F238E27FC236}">
                <a16:creationId xmlns:a16="http://schemas.microsoft.com/office/drawing/2014/main" id="{EAE45808-F239-4A54-B0DA-A5B931E59831}"/>
              </a:ext>
            </a:extLst>
          </p:cNvPr>
          <p:cNvSpPr>
            <a:spLocks xmlns:a="http://schemas.openxmlformats.org/drawingml/2006/main" noGrp="1"/>
          </p:cNvSpPr>
          <p:nvPr/>
        </p:nvSpPr>
        <p:spPr>
          <a:xfrm xmlns:a="http://schemas.openxmlformats.org/drawingml/2006/main">
            <a:off x="7019925" y="4438650"/>
            <a:ext cx="1476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38">
                <a:solidFill>
                  <a:srgbClr val="687568"/>
                </a:solidFill>
                <a:latin typeface="SUIT"/>
                <a:ea typeface="SUIT"/>
                <a:cs typeface="SUIT"/>
              </a:defRPr>
            </a:defPPr>
          </a:lstStyle>
          <a:p xmlns:a="http://schemas.openxmlformats.org/drawingml/2006/main">
            <a:pPr algn="r">
              <a:defRPr sz="938">
                <a:solidFill>
                  <a:srgbClr val="687568"/>
                </a:solidFill>
                <a:latin typeface="SUIT"/>
                <a:ea typeface="SUIT"/>
                <a:cs typeface="SUIT"/>
              </a:defRPr>
            </a:pPr>
            <a:r>
              <a:rPr sz="938">
                <a:solidFill>
                  <a:srgbClr val="687568"/>
                </a:solidFill>
                <a:latin typeface="SUIT"/>
                <a:ea typeface="SUIT"/>
                <a:cs typeface="SUIT"/>
              </a:rPr>
              <a:t>토지 등기 법무사</a:t>
            </a:r>
          </a:p>
        </p:txBody>
      </p:sp>
    </p:spTree>
    <p:extLst>
      <p:ext uri="{BB962C8B-B14F-4D97-AF65-F5344CB8AC3E}">
        <p14:creationId xmlns:p14="http://schemas.microsoft.com/office/powerpoint/2010/main" val="672553101"/>
      </p:ext>
    </p:extLst>
  </p:cSld>
</p:sld>
</file>

<file path=ppt/slides/slide28.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AB768E3D-AA00-4A4F-9386-49238D3B594D}"/>
              </a:ext>
            </a:extLst>
          </p:cNvPr>
          <p:cNvPicPr>
            <a:picLocks xmlns:a="http://schemas.openxmlformats.org/drawingml/2006/main" noChangeAspect="1"/>
          </p:cNvPicPr>
          <p:nvPr/>
        </p:nvPicPr>
        <p:blipFill>
          <a:blip xmlns:r="http://schemas.openxmlformats.org/officeDocument/2006/relationships" xmlns:a="http://schemas.openxmlformats.org/drawingml/2006/main" r:embed="Rc9134b92316b4c5a"/>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7400338-6AD2-4203-A764-7CC7E15D093C}"/>
              </a:ext>
            </a:extLst>
          </p:cNvPr>
          <p:cNvSpPr>
            <a:spLocks xmlns:a="http://schemas.openxmlformats.org/drawingml/2006/main" noGrp="1"/>
          </p:cNvSpPr>
          <p:nvPr/>
        </p:nvSpPr>
        <p:spPr>
          <a:xfrm xmlns:a="http://schemas.openxmlformats.org/drawingml/2006/main">
            <a:off x="0" y="0"/>
            <a:ext cx="9144000" cy="5143500"/>
          </a:xfrm>
          <a:prstGeom xmlns:a="http://schemas.openxmlformats.org/drawingml/2006/main" prst="rect">
            <a:avLst/>
          </a:prstGeom>
          <a:solidFill xmlns:a="http://schemas.openxmlformats.org/drawingml/2006/main">
            <a:srgbClr val="F5F2E9">
              <a:alpha val="78000"/>
            </a:srgbClr>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2BA2820-8182-4455-BE5F-F157F4FF62E3}"/>
              </a:ext>
            </a:extLst>
          </p:cNvPr>
          <p:cNvSpPr>
            <a:spLocks xmlns:a="http://schemas.openxmlformats.org/drawingml/2006/main" noGrp="1"/>
          </p:cNvSpPr>
          <p:nvPr/>
        </p:nvSpPr>
        <p:spPr>
          <a:xfrm xmlns:a="http://schemas.openxmlformats.org/drawingml/2006/main">
            <a:off x="476250" y="1495425"/>
            <a:ext cx="8191500" cy="2115340"/>
          </a:xfrm>
          <a:prstGeom xmlns:a="http://schemas.openxmlformats.org/drawingml/2006/main" prst="rect">
            <a:avLst/>
          </a:prstGeom>
          <a:solidFill xmlns:a="http://schemas.openxmlformats.org/drawingml/2006/main">
            <a:srgbClr val="181818"/>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pic>
        <p:nvPicPr>
          <p:cNvPr id="4" name="">
            <a:extLst xmlns:a="http://schemas.openxmlformats.org/drawingml/2006/main">
              <a:ext uri="{FF2B5EF4-FFF2-40B4-BE49-F238E27FC236}">
                <a16:creationId xmlns:a16="http://schemas.microsoft.com/office/drawing/2014/main" id="{F54B4CF5-6974-4759-8B79-E4AF203678CE}"/>
              </a:ext>
            </a:extLst>
          </p:cNvPr>
          <p:cNvPicPr>
            <a:picLocks xmlns:a="http://schemas.openxmlformats.org/drawingml/2006/main" noChangeAspect="1"/>
          </p:cNvPicPr>
          <p:nvPr/>
        </p:nvPicPr>
        <p:blipFill>
          <a:blip xmlns:r="http://schemas.openxmlformats.org/officeDocument/2006/relationships" xmlns:a="http://schemas.openxmlformats.org/drawingml/2006/main" r:embed="R5767a1a237ae481b"/>
          <a:stretch xmlns:a="http://schemas.openxmlformats.org/drawingml/2006/main"/>
        </p:blipFill>
        <p:spPr>
          <a:xfrm xmlns:a="http://schemas.openxmlformats.org/drawingml/2006/main">
            <a:off x="476250" y="1495425"/>
            <a:ext cx="8191500" cy="211534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D48C563E-BBBA-4729-ACEB-288B9D317124}"/>
              </a:ext>
            </a:extLst>
          </p:cNvPr>
          <p:cNvSpPr>
            <a:spLocks xmlns:a="http://schemas.openxmlformats.org/drawingml/2006/main" noGrp="1"/>
          </p:cNvSpPr>
          <p:nvPr/>
        </p:nvSpPr>
        <p:spPr>
          <a:xfrm xmlns:a="http://schemas.openxmlformats.org/drawingml/2006/main">
            <a:off x="1123950" y="3848100"/>
            <a:ext cx="7524750" cy="394261"/>
          </a:xfrm>
          <a:prstGeom xmlns:a="http://schemas.openxmlformats.org/drawingml/2006/main" prst="rect">
            <a:avLst/>
          </a:prstGeom>
          <a:solidFill xmlns:a="http://schemas.openxmlformats.org/drawingml/2006/main">
            <a:srgbClr val="181818"/>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pic>
        <p:nvPicPr>
          <p:cNvPr id="6" name="">
            <a:extLst xmlns:a="http://schemas.openxmlformats.org/drawingml/2006/main">
              <a:ext uri="{FF2B5EF4-FFF2-40B4-BE49-F238E27FC236}">
                <a16:creationId xmlns:a16="http://schemas.microsoft.com/office/drawing/2014/main" id="{1FAA51AE-9307-4E80-A16D-497264CAA1BF}"/>
              </a:ext>
            </a:extLst>
          </p:cNvPr>
          <p:cNvPicPr>
            <a:picLocks xmlns:a="http://schemas.openxmlformats.org/drawingml/2006/main" noChangeAspect="1"/>
          </p:cNvPicPr>
          <p:nvPr/>
        </p:nvPicPr>
        <p:blipFill>
          <a:blip xmlns:r="http://schemas.openxmlformats.org/officeDocument/2006/relationships" xmlns:a="http://schemas.openxmlformats.org/drawingml/2006/main" r:embed="R7a8fcc0af72a48f1"/>
          <a:stretch xmlns:a="http://schemas.openxmlformats.org/drawingml/2006/main"/>
        </p:blipFill>
        <p:spPr>
          <a:xfrm xmlns:a="http://schemas.openxmlformats.org/drawingml/2006/main">
            <a:off x="1123950" y="3848100"/>
            <a:ext cx="7524750" cy="394261"/>
          </a:xfrm>
          <a:prstGeom xmlns:a="http://schemas.openxmlformats.org/drawingml/2006/main" prst="rect">
            <a:avLst/>
          </a:prstGeom>
        </p:spPr>
      </p:pic>
    </p:spTree>
    <p:extLst>
      <p:ext uri="{BB962C8B-B14F-4D97-AF65-F5344CB8AC3E}">
        <p14:creationId xmlns:p14="http://schemas.microsoft.com/office/powerpoint/2010/main" val="641184957"/>
      </p:ext>
    </p:extLst>
  </p:cSld>
</p:sld>
</file>

<file path=ppt/slides/slide29.xml><?xml version="1.0" encoding="utf-8"?>
<p:sld xmlns:p="http://schemas.openxmlformats.org/presentationml/2006/main">
  <p:cSld>
    <p:bg>
      <p:bgPr>
        <a:solidFill xmlns:a="http://schemas.openxmlformats.org/drawingml/2006/main">
          <a:srgbClr val="173F49"/>
        </a:solidFill>
      </p:bgPr>
    </p:bg>
    <p:spTree>
      <p:nvGrpSpPr>
        <p:cNvPr id="1" name=""/>
        <p:cNvGrpSpPr/>
        <p:nvPr/>
      </p:nvGrpSpPr>
      <p:grpSpPr>
        <a:xfrm xmlns:a="http://schemas.openxmlformats.org/drawingml/2006/main"/>
      </p:grpSpPr>
      <p:sp>
        <p:nvSpPr>
          <p:cNvPr id="3" name="One More">
            <a:extLst xmlns:a="http://schemas.openxmlformats.org/drawingml/2006/main">
              <a:ext uri="{FF2B5EF4-FFF2-40B4-BE49-F238E27FC236}">
                <a16:creationId xmlns:a16="http://schemas.microsoft.com/office/drawing/2014/main" id="{958FE5B1-1ED5-4F87-8401-D8B5B1771108}"/>
              </a:ext>
            </a:extLst>
          </p:cNvPr>
          <p:cNvSpPr>
            <a:spLocks xmlns:a="http://schemas.openxmlformats.org/drawingml/2006/main" noGrp="1"/>
          </p:cNvSpPr>
          <p:nvPr/>
        </p:nvSpPr>
        <p:spPr>
          <a:xfrm xmlns:a="http://schemas.openxmlformats.org/drawingml/2006/main">
            <a:off x="619125" y="1095375"/>
            <a:ext cx="79629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6600" b="1">
                <a:solidFill>
                  <a:srgbClr val="F5F2E9"/>
                </a:solidFill>
                <a:latin typeface="Pretendard"/>
                <a:ea typeface="Pretendard"/>
                <a:cs typeface="Pretendard"/>
              </a:defRPr>
            </a:defPPr>
          </a:lstStyle>
          <a:p xmlns:a="http://schemas.openxmlformats.org/drawingml/2006/main">
            <a:pPr algn="l">
              <a:defRPr sz="6600" b="1">
                <a:solidFill>
                  <a:srgbClr val="F5F2E9"/>
                </a:solidFill>
                <a:latin typeface="Pretendard"/>
                <a:ea typeface="Pretendard"/>
                <a:cs typeface="Pretendard"/>
              </a:defRPr>
            </a:pPr>
            <a:r>
              <a:rPr sz="6600" b="1">
                <a:solidFill>
                  <a:srgbClr val="F5F2E9"/>
                </a:solidFill>
                <a:latin typeface="Pretendard"/>
                <a:ea typeface="Pretendard"/>
                <a:cs typeface="Pretendard"/>
              </a:rPr>
              <a:t>One More</a:t>
            </a:r>
          </a:p>
        </p:txBody>
      </p:sp>
      <p:sp>
        <p:nvSpPr>
          <p:cNvPr id="2" name="Thing">
            <a:extLst xmlns:a="http://schemas.openxmlformats.org/drawingml/2006/main">
              <a:ext uri="{FF2B5EF4-FFF2-40B4-BE49-F238E27FC236}">
                <a16:creationId xmlns:a16="http://schemas.microsoft.com/office/drawing/2014/main" id="{87FC55B7-B495-4F35-B0F1-A09CDEA3929B}"/>
              </a:ext>
            </a:extLst>
          </p:cNvPr>
          <p:cNvSpPr>
            <a:spLocks xmlns:a="http://schemas.openxmlformats.org/drawingml/2006/main" noGrp="1"/>
          </p:cNvSpPr>
          <p:nvPr/>
        </p:nvSpPr>
        <p:spPr>
          <a:xfrm xmlns:a="http://schemas.openxmlformats.org/drawingml/2006/main">
            <a:off x="590550" y="2390775"/>
            <a:ext cx="7991475"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7725" b="1">
                <a:solidFill>
                  <a:srgbClr val="F5F2E9"/>
                </a:solidFill>
                <a:latin typeface="Pretendard"/>
                <a:ea typeface="Pretendard"/>
                <a:cs typeface="Pretendard"/>
              </a:defRPr>
            </a:defPPr>
          </a:lstStyle>
          <a:p xmlns:a="http://schemas.openxmlformats.org/drawingml/2006/main">
            <a:pPr algn="l">
              <a:defRPr sz="7725" b="1">
                <a:solidFill>
                  <a:srgbClr val="F5F2E9"/>
                </a:solidFill>
                <a:latin typeface="Pretendard"/>
                <a:ea typeface="Pretendard"/>
                <a:cs typeface="Pretendard"/>
              </a:defRPr>
            </a:pPr>
            <a:r>
              <a:rPr sz="7725" b="1">
                <a:solidFill>
                  <a:srgbClr val="F5F2E9"/>
                </a:solidFill>
                <a:latin typeface="Pretendard"/>
                <a:ea typeface="Pretendard"/>
                <a:cs typeface="Pretendard"/>
              </a:rPr>
              <a:t>Thing</a:t>
            </a:r>
          </a:p>
        </p:txBody>
      </p:sp>
    </p:spTree>
    <p:extLst>
      <p:ext uri="{BB962C8B-B14F-4D97-AF65-F5344CB8AC3E}">
        <p14:creationId xmlns:p14="http://schemas.microsoft.com/office/powerpoint/2010/main" val="308295992"/>
      </p:ext>
    </p:extLst>
  </p:cSld>
</p:sld>
</file>

<file path=ppt/slides/slide30.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16" name="One More Thing">
            <a:extLst xmlns:a="http://schemas.openxmlformats.org/drawingml/2006/main">
              <a:ext uri="{FF2B5EF4-FFF2-40B4-BE49-F238E27FC236}">
                <a16:creationId xmlns:a16="http://schemas.microsoft.com/office/drawing/2014/main" id="{AACC3044-23B7-4E1F-9FED-2E94BF7A9FFB}"/>
              </a:ext>
            </a:extLst>
          </p:cNvPr>
          <p:cNvSpPr>
            <a:spLocks xmlns:a="http://schemas.openxmlformats.org/drawingml/2006/main" noGrp="1"/>
          </p:cNvSpPr>
          <p:nvPr/>
        </p:nvSpPr>
        <p:spPr>
          <a:xfrm xmlns:a="http://schemas.openxmlformats.org/drawingml/2006/main">
            <a:off x="504825" y="257175"/>
            <a:ext cx="628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a:solidFill>
                  <a:srgbClr val="687568"/>
                </a:solidFill>
                <a:latin typeface="Pretendard"/>
                <a:ea typeface="Pretendard"/>
                <a:cs typeface="Pretendard"/>
              </a:defRPr>
            </a:defPPr>
          </a:lstStyle>
          <a:p xmlns:a="http://schemas.openxmlformats.org/drawingml/2006/main">
            <a:pPr algn="l">
              <a:defRPr sz="1050">
                <a:solidFill>
                  <a:srgbClr val="687568"/>
                </a:solidFill>
                <a:latin typeface="Pretendard"/>
                <a:ea typeface="Pretendard"/>
                <a:cs typeface="Pretendard"/>
              </a:defRPr>
            </a:pPr>
            <a:r>
              <a:rPr sz="1050">
                <a:solidFill>
                  <a:srgbClr val="687568"/>
                </a:solidFill>
                <a:latin typeface="Pretendard"/>
                <a:ea typeface="Pretendard"/>
                <a:cs typeface="Pretendard"/>
              </a:rPr>
              <a:t>One More Thing</a:t>
            </a:r>
          </a:p>
        </p:txBody>
      </p:sp>
      <p:sp>
        <p:nvSpPr>
          <p:cNvPr id="2" name="For Agents">
            <a:extLst xmlns:a="http://schemas.openxmlformats.org/drawingml/2006/main">
              <a:ext uri="{FF2B5EF4-FFF2-40B4-BE49-F238E27FC236}">
                <a16:creationId xmlns:a16="http://schemas.microsoft.com/office/drawing/2014/main" id="{C92F7A7B-36B6-4138-AD7D-9F55251ECA8D}"/>
              </a:ext>
            </a:extLst>
          </p:cNvPr>
          <p:cNvSpPr>
            <a:spLocks xmlns:a="http://schemas.openxmlformats.org/drawingml/2006/main" noGrp="1"/>
          </p:cNvSpPr>
          <p:nvPr/>
        </p:nvSpPr>
        <p:spPr>
          <a:xfrm xmlns:a="http://schemas.openxmlformats.org/drawingml/2006/main">
            <a:off x="476250" y="628650"/>
            <a:ext cx="8248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00" b="1">
                <a:solidFill>
                  <a:srgbClr val="183E35"/>
                </a:solidFill>
                <a:latin typeface="Pretendard"/>
                <a:ea typeface="Pretendard"/>
                <a:cs typeface="Pretendard"/>
              </a:defRPr>
            </a:defPPr>
          </a:lstStyle>
          <a:p xmlns:a="http://schemas.openxmlformats.org/drawingml/2006/main">
            <a:pPr algn="l">
              <a:defRPr sz="3000" b="1">
                <a:solidFill>
                  <a:srgbClr val="183E35"/>
                </a:solidFill>
                <a:latin typeface="Pretendard"/>
                <a:ea typeface="Pretendard"/>
                <a:cs typeface="Pretendard"/>
              </a:defRPr>
            </a:pPr>
            <a:r>
              <a:rPr sz="3000" b="1">
                <a:solidFill>
                  <a:srgbClr val="183E35"/>
                </a:solidFill>
                <a:latin typeface="Pretendard"/>
                <a:ea typeface="Pretendard"/>
                <a:cs typeface="Pretendard"/>
              </a:rPr>
              <a:t>For Agents</a:t>
            </a:r>
          </a:p>
        </p:txBody>
      </p:sp>
      <p:sp>
        <p:nvSpPr>
          <p:cNvPr id="3" name="30">
            <a:extLst xmlns:a="http://schemas.openxmlformats.org/drawingml/2006/main">
              <a:ext uri="{FF2B5EF4-FFF2-40B4-BE49-F238E27FC236}">
                <a16:creationId xmlns:a16="http://schemas.microsoft.com/office/drawing/2014/main" id="{3E2345F1-B4CD-49BE-8B53-98B28AE60626}"/>
              </a:ext>
            </a:extLst>
          </p:cNvPr>
          <p:cNvSpPr>
            <a:spLocks xmlns:a="http://schemas.openxmlformats.org/drawingml/2006/main" noGrp="1"/>
          </p:cNvSpPr>
          <p:nvPr/>
        </p:nvSpPr>
        <p:spPr>
          <a:xfrm xmlns:a="http://schemas.openxmlformats.org/drawingml/2006/main">
            <a:off x="8534400" y="4781550"/>
            <a:ext cx="295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75" b="0">
                <a:solidFill>
                  <a:srgbClr val="687568"/>
                </a:solidFill>
                <a:latin typeface="Pretendard"/>
                <a:ea typeface="Pretendard"/>
                <a:cs typeface="Pretendard"/>
              </a:defRPr>
            </a:defPPr>
          </a:lstStyle>
          <a:p xmlns:a="http://schemas.openxmlformats.org/drawingml/2006/main">
            <a:pPr algn="r">
              <a:defRPr sz="975" b="0">
                <a:solidFill>
                  <a:srgbClr val="687568"/>
                </a:solidFill>
                <a:latin typeface="Pretendard"/>
                <a:ea typeface="Pretendard"/>
                <a:cs typeface="Pretendard"/>
              </a:defRPr>
            </a:pPr>
            <a:r>
              <a:rPr sz="975" b="0">
                <a:solidFill>
                  <a:srgbClr val="687568"/>
                </a:solidFill>
                <a:latin typeface="Pretendard"/>
                <a:ea typeface="Pretendard"/>
                <a:cs typeface="Pretendard"/>
              </a:rPr>
              <a:t>30</a:t>
            </a:r>
          </a:p>
        </p:txBody>
      </p:sp>
      <p:sp>
        <p:nvSpPr>
          <p:cNvPr id="4" name="">
            <a:extLst xmlns:a="http://schemas.openxmlformats.org/drawingml/2006/main">
              <a:ext uri="{FF2B5EF4-FFF2-40B4-BE49-F238E27FC236}">
                <a16:creationId xmlns:a16="http://schemas.microsoft.com/office/drawing/2014/main" id="{2F962FE4-095A-4750-943A-14DFBE4EE74C}"/>
              </a:ext>
            </a:extLst>
          </p:cNvPr>
          <p:cNvSpPr>
            <a:spLocks xmlns:a="http://schemas.openxmlformats.org/drawingml/2006/main" noGrp="1"/>
          </p:cNvSpPr>
          <p:nvPr/>
        </p:nvSpPr>
        <p:spPr>
          <a:xfrm xmlns:a="http://schemas.openxmlformats.org/drawingml/2006/main">
            <a:off x="1009650" y="1733550"/>
            <a:ext cx="1447800" cy="1447800"/>
          </a:xfrm>
          <a:prstGeom xmlns:a="http://schemas.openxmlformats.org/drawingml/2006/main" prst="ellipse">
            <a:avLst/>
          </a:prstGeom>
          <a:solidFill xmlns:a="http://schemas.openxmlformats.org/drawingml/2006/main">
            <a:srgbClr val="DCE7E2"/>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5901D61E-C614-4234-903B-090FD8EFBF00}"/>
              </a:ext>
            </a:extLst>
          </p:cNvPr>
          <p:cNvPicPr>
            <a:picLocks xmlns:a="http://schemas.openxmlformats.org/drawingml/2006/main" noChangeAspect="1"/>
          </p:cNvPicPr>
          <p:nvPr/>
        </p:nvPicPr>
        <p:blipFill>
          <a:blip xmlns:r="http://schemas.openxmlformats.org/officeDocument/2006/relationships" xmlns:a="http://schemas.openxmlformats.org/drawingml/2006/main" r:embed="Re7ebfe32c0684bdf"/>
          <a:stretch xmlns:a="http://schemas.openxmlformats.org/drawingml/2006/main"/>
        </p:blipFill>
        <p:spPr>
          <a:xfrm xmlns:a="http://schemas.openxmlformats.org/drawingml/2006/main">
            <a:off x="1390650" y="2114550"/>
            <a:ext cx="685800" cy="685800"/>
          </a:xfrm>
          <a:prstGeom xmlns:a="http://schemas.openxmlformats.org/drawingml/2006/main" prst="rect">
            <a:avLst/>
          </a:prstGeom>
        </p:spPr>
      </p:pic>
      <p:sp>
        <p:nvSpPr>
          <p:cNvPr id="6" name="Skills">
            <a:extLst xmlns:a="http://schemas.openxmlformats.org/drawingml/2006/main">
              <a:ext uri="{FF2B5EF4-FFF2-40B4-BE49-F238E27FC236}">
                <a16:creationId xmlns:a16="http://schemas.microsoft.com/office/drawing/2014/main" id="{E383F2D8-C0E6-4C0B-9578-23416D322D95}"/>
              </a:ext>
            </a:extLst>
          </p:cNvPr>
          <p:cNvSpPr>
            <a:spLocks xmlns:a="http://schemas.openxmlformats.org/drawingml/2006/main" noGrp="1"/>
          </p:cNvSpPr>
          <p:nvPr/>
        </p:nvSpPr>
        <p:spPr>
          <a:xfrm xmlns:a="http://schemas.openxmlformats.org/drawingml/2006/main">
            <a:off x="552450" y="3467100"/>
            <a:ext cx="2362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50" b="1">
                <a:solidFill>
                  <a:srgbClr val="183E35"/>
                </a:solidFill>
                <a:latin typeface="Pretendard"/>
                <a:ea typeface="Pretendard"/>
                <a:cs typeface="Pretendard"/>
              </a:defRPr>
            </a:defPPr>
          </a:lstStyle>
          <a:p xmlns:a="http://schemas.openxmlformats.org/drawingml/2006/main">
            <a:pPr algn="ctr">
              <a:defRPr sz="2250" b="1">
                <a:solidFill>
                  <a:srgbClr val="183E35"/>
                </a:solidFill>
                <a:latin typeface="Pretendard"/>
                <a:ea typeface="Pretendard"/>
                <a:cs typeface="Pretendard"/>
              </a:defRPr>
            </a:pPr>
            <a:r>
              <a:rPr sz="2250" b="1">
                <a:solidFill>
                  <a:srgbClr val="183E35"/>
                </a:solidFill>
                <a:latin typeface="Pretendard"/>
                <a:ea typeface="Pretendard"/>
                <a:cs typeface="Pretendard"/>
              </a:rPr>
              <a:t>Skills</a:t>
            </a:r>
          </a:p>
        </p:txBody>
      </p:sp>
      <p:sp>
        <p:nvSpPr>
          <p:cNvPr id="7" name="업무 절차">
            <a:extLst xmlns:a="http://schemas.openxmlformats.org/drawingml/2006/main">
              <a:ext uri="{FF2B5EF4-FFF2-40B4-BE49-F238E27FC236}">
                <a16:creationId xmlns:a16="http://schemas.microsoft.com/office/drawing/2014/main" id="{EC44C674-9B36-4853-B759-1A7154417C55}"/>
              </a:ext>
            </a:extLst>
          </p:cNvPr>
          <p:cNvSpPr>
            <a:spLocks xmlns:a="http://schemas.openxmlformats.org/drawingml/2006/main" noGrp="1"/>
          </p:cNvSpPr>
          <p:nvPr/>
        </p:nvSpPr>
        <p:spPr>
          <a:xfrm xmlns:a="http://schemas.openxmlformats.org/drawingml/2006/main">
            <a:off x="704850" y="4143375"/>
            <a:ext cx="2057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a:solidFill>
                  <a:srgbClr val="567D89"/>
                </a:solidFill>
                <a:latin typeface="Pretendard"/>
                <a:ea typeface="Pretendard"/>
                <a:cs typeface="Pretendard"/>
              </a:defRPr>
            </a:defPPr>
          </a:lstStyle>
          <a:p xmlns:a="http://schemas.openxmlformats.org/drawingml/2006/main">
            <a:pPr algn="ctr">
              <a:defRPr sz="1800">
                <a:solidFill>
                  <a:srgbClr val="567D89"/>
                </a:solidFill>
                <a:latin typeface="Pretendard"/>
                <a:ea typeface="Pretendard"/>
                <a:cs typeface="Pretendard"/>
              </a:defRPr>
            </a:pPr>
            <a:r>
              <a:rPr sz="1800">
                <a:solidFill>
                  <a:srgbClr val="567D89"/>
                </a:solidFill>
                <a:latin typeface="Pretendard"/>
                <a:ea typeface="Pretendard"/>
                <a:cs typeface="Pretendard"/>
              </a:rPr>
              <a:t>업무 절차</a:t>
            </a:r>
          </a:p>
        </p:txBody>
      </p:sp>
      <p:sp>
        <p:nvSpPr>
          <p:cNvPr id="8" name="">
            <a:extLst xmlns:a="http://schemas.openxmlformats.org/drawingml/2006/main">
              <a:ext uri="{FF2B5EF4-FFF2-40B4-BE49-F238E27FC236}">
                <a16:creationId xmlns:a16="http://schemas.microsoft.com/office/drawing/2014/main" id="{01208009-4937-4053-ADBB-1AE180BEE995}"/>
              </a:ext>
            </a:extLst>
          </p:cNvPr>
          <p:cNvSpPr>
            <a:spLocks xmlns:a="http://schemas.openxmlformats.org/drawingml/2006/main" noGrp="1"/>
          </p:cNvSpPr>
          <p:nvPr/>
        </p:nvSpPr>
        <p:spPr>
          <a:xfrm xmlns:a="http://schemas.openxmlformats.org/drawingml/2006/main">
            <a:off x="3829050" y="1733550"/>
            <a:ext cx="1447800" cy="1447800"/>
          </a:xfrm>
          <a:prstGeom xmlns:a="http://schemas.openxmlformats.org/drawingml/2006/main" prst="ellipse">
            <a:avLst/>
          </a:prstGeom>
          <a:solidFill xmlns:a="http://schemas.openxmlformats.org/drawingml/2006/main">
            <a:srgbClr val="183E35"/>
          </a:solidFill>
          <a:ln xmlns:a="http://schemas.openxmlformats.org/drawingml/2006/main" w="0">
            <a:noFill/>
          </a:ln>
        </p:spPr>
      </p:sp>
      <p:pic>
        <p:nvPicPr>
          <p:cNvPr id="9" name="">
            <a:extLst xmlns:a="http://schemas.openxmlformats.org/drawingml/2006/main">
              <a:ext uri="{FF2B5EF4-FFF2-40B4-BE49-F238E27FC236}">
                <a16:creationId xmlns:a16="http://schemas.microsoft.com/office/drawing/2014/main" id="{07E49273-558E-4C46-AD86-284654D24D21}"/>
              </a:ext>
            </a:extLst>
          </p:cNvPr>
          <p:cNvPicPr>
            <a:picLocks xmlns:a="http://schemas.openxmlformats.org/drawingml/2006/main" noChangeAspect="1"/>
          </p:cNvPicPr>
          <p:nvPr/>
        </p:nvPicPr>
        <p:blipFill>
          <a:blip xmlns:r="http://schemas.openxmlformats.org/officeDocument/2006/relationships" xmlns:a="http://schemas.openxmlformats.org/drawingml/2006/main" r:embed="R35203a6e9f3b40e3"/>
          <a:stretch xmlns:a="http://schemas.openxmlformats.org/drawingml/2006/main"/>
        </p:blipFill>
        <p:spPr>
          <a:xfrm xmlns:a="http://schemas.openxmlformats.org/drawingml/2006/main">
            <a:off x="4210050" y="2114550"/>
            <a:ext cx="685800" cy="685800"/>
          </a:xfrm>
          <a:prstGeom xmlns:a="http://schemas.openxmlformats.org/drawingml/2006/main" prst="rect">
            <a:avLst/>
          </a:prstGeom>
        </p:spPr>
      </p:pic>
      <p:sp>
        <p:nvSpPr>
          <p:cNvPr id="10" name="MCP">
            <a:extLst xmlns:a="http://schemas.openxmlformats.org/drawingml/2006/main">
              <a:ext uri="{FF2B5EF4-FFF2-40B4-BE49-F238E27FC236}">
                <a16:creationId xmlns:a16="http://schemas.microsoft.com/office/drawing/2014/main" id="{C7AF4888-8CDA-40F8-B4F6-BB2FE26FFCBC}"/>
              </a:ext>
            </a:extLst>
          </p:cNvPr>
          <p:cNvSpPr>
            <a:spLocks xmlns:a="http://schemas.openxmlformats.org/drawingml/2006/main" noGrp="1"/>
          </p:cNvSpPr>
          <p:nvPr/>
        </p:nvSpPr>
        <p:spPr>
          <a:xfrm xmlns:a="http://schemas.openxmlformats.org/drawingml/2006/main">
            <a:off x="3371850" y="3467100"/>
            <a:ext cx="2362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50" b="1">
                <a:solidFill>
                  <a:srgbClr val="183E35"/>
                </a:solidFill>
                <a:latin typeface="Pretendard"/>
                <a:ea typeface="Pretendard"/>
                <a:cs typeface="Pretendard"/>
              </a:defRPr>
            </a:defPPr>
          </a:lstStyle>
          <a:p xmlns:a="http://schemas.openxmlformats.org/drawingml/2006/main">
            <a:pPr algn="ctr">
              <a:defRPr sz="2250" b="1">
                <a:solidFill>
                  <a:srgbClr val="183E35"/>
                </a:solidFill>
                <a:latin typeface="Pretendard"/>
                <a:ea typeface="Pretendard"/>
                <a:cs typeface="Pretendard"/>
              </a:defRPr>
            </a:pPr>
            <a:r>
              <a:rPr sz="2250" b="1">
                <a:solidFill>
                  <a:srgbClr val="183E35"/>
                </a:solidFill>
                <a:latin typeface="Pretendard"/>
                <a:ea typeface="Pretendard"/>
                <a:cs typeface="Pretendard"/>
              </a:rPr>
              <a:t>MCP</a:t>
            </a:r>
          </a:p>
        </p:txBody>
      </p:sp>
      <p:sp>
        <p:nvSpPr>
          <p:cNvPr id="11" name="조회 · 실행">
            <a:extLst xmlns:a="http://schemas.openxmlformats.org/drawingml/2006/main">
              <a:ext uri="{FF2B5EF4-FFF2-40B4-BE49-F238E27FC236}">
                <a16:creationId xmlns:a16="http://schemas.microsoft.com/office/drawing/2014/main" id="{4974947B-39CD-4AC5-92E7-7BEA14C5780E}"/>
              </a:ext>
            </a:extLst>
          </p:cNvPr>
          <p:cNvSpPr>
            <a:spLocks xmlns:a="http://schemas.openxmlformats.org/drawingml/2006/main" noGrp="1"/>
          </p:cNvSpPr>
          <p:nvPr/>
        </p:nvSpPr>
        <p:spPr>
          <a:xfrm xmlns:a="http://schemas.openxmlformats.org/drawingml/2006/main">
            <a:off x="3524250" y="4143375"/>
            <a:ext cx="2057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a:solidFill>
                  <a:srgbClr val="567D89"/>
                </a:solidFill>
                <a:latin typeface="Pretendard"/>
                <a:ea typeface="Pretendard"/>
                <a:cs typeface="Pretendard"/>
              </a:defRPr>
            </a:defPPr>
          </a:lstStyle>
          <a:p xmlns:a="http://schemas.openxmlformats.org/drawingml/2006/main">
            <a:pPr algn="ctr">
              <a:defRPr sz="1800">
                <a:solidFill>
                  <a:srgbClr val="567D89"/>
                </a:solidFill>
                <a:latin typeface="Pretendard"/>
                <a:ea typeface="Pretendard"/>
                <a:cs typeface="Pretendard"/>
              </a:defRPr>
            </a:pPr>
            <a:r>
              <a:rPr sz="1800">
                <a:solidFill>
                  <a:srgbClr val="567D89"/>
                </a:solidFill>
                <a:latin typeface="Pretendard"/>
                <a:ea typeface="Pretendard"/>
                <a:cs typeface="Pretendard"/>
              </a:rPr>
              <a:t>조회 · 실행</a:t>
            </a:r>
          </a:p>
        </p:txBody>
      </p:sp>
      <p:sp>
        <p:nvSpPr>
          <p:cNvPr id="12" name="">
            <a:extLst xmlns:a="http://schemas.openxmlformats.org/drawingml/2006/main">
              <a:ext uri="{FF2B5EF4-FFF2-40B4-BE49-F238E27FC236}">
                <a16:creationId xmlns:a16="http://schemas.microsoft.com/office/drawing/2014/main" id="{3F10451D-2AB0-4F9D-B78C-BF400B57B16E}"/>
              </a:ext>
            </a:extLst>
          </p:cNvPr>
          <p:cNvSpPr>
            <a:spLocks xmlns:a="http://schemas.openxmlformats.org/drawingml/2006/main" noGrp="1"/>
          </p:cNvSpPr>
          <p:nvPr/>
        </p:nvSpPr>
        <p:spPr>
          <a:xfrm xmlns:a="http://schemas.openxmlformats.org/drawingml/2006/main">
            <a:off x="6648450" y="1733550"/>
            <a:ext cx="1447800" cy="1447800"/>
          </a:xfrm>
          <a:prstGeom xmlns:a="http://schemas.openxmlformats.org/drawingml/2006/main" prst="ellipse">
            <a:avLst/>
          </a:prstGeom>
          <a:solidFill xmlns:a="http://schemas.openxmlformats.org/drawingml/2006/main">
            <a:srgbClr val="DCE7E2"/>
          </a:solidFill>
          <a:ln xmlns:a="http://schemas.openxmlformats.org/drawingml/2006/main" w="0">
            <a:noFill/>
          </a:ln>
        </p:spPr>
      </p:sp>
      <p:pic>
        <p:nvPicPr>
          <p:cNvPr id="13" name="">
            <a:extLst xmlns:a="http://schemas.openxmlformats.org/drawingml/2006/main">
              <a:ext uri="{FF2B5EF4-FFF2-40B4-BE49-F238E27FC236}">
                <a16:creationId xmlns:a16="http://schemas.microsoft.com/office/drawing/2014/main" id="{046E8FA0-ACB4-454C-A1FE-4A389C42668A}"/>
              </a:ext>
            </a:extLst>
          </p:cNvPr>
          <p:cNvPicPr>
            <a:picLocks xmlns:a="http://schemas.openxmlformats.org/drawingml/2006/main" noChangeAspect="1"/>
          </p:cNvPicPr>
          <p:nvPr/>
        </p:nvPicPr>
        <p:blipFill>
          <a:blip xmlns:r="http://schemas.openxmlformats.org/officeDocument/2006/relationships" xmlns:a="http://schemas.openxmlformats.org/drawingml/2006/main" r:embed="R183273a80cf74496"/>
          <a:stretch xmlns:a="http://schemas.openxmlformats.org/drawingml/2006/main"/>
        </p:blipFill>
        <p:spPr>
          <a:xfrm xmlns:a="http://schemas.openxmlformats.org/drawingml/2006/main">
            <a:off x="7029450" y="2114550"/>
            <a:ext cx="685800" cy="685800"/>
          </a:xfrm>
          <a:prstGeom xmlns:a="http://schemas.openxmlformats.org/drawingml/2006/main" prst="rect">
            <a:avLst/>
          </a:prstGeom>
        </p:spPr>
      </p:pic>
      <p:sp>
        <p:nvSpPr>
          <p:cNvPr id="14" name="MCP Events">
            <a:extLst xmlns:a="http://schemas.openxmlformats.org/drawingml/2006/main">
              <a:ext uri="{FF2B5EF4-FFF2-40B4-BE49-F238E27FC236}">
                <a16:creationId xmlns:a16="http://schemas.microsoft.com/office/drawing/2014/main" id="{3C5A7BBE-E1DD-4BB2-821B-F6BF0635D0C3}"/>
              </a:ext>
            </a:extLst>
          </p:cNvPr>
          <p:cNvSpPr>
            <a:spLocks xmlns:a="http://schemas.openxmlformats.org/drawingml/2006/main" noGrp="1"/>
          </p:cNvSpPr>
          <p:nvPr/>
        </p:nvSpPr>
        <p:spPr>
          <a:xfrm xmlns:a="http://schemas.openxmlformats.org/drawingml/2006/main">
            <a:off x="6191250" y="3467100"/>
            <a:ext cx="2362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50" b="1">
                <a:solidFill>
                  <a:srgbClr val="183E35"/>
                </a:solidFill>
                <a:latin typeface="Pretendard"/>
                <a:ea typeface="Pretendard"/>
                <a:cs typeface="Pretendard"/>
              </a:defRPr>
            </a:defPPr>
          </a:lstStyle>
          <a:p xmlns:a="http://schemas.openxmlformats.org/drawingml/2006/main">
            <a:pPr algn="ctr">
              <a:defRPr sz="2250" b="1">
                <a:solidFill>
                  <a:srgbClr val="183E35"/>
                </a:solidFill>
                <a:latin typeface="Pretendard"/>
                <a:ea typeface="Pretendard"/>
                <a:cs typeface="Pretendard"/>
              </a:defRPr>
            </a:pPr>
            <a:r>
              <a:rPr sz="2250" b="1">
                <a:solidFill>
                  <a:srgbClr val="183E35"/>
                </a:solidFill>
                <a:latin typeface="Pretendard"/>
                <a:ea typeface="Pretendard"/>
                <a:cs typeface="Pretendard"/>
              </a:rPr>
              <a:t>MCP Events</a:t>
            </a:r>
          </a:p>
        </p:txBody>
      </p:sp>
      <p:sp>
        <p:nvSpPr>
          <p:cNvPr id="15" name="변경 알림">
            <a:extLst xmlns:a="http://schemas.openxmlformats.org/drawingml/2006/main">
              <a:ext uri="{FF2B5EF4-FFF2-40B4-BE49-F238E27FC236}">
                <a16:creationId xmlns:a16="http://schemas.microsoft.com/office/drawing/2014/main" id="{EB57C8E1-4B51-45F7-96DC-139865C3320C}"/>
              </a:ext>
            </a:extLst>
          </p:cNvPr>
          <p:cNvSpPr>
            <a:spLocks xmlns:a="http://schemas.openxmlformats.org/drawingml/2006/main" noGrp="1"/>
          </p:cNvSpPr>
          <p:nvPr/>
        </p:nvSpPr>
        <p:spPr>
          <a:xfrm xmlns:a="http://schemas.openxmlformats.org/drawingml/2006/main">
            <a:off x="6343650" y="4143375"/>
            <a:ext cx="2057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a:solidFill>
                  <a:srgbClr val="567D89"/>
                </a:solidFill>
                <a:latin typeface="Pretendard"/>
                <a:ea typeface="Pretendard"/>
                <a:cs typeface="Pretendard"/>
              </a:defRPr>
            </a:defPPr>
          </a:lstStyle>
          <a:p xmlns:a="http://schemas.openxmlformats.org/drawingml/2006/main">
            <a:pPr algn="ctr">
              <a:defRPr sz="1800">
                <a:solidFill>
                  <a:srgbClr val="567D89"/>
                </a:solidFill>
                <a:latin typeface="Pretendard"/>
                <a:ea typeface="Pretendard"/>
                <a:cs typeface="Pretendard"/>
              </a:defRPr>
            </a:pPr>
            <a:r>
              <a:rPr sz="1800">
                <a:solidFill>
                  <a:srgbClr val="567D89"/>
                </a:solidFill>
                <a:latin typeface="Pretendard"/>
                <a:ea typeface="Pretendard"/>
                <a:cs typeface="Pretendard"/>
              </a:rPr>
              <a:t>변경 알림</a:t>
            </a:r>
          </a:p>
        </p:txBody>
      </p:sp>
    </p:spTree>
    <p:extLst>
      <p:ext uri="{BB962C8B-B14F-4D97-AF65-F5344CB8AC3E}">
        <p14:creationId xmlns:p14="http://schemas.microsoft.com/office/powerpoint/2010/main" val="1865929397"/>
      </p:ext>
    </p:extLst>
  </p:cSld>
</p:sld>
</file>

<file path=ppt/slides/slide31.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5" name="One More Thing">
            <a:extLst xmlns:a="http://schemas.openxmlformats.org/drawingml/2006/main">
              <a:ext uri="{FF2B5EF4-FFF2-40B4-BE49-F238E27FC236}">
                <a16:creationId xmlns:a16="http://schemas.microsoft.com/office/drawing/2014/main" id="{E95D17B2-A37A-40E3-A8AA-D6448FBE9D52}"/>
              </a:ext>
            </a:extLst>
          </p:cNvPr>
          <p:cNvSpPr>
            <a:spLocks xmlns:a="http://schemas.openxmlformats.org/drawingml/2006/main" noGrp="1"/>
          </p:cNvSpPr>
          <p:nvPr/>
        </p:nvSpPr>
        <p:spPr>
          <a:xfrm xmlns:a="http://schemas.openxmlformats.org/drawingml/2006/main">
            <a:off x="504825" y="257175"/>
            <a:ext cx="628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a:solidFill>
                  <a:srgbClr val="687568"/>
                </a:solidFill>
                <a:latin typeface="Pretendard"/>
                <a:ea typeface="Pretendard"/>
                <a:cs typeface="Pretendard"/>
              </a:defRPr>
            </a:defPPr>
          </a:lstStyle>
          <a:p xmlns:a="http://schemas.openxmlformats.org/drawingml/2006/main">
            <a:pPr algn="l">
              <a:defRPr sz="1050">
                <a:solidFill>
                  <a:srgbClr val="687568"/>
                </a:solidFill>
                <a:latin typeface="Pretendard"/>
                <a:ea typeface="Pretendard"/>
                <a:cs typeface="Pretendard"/>
              </a:defRPr>
            </a:pPr>
            <a:r>
              <a:rPr sz="1050">
                <a:solidFill>
                  <a:srgbClr val="687568"/>
                </a:solidFill>
                <a:latin typeface="Pretendard"/>
                <a:ea typeface="Pretendard"/>
                <a:cs typeface="Pretendard"/>
              </a:rPr>
              <a:t>One More Thing</a:t>
            </a:r>
          </a:p>
        </p:txBody>
      </p:sp>
      <p:sp>
        <p:nvSpPr>
          <p:cNvPr id="2" name="ChatGPT로 명문가에 연결">
            <a:extLst xmlns:a="http://schemas.openxmlformats.org/drawingml/2006/main">
              <a:ext uri="{FF2B5EF4-FFF2-40B4-BE49-F238E27FC236}">
                <a16:creationId xmlns:a16="http://schemas.microsoft.com/office/drawing/2014/main" id="{C9A0089C-2DBB-43D3-83BD-F59871A51E1A}"/>
              </a:ext>
            </a:extLst>
          </p:cNvPr>
          <p:cNvSpPr>
            <a:spLocks xmlns:a="http://schemas.openxmlformats.org/drawingml/2006/main" noGrp="1"/>
          </p:cNvSpPr>
          <p:nvPr/>
        </p:nvSpPr>
        <p:spPr>
          <a:xfrm xmlns:a="http://schemas.openxmlformats.org/drawingml/2006/main">
            <a:off x="476250" y="628650"/>
            <a:ext cx="8248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00" b="1">
                <a:solidFill>
                  <a:srgbClr val="183E35"/>
                </a:solidFill>
                <a:latin typeface="Pretendard"/>
                <a:ea typeface="Pretendard"/>
                <a:cs typeface="Pretendard"/>
              </a:defRPr>
            </a:defPPr>
          </a:lstStyle>
          <a:p xmlns:a="http://schemas.openxmlformats.org/drawingml/2006/main">
            <a:pPr algn="l">
              <a:defRPr sz="3000" b="1">
                <a:solidFill>
                  <a:srgbClr val="183E35"/>
                </a:solidFill>
                <a:latin typeface="Pretendard"/>
                <a:ea typeface="Pretendard"/>
                <a:cs typeface="Pretendard"/>
              </a:defRPr>
            </a:pPr>
            <a:r>
              <a:rPr sz="3000" b="1">
                <a:solidFill>
                  <a:srgbClr val="183E35"/>
                </a:solidFill>
                <a:latin typeface="Pretendard"/>
                <a:ea typeface="Pretendard"/>
                <a:cs typeface="Pretendard"/>
              </a:rPr>
              <a:t>ChatGPT로 명문가에 연결</a:t>
            </a:r>
          </a:p>
        </p:txBody>
      </p:sp>
      <p:sp>
        <p:nvSpPr>
          <p:cNvPr id="3" name="31">
            <a:extLst xmlns:a="http://schemas.openxmlformats.org/drawingml/2006/main">
              <a:ext uri="{FF2B5EF4-FFF2-40B4-BE49-F238E27FC236}">
                <a16:creationId xmlns:a16="http://schemas.microsoft.com/office/drawing/2014/main" id="{124A98A1-9D8F-4D43-B1D8-EFAB348B33C9}"/>
              </a:ext>
            </a:extLst>
          </p:cNvPr>
          <p:cNvSpPr>
            <a:spLocks xmlns:a="http://schemas.openxmlformats.org/drawingml/2006/main" noGrp="1"/>
          </p:cNvSpPr>
          <p:nvPr/>
        </p:nvSpPr>
        <p:spPr>
          <a:xfrm xmlns:a="http://schemas.openxmlformats.org/drawingml/2006/main">
            <a:off x="8534400" y="4781550"/>
            <a:ext cx="295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75" b="0">
                <a:solidFill>
                  <a:srgbClr val="687568"/>
                </a:solidFill>
                <a:latin typeface="Pretendard"/>
                <a:ea typeface="Pretendard"/>
                <a:cs typeface="Pretendard"/>
              </a:defRPr>
            </a:defPPr>
          </a:lstStyle>
          <a:p xmlns:a="http://schemas.openxmlformats.org/drawingml/2006/main">
            <a:pPr algn="r">
              <a:defRPr sz="975" b="0">
                <a:solidFill>
                  <a:srgbClr val="687568"/>
                </a:solidFill>
                <a:latin typeface="Pretendard"/>
                <a:ea typeface="Pretendard"/>
                <a:cs typeface="Pretendard"/>
              </a:defRPr>
            </a:pPr>
            <a:r>
              <a:rPr sz="975" b="0">
                <a:solidFill>
                  <a:srgbClr val="687568"/>
                </a:solidFill>
                <a:latin typeface="Pretendard"/>
                <a:ea typeface="Pretendard"/>
                <a:cs typeface="Pretendard"/>
              </a:rPr>
              <a:t>31</a:t>
            </a:r>
          </a:p>
        </p:txBody>
      </p:sp>
      <p:pic>
        <p:nvPicPr>
          <p:cNvPr id="4" name="">
            <a:extLst xmlns:a="http://schemas.openxmlformats.org/drawingml/2006/main">
              <a:ext uri="{FF2B5EF4-FFF2-40B4-BE49-F238E27FC236}">
                <a16:creationId xmlns:a16="http://schemas.microsoft.com/office/drawing/2014/main" id="{0267A778-1C16-47FE-BDF9-91FFAD3A5624}"/>
              </a:ext>
            </a:extLst>
          </p:cNvPr>
          <p:cNvPicPr>
            <a:picLocks xmlns:a="http://schemas.openxmlformats.org/drawingml/2006/main" noChangeAspect="1"/>
          </p:cNvPicPr>
          <p:nvPr/>
        </p:nvPicPr>
        <p:blipFill>
          <a:blip xmlns:r="http://schemas.openxmlformats.org/officeDocument/2006/relationships" xmlns:a="http://schemas.openxmlformats.org/drawingml/2006/main" r:embed="R724f5efbe32b4b2b"/>
          <a:stretch xmlns:a="http://schemas.openxmlformats.org/drawingml/2006/main"/>
        </p:blipFill>
        <p:spPr>
          <a:xfrm xmlns:a="http://schemas.openxmlformats.org/drawingml/2006/main">
            <a:off x="2533650" y="1394441"/>
            <a:ext cx="4086225" cy="3335694"/>
          </a:xfrm>
          <a:prstGeom xmlns:a="http://schemas.openxmlformats.org/drawingml/2006/main" prst="rect">
            <a:avLst/>
          </a:prstGeom>
        </p:spPr>
      </p:pic>
    </p:spTree>
    <p:extLst>
      <p:ext uri="{BB962C8B-B14F-4D97-AF65-F5344CB8AC3E}">
        <p14:creationId xmlns:p14="http://schemas.microsoft.com/office/powerpoint/2010/main" val="53032956"/>
      </p:ext>
    </p:extLst>
  </p:cSld>
</p:sld>
</file>

<file path=ppt/slides/slide32.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4E925EA7-D8CA-4835-BDFC-C261C9A6B2EB}"/>
              </a:ext>
            </a:extLst>
          </p:cNvPr>
          <p:cNvPicPr>
            <a:picLocks xmlns:a="http://schemas.openxmlformats.org/drawingml/2006/main" noChangeAspect="1"/>
          </p:cNvPicPr>
          <p:nvPr/>
        </p:nvPicPr>
        <p:blipFill>
          <a:blip xmlns:r="http://schemas.openxmlformats.org/officeDocument/2006/relationships" xmlns:a="http://schemas.openxmlformats.org/drawingml/2006/main" r:embed="R6bf77aeef5c24e20"/>
          <a:stretch xmlns:a="http://schemas.openxmlformats.org/drawingml/2006/main"/>
        </p:blipFill>
        <p:spPr>
          <a:xfrm xmlns:a="http://schemas.openxmlformats.org/drawingml/2006/main">
            <a:off x="2429" y="0"/>
            <a:ext cx="9139141" cy="5143500"/>
          </a:xfrm>
          <a:prstGeom xmlns:a="http://schemas.openxmlformats.org/drawingml/2006/main" prst="rect">
            <a:avLst/>
          </a:prstGeom>
        </p:spPr>
      </p:pic>
      <p:sp>
        <p:nvSpPr>
          <p:cNvPr id="2" name="우리 가문은">
            <a:extLst xmlns:a="http://schemas.openxmlformats.org/drawingml/2006/main">
              <a:ext uri="{FF2B5EF4-FFF2-40B4-BE49-F238E27FC236}">
                <a16:creationId xmlns:a16="http://schemas.microsoft.com/office/drawing/2014/main" id="{FC6B66BA-E2E0-4511-8552-94DF95C080E4}"/>
              </a:ext>
            </a:extLst>
          </p:cNvPr>
          <p:cNvSpPr>
            <a:spLocks xmlns:a="http://schemas.openxmlformats.org/drawingml/2006/main" noGrp="1"/>
          </p:cNvSpPr>
          <p:nvPr/>
        </p:nvSpPr>
        <p:spPr>
          <a:xfrm xmlns:a="http://schemas.openxmlformats.org/drawingml/2006/main">
            <a:off x="552450" y="1133475"/>
            <a:ext cx="35909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a:solidFill>
                  <a:srgbClr val="183E35"/>
                </a:solidFill>
                <a:latin typeface="Pretendard"/>
                <a:ea typeface="Pretendard"/>
                <a:cs typeface="Pretendard"/>
              </a:defRPr>
            </a:defPPr>
          </a:lstStyle>
          <a:p xmlns:a="http://schemas.openxmlformats.org/drawingml/2006/main">
            <a:pPr algn="l">
              <a:defRPr sz="2025">
                <a:solidFill>
                  <a:srgbClr val="183E35"/>
                </a:solidFill>
                <a:latin typeface="Pretendard"/>
                <a:ea typeface="Pretendard"/>
                <a:cs typeface="Pretendard"/>
              </a:defRPr>
            </a:pPr>
            <a:r>
              <a:rPr sz="2025">
                <a:solidFill>
                  <a:srgbClr val="183E35"/>
                </a:solidFill>
                <a:latin typeface="Pretendard"/>
                <a:ea typeface="Pretendard"/>
                <a:cs typeface="Pretendard"/>
              </a:rPr>
              <a:t>우리 가문은</a:t>
            </a:r>
          </a:p>
        </p:txBody>
      </p:sp>
      <p:sp>
        <p:nvSpPr>
          <p:cNvPr id="3" name="명문가">
            <a:extLst xmlns:a="http://schemas.openxmlformats.org/drawingml/2006/main">
              <a:ext uri="{FF2B5EF4-FFF2-40B4-BE49-F238E27FC236}">
                <a16:creationId xmlns:a16="http://schemas.microsoft.com/office/drawing/2014/main" id="{572150A4-8423-4F5D-AD78-FF9860B195F8}"/>
              </a:ext>
            </a:extLst>
          </p:cNvPr>
          <p:cNvSpPr>
            <a:spLocks xmlns:a="http://schemas.openxmlformats.org/drawingml/2006/main" noGrp="1"/>
          </p:cNvSpPr>
          <p:nvPr/>
        </p:nvSpPr>
        <p:spPr>
          <a:xfrm xmlns:a="http://schemas.openxmlformats.org/drawingml/2006/main">
            <a:off x="514350" y="1724025"/>
            <a:ext cx="42100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6825" b="1">
                <a:solidFill>
                  <a:srgbClr val="183E35"/>
                </a:solidFill>
                <a:latin typeface="Noto Serif KR"/>
                <a:ea typeface="Noto Serif KR"/>
                <a:cs typeface="Noto Serif KR"/>
              </a:defRPr>
            </a:defPPr>
          </a:lstStyle>
          <a:p xmlns:a="http://schemas.openxmlformats.org/drawingml/2006/main">
            <a:pPr algn="l">
              <a:defRPr sz="6825" b="1">
                <a:solidFill>
                  <a:srgbClr val="183E35"/>
                </a:solidFill>
                <a:latin typeface="Noto Serif KR"/>
                <a:ea typeface="Noto Serif KR"/>
                <a:cs typeface="Noto Serif KR"/>
              </a:defRPr>
            </a:pPr>
            <a:r>
              <a:rPr sz="6825" b="1">
                <a:solidFill>
                  <a:srgbClr val="183E35"/>
                </a:solidFill>
                <a:latin typeface="Noto Serif KR"/>
                <a:ea typeface="Noto Serif KR"/>
                <a:cs typeface="Noto Serif KR"/>
              </a:rPr>
              <a:t>명문가</a:t>
            </a:r>
          </a:p>
        </p:txBody>
      </p:sp>
      <p:sp>
        <p:nvSpPr>
          <p:cNvPr id="4" name="종중 운영의 모든것">
            <a:extLst xmlns:a="http://schemas.openxmlformats.org/drawingml/2006/main">
              <a:ext uri="{FF2B5EF4-FFF2-40B4-BE49-F238E27FC236}">
                <a16:creationId xmlns:a16="http://schemas.microsoft.com/office/drawing/2014/main" id="{B44835D4-A833-4426-9A24-C472B9112754}"/>
              </a:ext>
            </a:extLst>
          </p:cNvPr>
          <p:cNvSpPr>
            <a:spLocks xmlns:a="http://schemas.openxmlformats.org/drawingml/2006/main" noGrp="1"/>
          </p:cNvSpPr>
          <p:nvPr/>
        </p:nvSpPr>
        <p:spPr>
          <a:xfrm xmlns:a="http://schemas.openxmlformats.org/drawingml/2006/main">
            <a:off x="561975" y="3162300"/>
            <a:ext cx="40386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a:solidFill>
                  <a:srgbClr val="183E35"/>
                </a:solidFill>
                <a:latin typeface="Pretendard"/>
                <a:ea typeface="Pretendard"/>
                <a:cs typeface="Pretendard"/>
              </a:defRPr>
            </a:defPPr>
          </a:lstStyle>
          <a:p xmlns:a="http://schemas.openxmlformats.org/drawingml/2006/main">
            <a:pPr algn="l">
              <a:defRPr sz="2025">
                <a:solidFill>
                  <a:srgbClr val="183E35"/>
                </a:solidFill>
                <a:latin typeface="Pretendard"/>
                <a:ea typeface="Pretendard"/>
                <a:cs typeface="Pretendard"/>
              </a:defRPr>
            </a:pPr>
            <a:r>
              <a:rPr sz="2025">
                <a:solidFill>
                  <a:srgbClr val="183E35"/>
                </a:solidFill>
                <a:latin typeface="Pretendard"/>
                <a:ea typeface="Pretendard"/>
                <a:cs typeface="Pretendard"/>
              </a:rPr>
              <a:t>종중 운영의 모든것</a:t>
            </a:r>
          </a:p>
        </p:txBody>
      </p:sp>
    </p:spTree>
    <p:extLst>
      <p:ext uri="{BB962C8B-B14F-4D97-AF65-F5344CB8AC3E}">
        <p14:creationId xmlns:p14="http://schemas.microsoft.com/office/powerpoint/2010/main" val="184302054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
          <a:effectLst>
            <a:outerShdw blurRad="266700" dist="85725" dir="5400000">
              <a:srgbClr val="173F49">
                <a:alpha val="25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2026-10-09T06:35:28.5160000Z</dcterms:created>
  <dcterms:modified xsi:type="dcterms:W3CDTF">2026-10-09T06:35:28.5160000Z</dcterms:modified>
</coreProperties>
</file>