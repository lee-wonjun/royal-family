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692d99197e491f" /><Relationship Type="http://schemas.openxmlformats.org/officeDocument/2006/relationships/extended-properties" Target="/docProps/app.xml" Id="Rc3148bbe33e041d9" /><Relationship Type="http://schemas.openxmlformats.org/officeDocument/2006/relationships/officeDocument" Target="/ppt/presentation.xml" Id="R94830abd93fd4e7f" /></Relationships>
</file>

<file path=ppt/presentation.xml><?xml version="1.0" encoding="utf-8"?>
<p:presentation xmlns:p="http://schemas.openxmlformats.org/presentationml/2006/main">
  <p:sldMasterIdLst>
    <p:sldMasterId xmlns:r="http://schemas.openxmlformats.org/officeDocument/2006/relationships" id="2147483648" r:id="R7f3dcfa0f5894391"/>
  </p:sldMasterIdLst>
  <p:notesMasterIdLst>
    <p:notesMasterId xmlns:r="http://schemas.openxmlformats.org/officeDocument/2006/relationships" r:id="R1e6cb95023344dad"/>
  </p:notesMasterIdLst>
  <p:sldIdLst>
    <p:sldId xmlns:r="http://schemas.openxmlformats.org/officeDocument/2006/relationships" id="256" r:id="R890f4e54bdc346b6"/>
    <p:sldId xmlns:r="http://schemas.openxmlformats.org/officeDocument/2006/relationships" id="257" r:id="R79be53e6a8d144a5"/>
    <p:sldId xmlns:r="http://schemas.openxmlformats.org/officeDocument/2006/relationships" id="258" r:id="R4c705b31387b4d0d"/>
    <p:sldId xmlns:r="http://schemas.openxmlformats.org/officeDocument/2006/relationships" id="259" r:id="Rd20d3f3ba9ca47c1"/>
    <p:sldId xmlns:r="http://schemas.openxmlformats.org/officeDocument/2006/relationships" id="260" r:id="Re3768c5b546c4a07"/>
    <p:sldId xmlns:r="http://schemas.openxmlformats.org/officeDocument/2006/relationships" id="261" r:id="R152e28ce563b488e"/>
    <p:sldId xmlns:r="http://schemas.openxmlformats.org/officeDocument/2006/relationships" id="262" r:id="R9892f40dc4c94d63"/>
    <p:sldId xmlns:r="http://schemas.openxmlformats.org/officeDocument/2006/relationships" id="263" r:id="R7f74020d651d4d3f"/>
    <p:sldId xmlns:r="http://schemas.openxmlformats.org/officeDocument/2006/relationships" id="264" r:id="R95d42b40d8004313"/>
    <p:sldId xmlns:r="http://schemas.openxmlformats.org/officeDocument/2006/relationships" id="265" r:id="Rfc51473d510b43cc"/>
    <p:sldId xmlns:r="http://schemas.openxmlformats.org/officeDocument/2006/relationships" id="266" r:id="R805a7f79b52543d8"/>
    <p:sldId xmlns:r="http://schemas.openxmlformats.org/officeDocument/2006/relationships" id="267" r:id="R2c5ddf1362e54b9a"/>
    <p:sldId xmlns:r="http://schemas.openxmlformats.org/officeDocument/2006/relationships" id="268" r:id="R71dc57956b0f455d"/>
    <p:sldId xmlns:r="http://schemas.openxmlformats.org/officeDocument/2006/relationships" id="269" r:id="R98641666146f4a9c"/>
    <p:sldId xmlns:r="http://schemas.openxmlformats.org/officeDocument/2006/relationships" id="270" r:id="R2c7e1aa1fa9c43ec"/>
    <p:sldId xmlns:r="http://schemas.openxmlformats.org/officeDocument/2006/relationships" id="271" r:id="Rc31419768fed4752"/>
    <p:sldId xmlns:r="http://schemas.openxmlformats.org/officeDocument/2006/relationships" id="272" r:id="R3364f18d0adc4c25"/>
    <p:sldId xmlns:r="http://schemas.openxmlformats.org/officeDocument/2006/relationships" id="273" r:id="R6e958ff257c64a0d"/>
    <p:sldId xmlns:r="http://schemas.openxmlformats.org/officeDocument/2006/relationships" id="274" r:id="Rcd0776845f534ad8"/>
    <p:sldId xmlns:r="http://schemas.openxmlformats.org/officeDocument/2006/relationships" id="275" r:id="R7a6b38b928f04259"/>
    <p:sldId xmlns:r="http://schemas.openxmlformats.org/officeDocument/2006/relationships" id="276" r:id="R2566f55e8ac04cd8"/>
    <p:sldId xmlns:r="http://schemas.openxmlformats.org/officeDocument/2006/relationships" id="277" r:id="R053b61c7211f4cf8"/>
    <p:sldId xmlns:r="http://schemas.openxmlformats.org/officeDocument/2006/relationships" id="278" r:id="Rd160d55ad0d348a9"/>
    <p:sldId xmlns:r="http://schemas.openxmlformats.org/officeDocument/2006/relationships" id="279" r:id="R669615884b8e4cdf"/>
    <p:sldId xmlns:r="http://schemas.openxmlformats.org/officeDocument/2006/relationships" id="280" r:id="Rea5127c0be824cb6"/>
    <p:sldId xmlns:r="http://schemas.openxmlformats.org/officeDocument/2006/relationships" id="281" r:id="R4900b36509e94e9f"/>
    <p:sldId xmlns:r="http://schemas.openxmlformats.org/officeDocument/2006/relationships" id="282" r:id="R748af9e1817c46c1"/>
    <p:sldId xmlns:r="http://schemas.openxmlformats.org/officeDocument/2006/relationships" id="283" r:id="Reebae91eaf7c4e5e"/>
    <p:sldId xmlns:r="http://schemas.openxmlformats.org/officeDocument/2006/relationships" id="284" r:id="R90166dc5c16a447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21c27939b74431" /><Relationship Type="http://schemas.openxmlformats.org/officeDocument/2006/relationships/slideMaster" Target="/ppt/slideMasters/slideMaster1.xml" Id="R7f3dcfa0f5894391" /><Relationship Type="http://schemas.openxmlformats.org/officeDocument/2006/relationships/notesMaster" Target="/ppt/notesMasters/notesMaster1.xml" Id="R1e6cb95023344dad" /><Relationship Type="http://schemas.openxmlformats.org/officeDocument/2006/relationships/presProps" Target="/ppt/presProps.xml" Id="Rd6be1533d0dd46fe" /><Relationship Type="http://schemas.openxmlformats.org/officeDocument/2006/relationships/tableStyles" Target="/ppt/tableStyles.xml" Id="R78b5f0da8e6347bf" /><Relationship Type="http://schemas.openxmlformats.org/officeDocument/2006/relationships/slide" Target="/ppt/slides/slide1.xml" Id="R890f4e54bdc346b6" /><Relationship Type="http://schemas.openxmlformats.org/officeDocument/2006/relationships/slide" Target="/ppt/slides/slide2.xml" Id="R79be53e6a8d144a5" /><Relationship Type="http://schemas.openxmlformats.org/officeDocument/2006/relationships/slide" Target="/ppt/slides/slide3.xml" Id="R4c705b31387b4d0d" /><Relationship Type="http://schemas.openxmlformats.org/officeDocument/2006/relationships/slide" Target="/ppt/slides/slide4.xml" Id="Rd20d3f3ba9ca47c1" /><Relationship Type="http://schemas.openxmlformats.org/officeDocument/2006/relationships/slide" Target="/ppt/slides/slide5.xml" Id="Re3768c5b546c4a07" /><Relationship Type="http://schemas.openxmlformats.org/officeDocument/2006/relationships/slide" Target="/ppt/slides/slide6.xml" Id="R152e28ce563b488e" /><Relationship Type="http://schemas.openxmlformats.org/officeDocument/2006/relationships/slide" Target="/ppt/slides/slide7.xml" Id="R9892f40dc4c94d63" /><Relationship Type="http://schemas.openxmlformats.org/officeDocument/2006/relationships/slide" Target="/ppt/slides/slide8.xml" Id="R7f74020d651d4d3f" /><Relationship Type="http://schemas.openxmlformats.org/officeDocument/2006/relationships/slide" Target="/ppt/slides/slide9.xml" Id="R95d42b40d8004313" /><Relationship Type="http://schemas.openxmlformats.org/officeDocument/2006/relationships/slide" Target="/ppt/slides/slide10.xml" Id="Rfc51473d510b43cc" /><Relationship Type="http://schemas.openxmlformats.org/officeDocument/2006/relationships/slide" Target="/ppt/slides/slide11.xml" Id="R805a7f79b52543d8" /><Relationship Type="http://schemas.openxmlformats.org/officeDocument/2006/relationships/slide" Target="/ppt/slides/slide12.xml" Id="R2c5ddf1362e54b9a" /><Relationship Type="http://schemas.openxmlformats.org/officeDocument/2006/relationships/slide" Target="/ppt/slides/slide13.xml" Id="R71dc57956b0f455d" /><Relationship Type="http://schemas.openxmlformats.org/officeDocument/2006/relationships/slide" Target="/ppt/slides/slide14.xml" Id="R98641666146f4a9c" /><Relationship Type="http://schemas.openxmlformats.org/officeDocument/2006/relationships/slide" Target="/ppt/slides/slide15.xml" Id="R2c7e1aa1fa9c43ec" /><Relationship Type="http://schemas.openxmlformats.org/officeDocument/2006/relationships/slide" Target="/ppt/slides/slide16.xml" Id="Rc31419768fed4752" /><Relationship Type="http://schemas.openxmlformats.org/officeDocument/2006/relationships/slide" Target="/ppt/slides/slide17.xml" Id="R3364f18d0adc4c25" /><Relationship Type="http://schemas.openxmlformats.org/officeDocument/2006/relationships/slide" Target="/ppt/slides/slide18.xml" Id="R6e958ff257c64a0d" /><Relationship Type="http://schemas.openxmlformats.org/officeDocument/2006/relationships/slide" Target="/ppt/slides/slide19.xml" Id="Rcd0776845f534ad8" /><Relationship Type="http://schemas.openxmlformats.org/officeDocument/2006/relationships/slide" Target="/ppt/slides/slide20.xml" Id="R7a6b38b928f04259" /><Relationship Type="http://schemas.openxmlformats.org/officeDocument/2006/relationships/slide" Target="/ppt/slides/slide21.xml" Id="R2566f55e8ac04cd8" /><Relationship Type="http://schemas.openxmlformats.org/officeDocument/2006/relationships/slide" Target="/ppt/slides/slide22.xml" Id="R053b61c7211f4cf8" /><Relationship Type="http://schemas.openxmlformats.org/officeDocument/2006/relationships/slide" Target="/ppt/slides/slide23.xml" Id="Rd160d55ad0d348a9" /><Relationship Type="http://schemas.openxmlformats.org/officeDocument/2006/relationships/slide" Target="/ppt/slides/slide24.xml" Id="R669615884b8e4cdf" /><Relationship Type="http://schemas.openxmlformats.org/officeDocument/2006/relationships/slide" Target="/ppt/slides/slide25.xml" Id="Rea5127c0be824cb6" /><Relationship Type="http://schemas.openxmlformats.org/officeDocument/2006/relationships/slide" Target="/ppt/slides/slide26.xml" Id="R4900b36509e94e9f" /><Relationship Type="http://schemas.openxmlformats.org/officeDocument/2006/relationships/slide" Target="/ppt/slides/slide27.xml" Id="R748af9e1817c46c1" /><Relationship Type="http://schemas.openxmlformats.org/officeDocument/2006/relationships/slide" Target="/ppt/slides/slide28.xml" Id="Reebae91eaf7c4e5e" /><Relationship Type="http://schemas.openxmlformats.org/officeDocument/2006/relationships/slide" Target="/ppt/slides/slide29.xml" Id="R90166dc5c16a44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51ce5e817a4e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3dcb2c17a7401c" /><Relationship Type="http://schemas.openxmlformats.org/officeDocument/2006/relationships/notesMaster" Target="/ppt/notesMasters/notesMaster1.xml" Id="Rbfe1189045fb49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d0af184c554f30" /><Relationship Type="http://schemas.openxmlformats.org/officeDocument/2006/relationships/notesMaster" Target="/ppt/notesMasters/notesMaster1.xml" Id="R254790e906004b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b00c1a4dbb49a7" /><Relationship Type="http://schemas.openxmlformats.org/officeDocument/2006/relationships/notesMaster" Target="/ppt/notesMasters/notesMaster1.xml" Id="R0c616968108d45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6bb9d37d704309" /><Relationship Type="http://schemas.openxmlformats.org/officeDocument/2006/relationships/notesMaster" Target="/ppt/notesMasters/notesMaster1.xml" Id="R405ed8b81ace4b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c9b71c3f0947e3" /><Relationship Type="http://schemas.openxmlformats.org/officeDocument/2006/relationships/notesMaster" Target="/ppt/notesMasters/notesMaster1.xml" Id="R55ecb247e04644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60336eddf0450d" /><Relationship Type="http://schemas.openxmlformats.org/officeDocument/2006/relationships/notesMaster" Target="/ppt/notesMasters/notesMaster1.xml" Id="R850a681f047c45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912d991d034e05" /><Relationship Type="http://schemas.openxmlformats.org/officeDocument/2006/relationships/notesMaster" Target="/ppt/notesMasters/notesMaster1.xml" Id="R578d80592b9348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61e5abcbcb4995" /><Relationship Type="http://schemas.openxmlformats.org/officeDocument/2006/relationships/notesMaster" Target="/ppt/notesMasters/notesMaster1.xml" Id="R90493e61603044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0f07db01284a34" /><Relationship Type="http://schemas.openxmlformats.org/officeDocument/2006/relationships/notesMaster" Target="/ppt/notesMasters/notesMaster1.xml" Id="R38a0481e9d944e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4db060b3c64e8d" /><Relationship Type="http://schemas.openxmlformats.org/officeDocument/2006/relationships/notesMaster" Target="/ppt/notesMasters/notesMaster1.xml" Id="R46e2eb3bdda449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c2014c90d648b2" /><Relationship Type="http://schemas.openxmlformats.org/officeDocument/2006/relationships/notesMaster" Target="/ppt/notesMasters/notesMaster1.xml" Id="R6e2ee67028ff41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e04d69dd0a4fa3" /><Relationship Type="http://schemas.openxmlformats.org/officeDocument/2006/relationships/notesMaster" Target="/ppt/notesMasters/notesMaster1.xml" Id="R804d758a6f4e4b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e6c9e13e9f4a12" /><Relationship Type="http://schemas.openxmlformats.org/officeDocument/2006/relationships/notesMaster" Target="/ppt/notesMasters/notesMaster1.xml" Id="R355fad673fb84b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36ef3a916b4819" /><Relationship Type="http://schemas.openxmlformats.org/officeDocument/2006/relationships/notesMaster" Target="/ppt/notesMasters/notesMaster1.xml" Id="Rc59416eea03146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85b5d031bf4fa9" /><Relationship Type="http://schemas.openxmlformats.org/officeDocument/2006/relationships/notesMaster" Target="/ppt/notesMasters/notesMaster1.xml" Id="R19a9e3d4203848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3d64174198455a" /><Relationship Type="http://schemas.openxmlformats.org/officeDocument/2006/relationships/notesMaster" Target="/ppt/notesMasters/notesMaster1.xml" Id="R6ad81c8d4d6c42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c5dc3001344dc8" /><Relationship Type="http://schemas.openxmlformats.org/officeDocument/2006/relationships/notesMaster" Target="/ppt/notesMasters/notesMaster1.xml" Id="R44d975c2ebe44d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47f20f70204d32" /><Relationship Type="http://schemas.openxmlformats.org/officeDocument/2006/relationships/notesMaster" Target="/ppt/notesMasters/notesMaster1.xml" Id="Rd48c35a1770144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4ccaa40d6043ab" /><Relationship Type="http://schemas.openxmlformats.org/officeDocument/2006/relationships/notesMaster" Target="/ppt/notesMasters/notesMaster1.xml" Id="R174ecaa6cab940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093c7ca2594b50" /><Relationship Type="http://schemas.openxmlformats.org/officeDocument/2006/relationships/notesMaster" Target="/ppt/notesMasters/notesMaster1.xml" Id="Reab331512bac47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639f887e0949d0" /><Relationship Type="http://schemas.openxmlformats.org/officeDocument/2006/relationships/notesMaster" Target="/ppt/notesMasters/notesMaster1.xml" Id="R05e90983dfd44e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d941e5b9ac4a7a" /><Relationship Type="http://schemas.openxmlformats.org/officeDocument/2006/relationships/notesMaster" Target="/ppt/notesMasters/notesMaster1.xml" Id="R000841daddfc4d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997880484440d3" /><Relationship Type="http://schemas.openxmlformats.org/officeDocument/2006/relationships/notesMaster" Target="/ppt/notesMasters/notesMaster1.xml" Id="R41fb43c3bd944f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b1f88ddefa8432b" /><Relationship Type="http://schemas.openxmlformats.org/officeDocument/2006/relationships/notesMaster" Target="/ppt/notesMasters/notesMaster1.xml" Id="R6dcc3269b35a4b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e809c7d8ff4a3b" /><Relationship Type="http://schemas.openxmlformats.org/officeDocument/2006/relationships/notesMaster" Target="/ppt/notesMasters/notesMaster1.xml" Id="R84f1c3541faa4ce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33223f3f81d4e1a" /><Relationship Type="http://schemas.openxmlformats.org/officeDocument/2006/relationships/notesMaster" Target="/ppt/notesMasters/notesMaster1.xml" Id="R9da86e5e444041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c68bda7037f4bd6" /><Relationship Type="http://schemas.openxmlformats.org/officeDocument/2006/relationships/notesMaster" Target="/ppt/notesMasters/notesMaster1.xml" Id="R6b1afea05ee940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ba3426aff6b47bb" /><Relationship Type="http://schemas.openxmlformats.org/officeDocument/2006/relationships/notesMaster" Target="/ppt/notesMasters/notesMaster1.xml" Id="R77ed3319d5bb49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ea52f9e60c34fba" /><Relationship Type="http://schemas.openxmlformats.org/officeDocument/2006/relationships/notesMaster" Target="/ppt/notesMasters/notesMaster1.xml" Id="R71ff2e1518464a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발표자가 아버지와의 통화 녹음을 외부 플레이어로 재생한다. PPT에는 오디오를 삽입하지 않았다.</a:t>
            </a:r>
          </a:p>
          <a:p xmlns:a="http://schemas.openxmlformats.org/drawingml/2006/main">
            <a:r>
              <a:t>출처: D:/Project/royal-family/rawdata/PPTPlan/script.md</a:t>
            </a:r>
          </a:p>
          <a:p xmlns:a="http://schemas.openxmlformats.org/drawingml/2006/main">
            <a:r>
              <a:t>출처: D:/Project/royal-family/rawdata/TTS/02_전사_보완본.md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가족 대화와 지번 지도 원본을 비율 그대로 사용한다. 대화 속 주장이나 지도 표시는 소유권과 매각 범위의 검증 결과가 아니다.</a:t>
            </a:r>
          </a:p>
          <a:p xmlns:a="http://schemas.openxmlformats.org/drawingml/2006/main">
            <a:r>
              <a:t>출처: D:/Project/royal-family/ppt/assets/family-land-chat-source.json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가문의 뿌리, 공동재산, 기록, 종원을 연결한 설명용 개념도다. 특정 지목이나 산림에 한정하지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보도는 가짜 종중 대표와 토지 거래, 약 4년에 걸친 법정 다툼을 다룬다. 뉴스 화면은 실제 보도 캡처다. 기간은 보도 문맥의 수치이며 모든 종중 분쟁의 평균이 아니다.</a:t>
            </a:r>
          </a:p>
          <a:p xmlns:a="http://schemas.openxmlformats.org/drawingml/2006/main">
            <a:r>
              <a:t>전주MBC 2026.09.22 보도. 발표자 가족의 사건과는 별개의 보도 사례.</a:t>
            </a:r>
          </a:p>
          <a:p xmlns:a="http://schemas.openxmlformats.org/drawingml/2006/main">
            <a:r>
              <a:t>출처: https://www.jmbc.co.kr/news/view/68182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매체의 실제 제목 캡처다. 각 보도는 별개 사건이고 당사자 주장과 법원 판단을 구분한다.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a:t>
            </a:r>
          </a:p>
          <a:p xmlns:a="http://schemas.openxmlformats.org/drawingml/2006/main">
            <a:r>
              <a:t>출처: https://www.law.go.kr/precSc.do?menuId=7&amp;query=%EC%A2%85%EC%A4%91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 오늘의 일상, 미래의 문제라는 발표자의 흐름을 설명한다.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본인의 종중 관련 창업 실패 경험을 말하는 장면. 매출, 기간, 성과 수치는 추가하지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기능은 목표와 시연 구현을 구분해서 소개한다. 배경은 개념 일러스트이며 제품 실행 결과가 아니다.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소나무와 사당 배경은 특정 실제 장소가 아닌 생성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앱 홈 화면. 가상 종원과 예시 업무를 사용하는 시연이다. 목업과 화면은 각각 교체 가능한 이미지다.</a:t>
            </a:r>
          </a:p>
          <a:p xmlns:a="http://schemas.openxmlformats.org/drawingml/2006/main">
            <a:r>
              <a:t>실제 구현 화면 · 예시 데이터</a:t>
            </a:r>
          </a:p>
          <a:p xmlns:a="http://schemas.openxmlformats.org/drawingml/2006/main">
            <a:r>
              <a:t>출처: D:/Project/royal-family/ppt/data/implementation-evidence-v7.json</a:t>
            </a:r>
          </a:p>
          <a:p xmlns:a="http://schemas.openxmlformats.org/drawingml/2006/main">
            <a:r>
              <a:t>출처: D:/Project/royal-family/ppt/assets/ir-v11/ui-home.jpg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서류와 부족한 자료를 확인하고, 조건에 맞는 가상 법무사 후보를 비교하는 흐름이다. 외부 전문가 접수는 아직 연결하지 않았다.</a:t>
            </a:r>
          </a:p>
          <a:p xmlns:a="http://schemas.openxmlformats.org/drawingml/2006/main">
            <a:r>
              <a:t>준비 서류 화면 구현 · 전문가 후보는 가상 데이터</a:t>
            </a:r>
          </a:p>
          <a:p xmlns:a="http://schemas.openxmlformats.org/drawingml/2006/main">
            <a:r>
              <a:t>출처: D:/Project/royal-family/docs/prd/hackathon-prd.md</a:t>
            </a:r>
          </a:p>
          <a:p xmlns:a="http://schemas.openxmlformats.org/drawingml/2006/main">
            <a:r>
              <a:t>출처: D:/Project/royal-family/ppt/data/implementation-evidence-v7.json</a:t>
            </a:r>
          </a:p>
          <a:p xmlns:a="http://schemas.openxmlformats.org/drawingml/2006/main">
            <a:r>
              <a:t>출처: D:/Project/royal-family/ppt/assets/ir-v11/ui-preparation.jpg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휴대폰 회의록 화면이다. 고정된 시연 전사문을 표시하며 Whisper 어댑터는 구현됐으며 이 화면은 해당 연결 이전에 확보한 고정 시연 전사문이다. 녹음, 불명확한 항목 확인, 회의록 작성이라는 목표를 보여준다.</a:t>
            </a:r>
          </a:p>
          <a:p xmlns:a="http://schemas.openxmlformats.org/drawingml/2006/main">
            <a:r>
              <a:t>시연 전사문 캡처. Whisper 어댑터 구현과 실제 호출 검증은 별도.</a:t>
            </a:r>
          </a:p>
          <a:p xmlns:a="http://schemas.openxmlformats.org/drawingml/2006/main">
            <a:r>
              <a:t>출처: D:/Project/royal-family/ppt/data/implementation-evidence-v7.json</a:t>
            </a:r>
          </a:p>
          <a:p xmlns:a="http://schemas.openxmlformats.org/drawingml/2006/main">
            <a:r>
              <a:t>출처: D:/Project/royal-family/ppt/assets/ir-v11/ui-records-phone.jpg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문서의 키워드 검색, 초안·개정·버전 이력·검토 기록을 보여준다. 현재 화면의 초안은 시연 데이터다. 별도로 Responses·File Search 서버 어댑터가 구현됐다. 실제 API 검증 결과와 구분한다.</a:t>
            </a:r>
          </a:p>
          <a:p xmlns:a="http://schemas.openxmlformats.org/drawingml/2006/main">
            <a:r>
              <a:t>문서·버전·검토 화면. Responses·File Search 서버 어댑터 코드와 실제 호출 검증은 별도.</a:t>
            </a:r>
          </a:p>
          <a:p xmlns:a="http://schemas.openxmlformats.org/drawingml/2006/main">
            <a:r>
              <a:t>출처: D:/Project/royal-family/ppt/data/implementation-evidence-v7.json</a:t>
            </a:r>
          </a:p>
          <a:p xmlns:a="http://schemas.openxmlformats.org/drawingml/2006/main">
            <a:r>
              <a:t>출처: D:/Project/royal-family/ppt/assets/ir-v11/ui-draft.jpg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휴대폰의 실제 동의 현황 화면이다. 응답은 대상자와 특정 문서 버전에 연결한다. 현재는 관리자 시연 입력이며 실제 종원 본인 인증과 외부 발송은 연결 전이다.</a:t>
            </a:r>
          </a:p>
          <a:p xmlns:a="http://schemas.openxmlformats.org/drawingml/2006/main">
            <a:r>
              <a:t>대상자·문서 버전별 시연 응답 · 본인 인증·외부 발송은 연결 전</a:t>
            </a:r>
          </a:p>
          <a:p xmlns:a="http://schemas.openxmlformats.org/drawingml/2006/main">
            <a:r>
              <a:t>출처: D:/Project/royal-family/ppt/data/implementation-evidence-v7.json</a:t>
            </a:r>
          </a:p>
          <a:p xmlns:a="http://schemas.openxmlformats.org/drawingml/2006/main">
            <a:r>
              <a:t>출처: D:/Project/royal-family/ppt/assets/ir-v11/ui-consent-phone.jpg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필지 경계를 지도에 표시한 서비스 화면이다. 등기부 재조회·소유자 변경·알림은 가상 목업이며 실제 등기 발급이나 소유권 확인을 뜻하지 않는다. 지도 출처와 저작권 표시는 캡처 안에 보존했다.</a:t>
            </a:r>
          </a:p>
          <a:p xmlns:a="http://schemas.openxmlformats.org/drawingml/2006/main">
            <a:r>
              <a:t>출처: D:/Project/royal-family/ppt/assets/ir-v11/ui-land.jpg</a:t>
            </a:r>
          </a:p>
          <a:p xmlns:a="http://schemas.openxmlformats.org/drawingml/2006/main">
            <a:r>
              <a:t>출처: D:/Project/royal-family/docs/architecture/parcel-map.md</a:t>
            </a:r>
          </a:p>
          <a:p xmlns:a="http://schemas.openxmlformats.org/drawingml/2006/main">
            <a:r>
              <a:t>출처: D:/Project/royal-family/ppt/data/parcel-source-v7.json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토지·계약·회계·변경 기록을 한 업무 영역에서 관리한다. 화면은 실제 앱의 예시 회계이며 실제 금융 거래가 아니다. 토지 후속 자료 비교는 별도 규칙으로 구현됐고 등기 소유권 실조회와 외부 알림은 미연결이다.</a:t>
            </a:r>
          </a:p>
          <a:p xmlns:a="http://schemas.openxmlformats.org/drawingml/2006/main">
            <a:r>
              <a:t>시연 금액 · 재산 비교는 등록 자료 기준 · 실제 금융 거래 없음</a:t>
            </a:r>
          </a:p>
          <a:p xmlns:a="http://schemas.openxmlformats.org/drawingml/2006/main">
            <a:r>
              <a:t>출처: D:/Project/royal-family/ppt/data/implementation-evidence-v7.json</a:t>
            </a:r>
          </a:p>
          <a:p xmlns:a="http://schemas.openxmlformats.org/drawingml/2006/main">
            <a:r>
              <a:t>출처: D:/Project/royal-family/ppt/assets/ir-v11/ui-accounting.jpg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등록된 법령·판례 링크, 규약, 자료 누락 및 조건별 가상 전문가 후보와 상담 준비를 다룬다. 법률 판단을 자동 확정하거나 실제 전문가 매칭이 완료된다는 주장이 아니다.</a:t>
            </a:r>
          </a:p>
          <a:p xmlns:a="http://schemas.openxmlformats.org/drawingml/2006/main">
            <a:r>
              <a:t>공식 근거 링크와 상담 준비 화면 · 후보는 가상 데이터</a:t>
            </a:r>
          </a:p>
          <a:p xmlns:a="http://schemas.openxmlformats.org/drawingml/2006/main">
            <a:r>
              <a:t>출처: D:/Project/royal-family/ppt/data/implementation-evidence-v7.json</a:t>
            </a:r>
          </a:p>
          <a:p xmlns:a="http://schemas.openxmlformats.org/drawingml/2006/main">
            <a:r>
              <a:t>출처: D:/Project/royal-family/ppt/assets/ir-v11/ui-legal.jpg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{"value":237071,"basis_date":"2024-06","source":"https://ebook.kabl.kr/registrationforum/202409/11/","source_detail":"2024년 제1회 등기법포럼 발표자료, 인쇄면 9쪽, 김영대. 국토부 부동산종합공부시스템 조회 결과 인용.","boundary":"부동산등기용 등록 종중. 모든 자연발생 종중이나 유료 구매자를 센 통계가 아님."}</a:t>
            </a:r>
          </a:p>
          <a:p xmlns:a="http://schemas.openxmlformats.org/drawingml/2006/main">
            <a:r>
              <a:t>2024.6 기준, 등기법포럼 자료의 국토교통부 조회값. 등록 종중 수이며 유료 고객 수는 아님.</a:t>
            </a:r>
          </a:p>
          <a:p xmlns:a="http://schemas.openxmlformats.org/drawingml/2006/main">
            <a:r>
              <a:t>출처: https://ebook.kabl.kr/registrationforum/202409/11/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"as_of": "2026-10-09",</a:t>
            </a:r>
          </a:p>
          <a:p xmlns:a="http://schemas.openxmlformats.org/drawingml/2006/main">
            <a:r>
              <a:t>  "currency": "KRW",</a:t>
            </a:r>
          </a:p>
          <a:p xmlns:a="http://schemas.openxmlformats.org/drawingml/2006/main">
            <a:r>
              <a:t>  "purpose": "발표용 구독매출 환산. 실제 매출, 검증된 수요, 확정 요금 아님.",</a:t>
            </a:r>
          </a:p>
          <a:p xmlns:a="http://schemas.openxmlformats.org/drawingml/2006/main">
            <a:r>
              <a:t>  "registered_clans": {</a:t>
            </a:r>
          </a:p>
          <a:p xmlns:a="http://schemas.openxmlformats.org/drawingml/2006/main">
            <a:r>
              <a:t>    "value": 237071,</a:t>
            </a:r>
          </a:p>
          <a:p xmlns:a="http://schemas.openxmlformats.org/drawingml/2006/main">
            <a:r>
              <a:t>    "basis_date": "2024-06",</a:t>
            </a:r>
          </a:p>
          <a:p xmlns:a="http://schemas.openxmlformats.org/drawingml/2006/main">
            <a:r>
              <a:t>    "source": "https://ebook.kabl.kr/registrationforum/202409/11/",</a:t>
            </a:r>
          </a:p>
          <a:p xmlns:a="http://schemas.openxmlformats.org/drawingml/2006/main">
            <a:r>
              <a:t>    "source_detail": "2024년 제1회 등기법포럼 발표자료, 인쇄면 9쪽, 김영대. 국토부 부동산종합공부시스템 조회 결과 인용.",</a:t>
            </a:r>
          </a:p>
          <a:p xmlns:a="http://schemas.openxmlformats.org/drawingml/2006/main">
            <a:r>
              <a:t>    "boundary": "부동산등기용 등록 종중. 모든 자연발생 종중이나 유료 구매자를 센 통계가 아님."</a:t>
            </a:r>
          </a:p>
          <a:p xmlns:a="http://schemas.openxmlformats.org/drawingml/2006/main">
            <a:r>
              <a:t>  },</a:t>
            </a:r>
          </a:p>
          <a:p xmlns:a="http://schemas.openxmlformats.org/drawingml/2006/main">
            <a:r>
              <a:t>  "subscription_assumption": {</a:t>
            </a:r>
          </a:p>
          <a:p xmlns:a="http://schemas.openxmlformats.org/drawingml/2006/main">
            <a:r>
              <a:t>    "annual_fee_per_clan": 500000,</a:t>
            </a:r>
          </a:p>
          <a:p xmlns:a="http://schemas.openxmlformats.org/drawingml/2006/main">
            <a:r>
              <a:t>    "vat_included": false,</a:t>
            </a:r>
          </a:p>
          <a:p xmlns:a="http://schemas.openxmlformats.org/drawingml/2006/main">
            <a:r>
              <a:t>    "benchmark": "https://fundservice.zuzu.network/fund-pricing/",</a:t>
            </a:r>
          </a:p>
          <a:p xmlns:a="http://schemas.openxmlformats.org/drawingml/2006/main">
            <a:r>
              <a:t>    "benchmark_detail": "ZUZU Fund Service의 20억 원 미만 투자조합 운영·관리 공개 요금: 연 500000원, VAT 별도, 2026-10-09 브라우저 확인.",</a:t>
            </a:r>
          </a:p>
          <a:p xmlns:a="http://schemas.openxmlformats.org/drawingml/2006/main">
            <a:r>
              <a:t>    "boundary": "다른 고객군의 인접 서비스 요금을 계산 기준으로 참고. 종중의 지불 의사나 명문가의 확정 판매 가격은 검증 전. 전문가 수임료와 일회성 설립비 제외."</a:t>
            </a:r>
          </a:p>
          <a:p xmlns:a="http://schemas.openxmlformats.org/drawingml/2006/main">
            <a:r>
              <a:t>  },</a:t>
            </a:r>
          </a:p>
          <a:p xmlns:a="http://schemas.openxmlformats.org/drawingml/2006/main">
            <a:r>
              <a:t>  "professional_management_exclusion": {</a:t>
            </a:r>
          </a:p>
          <a:p xmlns:a="http://schemas.openxmlformats.org/drawingml/2006/main">
            <a:r>
              <a:t>    "definition": "전담 인력과 관리 체계를 갖춘 종중. 사용자 확인 기준. 수익사업이나 토지 종류만으로 제외하지 않음.",</a:t>
            </a:r>
          </a:p>
          <a:p xmlns:a="http://schemas.openxmlformats.org/drawingml/2006/main">
            <a:r>
              <a:t>    "fraction_assumption": 0.2,</a:t>
            </a:r>
          </a:p>
          <a:p xmlns:a="http://schemas.openxmlformats.org/drawingml/2006/main">
            <a:r>
              <a:t>    "basis": "직접 집계된 전국 통계가 확인되지 않아 사용한 초안 시나리오. 실제 사업형 종중 비중으로 제시하지 않음.",</a:t>
            </a:r>
          </a:p>
          <a:p xmlns:a="http://schemas.openxmlformats.org/drawingml/2006/main">
            <a:r>
              <a:t>    "excluded_clans": 47414,</a:t>
            </a:r>
          </a:p>
          <a:p xmlns:a="http://schemas.openxmlformats.org/drawingml/2006/main">
            <a:r>
              <a:t>    "eligible_fraction_assumption": 0.8</a:t>
            </a:r>
          </a:p>
          <a:p xmlns:a="http://schemas.openxmlformats.org/drawingml/2006/main">
            <a:r>
              <a:t>  },</a:t>
            </a:r>
          </a:p>
          <a:p xmlns:a="http://schemas.openxmlformats.org/drawingml/2006/main">
            <a:r>
              <a:t>  "TAM": {</a:t>
            </a:r>
          </a:p>
          <a:p xmlns:a="http://schemas.openxmlformats.org/drawingml/2006/main">
            <a:r>
              <a:t>    "clans": 237071,</a:t>
            </a:r>
          </a:p>
          <a:p xmlns:a="http://schemas.openxmlformats.org/drawingml/2006/main">
            <a:r>
              <a:t>    "annual_subscription_revenue_won": 118535500000,</a:t>
            </a:r>
          </a:p>
          <a:p xmlns:a="http://schemas.openxmlformats.org/drawingml/2006/main">
            <a:r>
              <a:t>    "display_eok": 1185.36,</a:t>
            </a:r>
          </a:p>
          <a:p xmlns:a="http://schemas.openxmlformats.org/drawingml/2006/main">
            <a:r>
              <a:t>    "definition": "국내 부동산등기용 등록 종중. 확인 가능한 잠재 고객 모수."</a:t>
            </a:r>
          </a:p>
          <a:p xmlns:a="http://schemas.openxmlformats.org/drawingml/2006/main">
            <a:r>
              <a:t>  },</a:t>
            </a:r>
          </a:p>
          <a:p xmlns:a="http://schemas.openxmlformats.org/drawingml/2006/main">
            <a:r>
              <a:t>  "SAM": {</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"definition": "전국 등록 종중 중 전담 관리 체계를 갖춘 종중을 20% 제외하는 초안 가정."</a:t>
            </a:r>
          </a:p>
          <a:p xmlns:a="http://schemas.openxmlformats.org/drawingml/2006/main">
            <a:r>
              <a:t>  },</a:t>
            </a:r>
          </a:p>
          <a:p xmlns:a="http://schemas.openxmlformats.org/drawingml/2006/main">
            <a:r>
              <a:t>  "SOM": {</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"penetration_assumption": 0.01,</a:t>
            </a:r>
          </a:p>
          <a:p xmlns:a="http://schemas.openxmlformats.org/drawingml/2006/main">
            <a:r>
              <a:t>    "horizon_years": 3</a:t>
            </a:r>
          </a:p>
          <a:p xmlns:a="http://schemas.openxmlformats.org/drawingml/2006/main">
            <a:r>
              <a:t>  },</a:t>
            </a:r>
          </a:p>
          <a:p xmlns:a="http://schemas.openxmlformats.org/drawingml/2006/main">
            <a:r>
              <a:t>  "SOM_scenarios": [</a:t>
            </a:r>
          </a:p>
          <a:p xmlns:a="http://schemas.openxmlformats.org/drawingml/2006/main">
            <a:r>
              <a:t>    {</a:t>
            </a:r>
          </a:p>
          <a:p xmlns:a="http://schemas.openxmlformats.org/drawingml/2006/main">
            <a:r>
              <a:t>      "penetration_assumption": 0.005,</a:t>
            </a:r>
          </a:p>
          <a:p xmlns:a="http://schemas.openxmlformats.org/drawingml/2006/main">
            <a:r>
              <a:t>      "clans": 948,</a:t>
            </a:r>
          </a:p>
          <a:p xmlns:a="http://schemas.openxmlformats.org/drawingml/2006/main">
            <a:r>
              <a:t>      "annual_run_rate_won": 474000000,</a:t>
            </a:r>
          </a:p>
          <a:p xmlns:a="http://schemas.openxmlformats.org/drawingml/2006/main">
            <a:r>
              <a:t>      "display_eok": 4.74</a:t>
            </a:r>
          </a:p>
          <a:p xmlns:a="http://schemas.openxmlformats.org/drawingml/2006/main">
            <a:r>
              <a:t>    },</a:t>
            </a:r>
          </a:p>
          <a:p xmlns:a="http://schemas.openxmlformats.org/drawingml/2006/main">
            <a:r>
              <a:t>    {</a:t>
            </a:r>
          </a:p>
          <a:p xmlns:a="http://schemas.openxmlformats.org/drawingml/2006/main">
            <a:r>
              <a:t>      "penetration_assumption": 0.01,</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a:t>
            </a:r>
          </a:p>
          <a:p xmlns:a="http://schemas.openxmlformats.org/drawingml/2006/main">
            <a:r>
              <a:t>    {</a:t>
            </a:r>
          </a:p>
          <a:p xmlns:a="http://schemas.openxmlformats.org/drawingml/2006/main">
            <a:r>
              <a:t>      "penetration_assumption": 0.02,</a:t>
            </a:r>
          </a:p>
          <a:p xmlns:a="http://schemas.openxmlformats.org/drawingml/2006/main">
            <a:r>
              <a:t>      "clans": 3793,</a:t>
            </a:r>
          </a:p>
          <a:p xmlns:a="http://schemas.openxmlformats.org/drawingml/2006/main">
            <a:r>
              <a:t>      "annual_run_rate_won": 1896500000,</a:t>
            </a:r>
          </a:p>
          <a:p xmlns:a="http://schemas.openxmlformats.org/drawingml/2006/main">
            <a:r>
              <a:t>      "display_eok": 18.97</a:t>
            </a:r>
          </a:p>
          <a:p xmlns:a="http://schemas.openxmlformats.org/drawingml/2006/main">
            <a:r>
              <a:t>    }</a:t>
            </a:r>
          </a:p>
          <a:p xmlns:a="http://schemas.openxmlformats.org/drawingml/2006/main">
            <a:r>
              <a:t>  ],</a:t>
            </a:r>
          </a:p>
          <a:p xmlns:a="http://schemas.openxmlformats.org/drawingml/2006/main">
            <a:r>
              <a:t>  "SAM_scenarios": [</a:t>
            </a:r>
          </a:p>
          <a:p xmlns:a="http://schemas.openxmlformats.org/drawingml/2006/main">
            <a:r>
              <a:t>    {</a:t>
            </a:r>
          </a:p>
          <a:p xmlns:a="http://schemas.openxmlformats.org/drawingml/2006/main">
            <a:r>
              <a:t>      "professional_exclusion_assumption": 0.1,</a:t>
            </a:r>
          </a:p>
          <a:p xmlns:a="http://schemas.openxmlformats.org/drawingml/2006/main">
            <a:r>
              <a:t>      "clans": 213364,</a:t>
            </a:r>
          </a:p>
          <a:p xmlns:a="http://schemas.openxmlformats.org/drawingml/2006/main">
            <a:r>
              <a:t>      "annual_subscription_revenue_won": 106682000000,</a:t>
            </a:r>
          </a:p>
          <a:p xmlns:a="http://schemas.openxmlformats.org/drawingml/2006/main">
            <a:r>
              <a:t>      "display_eok": 1066.82</a:t>
            </a:r>
          </a:p>
          <a:p xmlns:a="http://schemas.openxmlformats.org/drawingml/2006/main">
            <a:r>
              <a:t>    },</a:t>
            </a:r>
          </a:p>
          <a:p xmlns:a="http://schemas.openxmlformats.org/drawingml/2006/main">
            <a:r>
              <a:t>    {</a:t>
            </a:r>
          </a:p>
          <a:p xmlns:a="http://schemas.openxmlformats.org/drawingml/2006/main">
            <a:r>
              <a:t>      "professional_exclusion_assumption": 0.2,</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a:t>
            </a:r>
          </a:p>
          <a:p xmlns:a="http://schemas.openxmlformats.org/drawingml/2006/main">
            <a:r>
              <a:t>    {</a:t>
            </a:r>
          </a:p>
          <a:p xmlns:a="http://schemas.openxmlformats.org/drawingml/2006/main">
            <a:r>
              <a:t>      "professional_exclusion_assumption": 0.3,</a:t>
            </a:r>
          </a:p>
          <a:p xmlns:a="http://schemas.openxmlformats.org/drawingml/2006/main">
            <a:r>
              <a:t>      "clans": 165950,</a:t>
            </a:r>
          </a:p>
          <a:p xmlns:a="http://schemas.openxmlformats.org/drawingml/2006/main">
            <a:r>
              <a:t>      "annual_subscription_revenue_won": 82975000000,</a:t>
            </a:r>
          </a:p>
          <a:p xmlns:a="http://schemas.openxmlformats.org/drawingml/2006/main">
            <a:r>
              <a:t>      "display_eok": 829.75</a:t>
            </a:r>
          </a:p>
          <a:p xmlns:a="http://schemas.openxmlformats.org/drawingml/2006/main">
            <a:r>
              <a:t>    }</a:t>
            </a:r>
          </a:p>
          <a:p xmlns:a="http://schemas.openxmlformats.org/drawingml/2006/main">
            <a:r>
              <a:t>  ],</a:t>
            </a:r>
          </a:p>
          <a:p xmlns:a="http://schemas.openxmlformats.org/drawingml/2006/main">
            <a:r>
              <a:t>  "rounding": "SAM 고객 수와 SOM 고객 수는 각각 계산 후 정수 반올림. 억원 표시는 원 금액에서 0.01억원 단위 반올림.",</a:t>
            </a:r>
          </a:p>
          <a:p xmlns:a="http://schemas.openxmlformats.org/drawingml/2006/main">
            <a:r>
              <a:t>  "market_boundary": "TAM과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  "diagram_boundary": "중첩 원은 집합의 포함 관계. 원 면적은 시장 규모나 비율에 비례하지 않음.",</a:t>
            </a:r>
          </a:p>
          <a:p xmlns:a="http://schemas.openxmlformats.org/drawingml/2006/main">
            <a:r>
              <a:t>  "precedent_search":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a:t>
            </a:r>
          </a:p>
          <a:p xmlns:a="http://schemas.openxmlformats.org/drawingml/2006/main">
            <a:r>
              <a:t>연 50만원, 전담 관리 종중 20% 제외, 3년 내 1% 확보 가정. 원은 포함 관계이며 면적 비례 아님.</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tration_assumption":0.005,"clans":948,"annual_run_rate_won":474000000,"display_eok":4.74},{"penetration_assumption":0.01,"clans":1897,"annual_run_rate_won":948500000,"display_eok":9.49},{"penetration_assumption":0.02,"clans":3793,"annual_run_rate_won":1896500000,"display_eok":18.97}]</a:t>
            </a:r>
          </a:p>
          <a:p xmlns:a="http://schemas.openxmlformats.org/drawingml/2006/main">
            <a:r>
              <a:t>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SAM 189,657개, 연 50만원 가정. 3년 도달 시점의 연환산 매출이며 누적 매출·실적이 아님.</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통화 음성 전사와 문맥 보완, PRD·종원 페르소나·업무 흐름, 화면·업무 코드·배포, 법령·판례·공개 필지 수집, 단위·PBT·독립 UI 검수를 한 페이지에 모았다. 가상 페르소나는 실제 사용자 조사 표본이 아니며 공식 자료 수집과 서비스 색인은 별도다.</a:t>
            </a:r>
          </a:p>
          <a:p xmlns:a="http://schemas.openxmlformats.org/drawingml/2006/main">
            <a:r>
              <a:t>출처: D:/Project/royal-family/ppt/data/implementation-evidence-v7.json</a:t>
            </a:r>
          </a:p>
          <a:p xmlns:a="http://schemas.openxmlformats.org/drawingml/2006/main">
            <a:r>
              <a:t>출처: D:/Project/royal-family/docs/prd/hackathon-prd.md</a:t>
            </a:r>
          </a:p>
          <a:p xmlns:a="http://schemas.openxmlformats.org/drawingml/2006/main">
            <a:r>
              <a:t>출처: D:/Project/royal-family/rawdata/Law/catalog.json</a:t>
            </a:r>
          </a:p>
          <a:p xmlns:a="http://schemas.openxmlformats.org/drawingml/2006/main">
            <a:r>
              <a:t>출처: D:/Project/royal-family/ppt/data/parcel-source-v7.json</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Sites 배포 안에 웹 화면과 CLJS 업무 모듈을 둔다. 업무 상태와 원본 저장의 세부 구현은 D1·R2다. 모듈은 공개 함수를 통해 연결한다.</a:t>
            </a:r>
          </a:p>
          <a:p xmlns:a="http://schemas.openxmlformats.org/drawingml/2006/main">
            <a:r>
              <a:t>출처: D:/Project/royal-family/docs/architecture/system-design.md</a:t>
            </a:r>
          </a:p>
          <a:p xmlns:a="http://schemas.openxmlformats.org/drawingml/2006/main">
            <a:r>
              <a:t>출처: D:/Project/royal-family/service/app/api/store.ts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발표에서 System 1은 빠른 판단을 맡는 모델 단계를 뜻한다. 현재 모델 선택은 Luna Decisions가 담당하고, 후보 조건 필터와 모델의 추천 근거 설명을 매칭 흐름에 연결한다. 복잡한 분석은 선택된 고지능 모델로 처리한다. 코드의 생성 모델 허용 목록은 gpt-6-luna와 gpt-6.1-sol이며 음성은 whisper-1이다. 그림은 요청한 역할 구분이며 실제 API 성공을 검증했다는 주장은 아니다.</a:t>
            </a:r>
          </a:p>
          <a:p xmlns:a="http://schemas.openxmlformats.org/drawingml/2006/main">
            <a:r>
              <a:t>출처: D:/Project/royal-family/docs/architecture/ai-runtime.md</a:t>
            </a:r>
          </a:p>
          <a:p xmlns:a="http://schemas.openxmlformats.org/drawingml/2006/main">
            <a:r>
              <a:t>출처: D:/Project/royal-family/service/connectors/openai/workflows.mjs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PRD의 요구사항과 완료 조건을 시나리오, 순수 업무 규칙, 속성 기반 테스트와 화면 검수로 연결한다. 개발 에이전트 규칙은 AGENTS.md에 두고 PBT는 cljs.test·test.check를 사용한다. 실제 외부 API와 전체 E2E 완료 여부는 단위 검사와 별도로 다룬다.</a:t>
            </a:r>
          </a:p>
          <a:p xmlns:a="http://schemas.openxmlformats.org/drawingml/2006/main">
            <a:r>
              <a:t>출처: D:/Project/royal-family/docs/prd/hackathon-prd.md</a:t>
            </a:r>
          </a:p>
          <a:p xmlns:a="http://schemas.openxmlformats.org/drawingml/2006/main">
            <a:r>
              <a:t>출처: D:/Project/royal-family/AGENTS.md</a:t>
            </a:r>
          </a:p>
          <a:p xmlns:a="http://schemas.openxmlformats.org/drawingml/2006/main">
            <a:r>
              <a:t>출처: D:/Project/royal-family/docs/architecture/testing.md</a:t>
            </a:r>
          </a:p>
          <a:p xmlns:a="http://schemas.openxmlformats.org/drawingml/2006/main">
            <a:r>
              <a:t>출처: D:/Project/royal-family/qa/scenarios/hackathon-use-cases.md</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기록을 바탕으로 확인할 일을 안내하는 Events 흐름을 소개한다.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Skills는 종중 업무를 다루는 절차, MCP는 공개 업무 기능의 조회와 실행, MCP Events는 자료 변경 후 확인을 안내하는 연결을 담당한다. 모두 이번 구현 범위다. 도구 서버, 이벤트 모듈 코드와 실제 ChatGPT 수신·응답 검증은 구분한다. 서비스 Skill과 Events의 전달 상태는 배포 기록과 별도로 확인해야 한다.</a:t>
            </a:r>
          </a:p>
          <a:p xmlns:a="http://schemas.openxmlformats.org/drawingml/2006/main">
            <a:r>
              <a:t>출처: D:/Project/royal-family/docs/architecture/mcp-and-skills.md</a:t>
            </a:r>
          </a:p>
          <a:p xmlns:a="http://schemas.openxmlformats.org/drawingml/2006/main">
            <a:r>
              <a:t>출처: D:/Project/royal-family/service/connectors/mcp/tools/catalog.ts</a:t>
            </a:r>
          </a:p>
          <a:p xmlns:a="http://schemas.openxmlformats.org/drawingml/2006/main">
            <a:r>
              <a:t>출처: D:/Project/royal-family/service/connectors/mcp/events/catalog.ts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명문가 브랜드 화면으로 발표를 마친다. 소나무와 사당 배경은 특정 실제 장소가 아닌 개념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6ff0d04e54f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e9472716b04e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326d431fa847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18f5ce856448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9065daaf2043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3bb68d0dcb43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B052A3-38E0-4F69-9AD4-C8CC0D9D9EAF}"/>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982F67-9125-498C-B728-109475026D75}"/>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302DC8-47C0-41E3-BEFC-1719E154E605}"/>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86CC8B-45C5-4D3E-983A-AEB7F3A901B4}"/>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8815E0-6ADF-4F55-9955-EC145E4E83F0}"/>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9CADA0-1C15-413D-9B31-25107316D67E}"/>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065DB7-B0F9-4A00-8856-5ED576FE0AC9}"/>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572C60-BF4F-4860-B7A0-641CA86FAA80}"/>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3190F2-09B3-46E0-B2AF-FCD5BDEBC297}"/>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FFD5E8-4FE2-475E-8F65-E4CFDF9B249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fb2af40dbc49df" /><Relationship Type="http://schemas.openxmlformats.org/officeDocument/2006/relationships/slideLayout" Target="/ppt/slideLayouts/slideLayout1.xml" Id="R649eda34d1f14e4c" /><Relationship Type="http://schemas.openxmlformats.org/officeDocument/2006/relationships/slideLayout" Target="/ppt/slideLayouts/slideLayout2.xml" Id="Rb50e3d73903240af" /><Relationship Type="http://schemas.openxmlformats.org/officeDocument/2006/relationships/slideLayout" Target="/ppt/slideLayouts/slideLayout3.xml" Id="R10d230372d284cdd" /><Relationship Type="http://schemas.openxmlformats.org/officeDocument/2006/relationships/slideLayout" Target="/ppt/slideLayouts/slideLayout4.xml" Id="R170105da80f7449f" /><Relationship Type="http://schemas.openxmlformats.org/officeDocument/2006/relationships/slideLayout" Target="/ppt/slideLayouts/slideLayout5.xml" Id="R10e5036a881b4483" /><Relationship Type="http://schemas.openxmlformats.org/officeDocument/2006/relationships/slideLayout" Target="/ppt/slideLayouts/slideLayout6.xml" Id="Rb11013656c3c47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9eda34d1f14e4c"/>
    <p:sldLayoutId xmlns:r="http://schemas.openxmlformats.org/officeDocument/2006/relationships" id="2147483650" r:id="Rb50e3d73903240af"/>
    <p:sldLayoutId xmlns:r="http://schemas.openxmlformats.org/officeDocument/2006/relationships" id="2147483651" r:id="R10d230372d284cdd"/>
    <p:sldLayoutId xmlns:r="http://schemas.openxmlformats.org/officeDocument/2006/relationships" id="2147483652" r:id="R170105da80f7449f"/>
    <p:sldLayoutId xmlns:r="http://schemas.openxmlformats.org/officeDocument/2006/relationships" id="2147483653" r:id="R10e5036a881b4483"/>
    <p:sldLayoutId xmlns:r="http://schemas.openxmlformats.org/officeDocument/2006/relationships" id="2147483654" r:id="Rb11013656c3c47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9414dc10a4493c" /><Relationship Type="http://schemas.openxmlformats.org/officeDocument/2006/relationships/image" Target="/ppt/media/image.png" Id="Rd966b3e5c89d424d" /><Relationship Type="http://schemas.openxmlformats.org/officeDocument/2006/relationships/notesSlide" Target="/ppt/notesSlides/notesSlide1.xml" Id="Raaad1d40392443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91d19a3d204f3c" /><Relationship Type="http://schemas.openxmlformats.org/officeDocument/2006/relationships/notesSlide" Target="/ppt/notesSlides/notesSlide2.xml" Id="R39ba32d37f8246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4b4b9137b74694" /><Relationship Type="http://schemas.openxmlformats.org/officeDocument/2006/relationships/image" Target="/ppt/media/image2.png" Id="R1a169933f8d240a1" /><Relationship Type="http://schemas.openxmlformats.org/officeDocument/2006/relationships/notesSlide" Target="/ppt/notesSlides/notesSlide3.xml" Id="R0942f38727bf42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e93fefe3974b02" /><Relationship Type="http://schemas.openxmlformats.org/officeDocument/2006/relationships/image" Target="/ppt/media/image3.png" Id="Raa324d1fa70e444d" /><Relationship Type="http://schemas.openxmlformats.org/officeDocument/2006/relationships/image" Target="/ppt/media/image4.png" Id="Rac280a96b6a84f76" /><Relationship Type="http://schemas.openxmlformats.org/officeDocument/2006/relationships/image" Target="/ppt/media/image5.png" Id="Rc57d63a061274f87" /><Relationship Type="http://schemas.openxmlformats.org/officeDocument/2006/relationships/image" Target="/ppt/media/image6.png" Id="R971f52fc2c824f1e" /><Relationship Type="http://schemas.openxmlformats.org/officeDocument/2006/relationships/notesSlide" Target="/ppt/notesSlides/notesSlide4.xml" Id="Rd9443679039e4f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98176006d04b23" /><Relationship Type="http://schemas.openxmlformats.org/officeDocument/2006/relationships/image" Target="/ppt/media/image.jpeg" Id="R42e103f682924839" /><Relationship Type="http://schemas.openxmlformats.org/officeDocument/2006/relationships/notesSlide" Target="/ppt/notesSlides/notesSlide5.xml" Id="R529053f67e7144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3a0817dbd84eb7" /><Relationship Type="http://schemas.openxmlformats.org/officeDocument/2006/relationships/image" Target="/ppt/media/image2.jpeg" Id="R559ce42c472c4ab0" /><Relationship Type="http://schemas.openxmlformats.org/officeDocument/2006/relationships/image" Target="/ppt/media/image3.jpeg" Id="R671d39a67d8a478a" /><Relationship Type="http://schemas.openxmlformats.org/officeDocument/2006/relationships/image" Target="/ppt/media/image4.jpeg" Id="Ra9c7a400308445d9" /><Relationship Type="http://schemas.openxmlformats.org/officeDocument/2006/relationships/notesSlide" Target="/ppt/notesSlides/notesSlide6.xml" Id="Rc12cfe24842744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a68358bfd4434b" /><Relationship Type="http://schemas.openxmlformats.org/officeDocument/2006/relationships/image" Target="/ppt/media/image7.png" Id="R4c7e381f79b44c78" /><Relationship Type="http://schemas.openxmlformats.org/officeDocument/2006/relationships/notesSlide" Target="/ppt/notesSlides/notesSlide7.xml" Id="R883beb0421e347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99f42e11004ad8" /><Relationship Type="http://schemas.openxmlformats.org/officeDocument/2006/relationships/image" Target="/ppt/media/image8.png" Id="Rd74914c409d24566" /><Relationship Type="http://schemas.openxmlformats.org/officeDocument/2006/relationships/image" Target="/ppt/media/image9.png" Id="Rf9211b95491b4c27" /><Relationship Type="http://schemas.openxmlformats.org/officeDocument/2006/relationships/image" Target="/ppt/media/image10.png" Id="Rde1465c6b66a42e0" /><Relationship Type="http://schemas.openxmlformats.org/officeDocument/2006/relationships/notesSlide" Target="/ppt/notesSlides/notesSlide8.xml" Id="R7c896497d54547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69690dba3b48c2" /><Relationship Type="http://schemas.openxmlformats.org/officeDocument/2006/relationships/notesSlide" Target="/ppt/notesSlides/notesSlide9.xml" Id="Ra52c0eae19f741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b0a9893e374e91" /><Relationship Type="http://schemas.openxmlformats.org/officeDocument/2006/relationships/image" Target="/ppt/media/image11.png" Id="Rd28deb978da0489e" /><Relationship Type="http://schemas.openxmlformats.org/officeDocument/2006/relationships/notesSlide" Target="/ppt/notesSlides/notesSlide10.xml" Id="R9f64a8251d3f41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24fae8194444611" /><Relationship Type="http://schemas.openxmlformats.org/officeDocument/2006/relationships/image" Target="/ppt/media/image12.png" Id="Rdd1b3b8359f04a1d" /><Relationship Type="http://schemas.openxmlformats.org/officeDocument/2006/relationships/notesSlide" Target="/ppt/notesSlides/notesSlide11.xml" Id="R1d62175cd03d44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760649e2ac84d1e" /><Relationship Type="http://schemas.openxmlformats.org/officeDocument/2006/relationships/image" Target="/ppt/media/image13.png" Id="Re4db0dfbf0734e7d" /><Relationship Type="http://schemas.openxmlformats.org/officeDocument/2006/relationships/image" Target="/ppt/media/image5.jpeg" Id="Rc31a6730bf884ae0" /><Relationship Type="http://schemas.openxmlformats.org/officeDocument/2006/relationships/notesSlide" Target="/ppt/notesSlides/notesSlide12.xml" Id="Reabefd0948c84c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16c1c2e7a545b7" /><Relationship Type="http://schemas.openxmlformats.org/officeDocument/2006/relationships/image" Target="/ppt/media/image14.png" Id="Racc0f4742dcf48d6" /><Relationship Type="http://schemas.openxmlformats.org/officeDocument/2006/relationships/image" Target="/ppt/media/image6.jpeg" Id="R965af90be6484289" /><Relationship Type="http://schemas.openxmlformats.org/officeDocument/2006/relationships/notesSlide" Target="/ppt/notesSlides/notesSlide13.xml" Id="R8abd86538ebf49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ca10c7312a4a68" /><Relationship Type="http://schemas.openxmlformats.org/officeDocument/2006/relationships/image" Target="/ppt/media/image15.png" Id="R0c31a136de0045ca" /><Relationship Type="http://schemas.openxmlformats.org/officeDocument/2006/relationships/image" Target="/ppt/media/image16.png" Id="R7744f72438684460" /><Relationship Type="http://schemas.openxmlformats.org/officeDocument/2006/relationships/image" Target="/ppt/media/image7.jpeg" Id="R090ae669d1f64686" /><Relationship Type="http://schemas.openxmlformats.org/officeDocument/2006/relationships/notesSlide" Target="/ppt/notesSlides/notesSlide14.xml" Id="R3fbbccdce92741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d1e5d68c76c48ed" /><Relationship Type="http://schemas.openxmlformats.org/officeDocument/2006/relationships/image" Target="/ppt/media/image17.png" Id="R5da7a1085b1b49de" /><Relationship Type="http://schemas.openxmlformats.org/officeDocument/2006/relationships/image" Target="/ppt/media/image8.jpeg" Id="R48ddef3a9c634af7" /><Relationship Type="http://schemas.openxmlformats.org/officeDocument/2006/relationships/notesSlide" Target="/ppt/notesSlides/notesSlide15.xml" Id="Rb68dcf50e71f43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9668ce73a7c4930" /><Relationship Type="http://schemas.openxmlformats.org/officeDocument/2006/relationships/image" Target="/ppt/media/image18.png" Id="R3b80adeec06a4114" /><Relationship Type="http://schemas.openxmlformats.org/officeDocument/2006/relationships/image" Target="/ppt/media/image9.jpeg" Id="R0b32ed5b97244964" /><Relationship Type="http://schemas.openxmlformats.org/officeDocument/2006/relationships/notesSlide" Target="/ppt/notesSlides/notesSlide16.xml" Id="Rdad2b8b1389e47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e7caba8caad4fef" /><Relationship Type="http://schemas.openxmlformats.org/officeDocument/2006/relationships/image" Target="/ppt/media/image19.png" Id="R177d2646d3e240ad" /><Relationship Type="http://schemas.openxmlformats.org/officeDocument/2006/relationships/image" Target="/ppt/media/image10.jpeg" Id="R4e23b17e74044c1e" /><Relationship Type="http://schemas.openxmlformats.org/officeDocument/2006/relationships/image" Target="/ppt/media/image20.png" Id="Rd8f7513416094049" /><Relationship Type="http://schemas.openxmlformats.org/officeDocument/2006/relationships/image" Target="/ppt/media/image21.png" Id="Rdcaa21d43ee54603" /><Relationship Type="http://schemas.openxmlformats.org/officeDocument/2006/relationships/notesSlide" Target="/ppt/notesSlides/notesSlide17.xml" Id="Rb7e47d4fd01841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2024e425d0749d9" /><Relationship Type="http://schemas.openxmlformats.org/officeDocument/2006/relationships/image" Target="/ppt/media/image22.png" Id="Rdafbbb48d7254d88" /><Relationship Type="http://schemas.openxmlformats.org/officeDocument/2006/relationships/image" Target="/ppt/media/image11.jpeg" Id="R86cc27ca16c2481a" /><Relationship Type="http://schemas.openxmlformats.org/officeDocument/2006/relationships/notesSlide" Target="/ppt/notesSlides/notesSlide18.xml" Id="Rbdff7c36be294a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1cf692c235492c" /><Relationship Type="http://schemas.openxmlformats.org/officeDocument/2006/relationships/image" Target="/ppt/media/image23.png" Id="R02f6e32c48434357" /><Relationship Type="http://schemas.openxmlformats.org/officeDocument/2006/relationships/image" Target="/ppt/media/image12.jpeg" Id="Rb02680f12dff41f8" /><Relationship Type="http://schemas.openxmlformats.org/officeDocument/2006/relationships/notesSlide" Target="/ppt/notesSlides/notesSlide19.xml" Id="Rddfa447f920846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09c1bd41064742" /><Relationship Type="http://schemas.openxmlformats.org/officeDocument/2006/relationships/image" Target="/ppt/media/image24.png" Id="R374d28e5190e4a27" /><Relationship Type="http://schemas.openxmlformats.org/officeDocument/2006/relationships/image" Target="/ppt/media/image25.png" Id="R90ebeedba2ff4312" /><Relationship Type="http://schemas.openxmlformats.org/officeDocument/2006/relationships/image" Target="/ppt/media/image26.png" Id="R52205e0f32164f58" /><Relationship Type="http://schemas.openxmlformats.org/officeDocument/2006/relationships/image" Target="/ppt/media/image27.png" Id="R9f04046177a64e00" /><Relationship Type="http://schemas.openxmlformats.org/officeDocument/2006/relationships/notesSlide" Target="/ppt/notesSlides/notesSlide20.xml" Id="Rd2616c03f4e643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b7bb8545cb64d2c" /><Relationship Type="http://schemas.openxmlformats.org/officeDocument/2006/relationships/notesSlide" Target="/ppt/notesSlides/notesSlide21.xml" Id="R0acbb5866cb949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7536793eec64dad" /><Relationship Type="http://schemas.openxmlformats.org/officeDocument/2006/relationships/chart" Target="/ppt/slides/charts/chart1.xml" Id="R5dff69d77f974ed9" /><Relationship Type="http://schemas.openxmlformats.org/officeDocument/2006/relationships/notesSlide" Target="/ppt/notesSlides/notesSlide22.xml" Id="Re1f2600e1f214a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65840ec9d1348eb" /><Relationship Type="http://schemas.openxmlformats.org/officeDocument/2006/relationships/image" Target="/ppt/media/image28.png" Id="Rd411add3891e4bf0" /><Relationship Type="http://schemas.openxmlformats.org/officeDocument/2006/relationships/image" Target="/ppt/media/image29.png" Id="R1e771b1dfc2a4028" /><Relationship Type="http://schemas.openxmlformats.org/officeDocument/2006/relationships/image" Target="/ppt/media/image30.png" Id="R32003bb2a910479c" /><Relationship Type="http://schemas.openxmlformats.org/officeDocument/2006/relationships/image" Target="/ppt/media/image31.png" Id="Rd58d34ab617042fe" /><Relationship Type="http://schemas.openxmlformats.org/officeDocument/2006/relationships/image" Target="/ppt/media/image32.png" Id="R4c384e1ebccc47da" /><Relationship Type="http://schemas.openxmlformats.org/officeDocument/2006/relationships/image" Target="/ppt/media/image33.png" Id="Rb637cf2e5d584c21" /><Relationship Type="http://schemas.openxmlformats.org/officeDocument/2006/relationships/notesSlide" Target="/ppt/notesSlides/notesSlide23.xml" Id="R15a9a4c846534fc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f379599e7004412" /><Relationship Type="http://schemas.openxmlformats.org/officeDocument/2006/relationships/image" Target="/ppt/media/image34.png" Id="Reb29b2d5419349a5" /><Relationship Type="http://schemas.openxmlformats.org/officeDocument/2006/relationships/notesSlide" Target="/ppt/notesSlides/notesSlide24.xml" Id="R79501a391b8f4d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e6e97eee6164de0" /><Relationship Type="http://schemas.openxmlformats.org/officeDocument/2006/relationships/image" Target="/ppt/media/image35.png" Id="R87f381441c06433f" /><Relationship Type="http://schemas.openxmlformats.org/officeDocument/2006/relationships/image" Target="/ppt/media/image36.png" Id="R09dbd47c9853415c" /><Relationship Type="http://schemas.openxmlformats.org/officeDocument/2006/relationships/image" Target="/ppt/media/image37.png" Id="Ra11084548e7e4122" /><Relationship Type="http://schemas.openxmlformats.org/officeDocument/2006/relationships/notesSlide" Target="/ppt/notesSlides/notesSlide25.xml" Id="R52d6fd66b8e5424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2ae7e24da6647d6" /><Relationship Type="http://schemas.openxmlformats.org/officeDocument/2006/relationships/image" Target="/ppt/media/image38.png" Id="Rb2f87b5f1d4146ee" /><Relationship Type="http://schemas.openxmlformats.org/officeDocument/2006/relationships/image" Target="/ppt/media/image39.png" Id="R8a36e409ca1f4e9a" /><Relationship Type="http://schemas.openxmlformats.org/officeDocument/2006/relationships/image" Target="/ppt/media/image40.png" Id="R0142fc77568d4567" /><Relationship Type="http://schemas.openxmlformats.org/officeDocument/2006/relationships/image" Target="/ppt/media/image41.png" Id="Rbcc28e7cec614b34" /><Relationship Type="http://schemas.openxmlformats.org/officeDocument/2006/relationships/notesSlide" Target="/ppt/notesSlides/notesSlide26.xml" Id="R87deb53903aa49b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dcad7f6c4224a23" /><Relationship Type="http://schemas.openxmlformats.org/officeDocument/2006/relationships/notesSlide" Target="/ppt/notesSlides/notesSlide27.xml" Id="R3ddb8faed0684e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3462441fe484624" /><Relationship Type="http://schemas.openxmlformats.org/officeDocument/2006/relationships/image" Target="/ppt/media/image42.png" Id="R3f62a68a17194f3d" /><Relationship Type="http://schemas.openxmlformats.org/officeDocument/2006/relationships/image" Target="/ppt/media/image43.png" Id="R0fd2a0a987614481" /><Relationship Type="http://schemas.openxmlformats.org/officeDocument/2006/relationships/image" Target="/ppt/media/image44.png" Id="Rafea0dcd945c4697" /><Relationship Type="http://schemas.openxmlformats.org/officeDocument/2006/relationships/notesSlide" Target="/ppt/notesSlides/notesSlide28.xml" Id="R22348b791df14e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ddeb08895c04bf9" /><Relationship Type="http://schemas.openxmlformats.org/officeDocument/2006/relationships/image" Target="/ppt/media/image45.png" Id="R0f540adf598243b1" /><Relationship Type="http://schemas.openxmlformats.org/officeDocument/2006/relationships/notesSlide" Target="/ppt/notesSlides/notesSlide29.xml" Id="R482efab323a64b5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729690"/>
              </a:solidFill>
            </c:spPr>
          </c:dPt>
          <c:dPt>
            <c:idx val="1"/>
            <c:invertIfNegative val="0"/>
            <c:spPr>
              <a:solidFill xmlns:a="http://schemas.openxmlformats.org/drawingml/2006/main">
                <a:srgbClr val="183E35"/>
              </a:solidFill>
            </c:spPr>
          </c:dPt>
          <c:dPt>
            <c:idx val="2"/>
            <c:invertIfNegative val="0"/>
            <c:spPr>
              <a:solidFill xmlns:a="http://schemas.openxmlformats.org/drawingml/2006/main">
                <a:srgbClr val="567D89"/>
              </a:solidFill>
            </c:spPr>
          </c:dPt>
          <c:cat>
            <c:strRef>
              <c:f>'Chart Data'!$A$2:$A$4</c:f>
              <c:strCache>
                <c:ptCount val="3"/>
                <c:pt idx="0">
                  <c:v>0.5%  948개</c:v>
                </c:pt>
                <c:pt idx="1">
                  <c:v>1%  1,897개</c:v>
                </c:pt>
                <c:pt idx="2">
                  <c:v>2%  3,793개</c:v>
                </c:pt>
              </c:strCache>
            </c:strRef>
          </c:cat>
          <c:val>
            <c:numRef>
              <c:f>'Chart Data'!$B$2:$B$4</c:f>
              <c:numCache>
                <c:formatCode>0</c:formatCode>
                <c:ptCount val="3"/>
                <c:pt idx="0">
                  <c:v>4.74</c:v>
                </c:pt>
                <c:pt idx="1">
                  <c:v>9.49</c:v>
                </c:pt>
                <c:pt idx="2">
                  <c:v>18.97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86"/>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83E35"/>
                </a:solidFill>
                <a:latin typeface="Pretendard"/>
                <a:ea typeface="Pretendard"/>
                <a:cs typeface="Pretendard"/>
              </a:defRPr>
            </a:pPr>
          </a:p>
        </c:txPr>
        <c:crossAx val="48672768"/>
      </c:catAx>
      <c:valAx>
        <c:axId val="48672768"/>
        <c:scaling>
          <c:orientation val="minMax"/>
          <c:max val="25"/>
          <c:min val="0"/>
        </c:scaling>
        <c:delete val="0"/>
        <c:axPos val="b"/>
        <c:majorGridlines>
          <c:spPr>
            <a:ln xmlns:a="http://schemas.openxmlformats.org/drawingml/2006/main" w="9525">
              <a:solidFill>
                <a:srgbClr val="D2DCD6"/>
              </a:solidFill>
            </a:ln>
          </c:spPr>
        </c:majorGridlines>
        <c:title>
          <c:tx>
            <c:rich>
              <a:bodyPr xmlns:a="http://schemas.openxmlformats.org/drawingml/2006/main"/>
              <a:lstStyle xmlns:a="http://schemas.openxmlformats.org/drawingml/2006/main"/>
              <a:p xmlns:a="http://schemas.openxmlformats.org/drawingml/2006/main">
                <a:r>
                  <a:rPr>
                    <a:latin typeface="Pretendard"/>
                    <a:ea typeface="Pretendard"/>
                    <a:cs typeface="Pretendard"/>
                  </a:rPr>
                  <a:t>억원 / 년</a:t>
                </a:r>
              </a:p>
            </c:rich>
          </c:tx>
          <c:overlay val="0"/>
          <c:txPr>
            <a:bodyPr xmlns:a="http://schemas.openxmlformats.org/drawingml/2006/main" anchorCtr="1"/>
            <a:lstStyle xmlns:a="http://schemas.openxmlformats.org/drawingml/2006/main"/>
            <a:p xmlns:a="http://schemas.openxmlformats.org/drawingml/2006/main">
              <a:pPr>
                <a:defRPr>
                  <a:latin typeface="Pretendard"/>
                  <a:ea typeface="Pretendard"/>
                  <a:cs typeface="Pretendard"/>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568"/>
                </a:solidFill>
                <a:latin typeface="Pretendard"/>
                <a:ea typeface="Pretendard"/>
                <a:cs typeface="Pretendard"/>
              </a:defRPr>
            </a:pPr>
          </a:p>
        </c:txPr>
        <c:crossAx val="48650112"/>
        <c:crossBetween val="between"/>
        <c:majorUnit val="5"/>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F56AFBD6-6C58-4E47-A992-0A34D83EB6A6}"/>
              </a:ext>
            </a:extLst>
          </p:cNvPr>
          <p:cNvPicPr>
            <a:picLocks xmlns:a="http://schemas.openxmlformats.org/drawingml/2006/main" noChangeAspect="1"/>
          </p:cNvPicPr>
          <p:nvPr/>
        </p:nvPicPr>
        <p:blipFill>
          <a:blip xmlns:r="http://schemas.openxmlformats.org/officeDocument/2006/relationships" xmlns:a="http://schemas.openxmlformats.org/drawingml/2006/main" r:embed="Rd966b3e5c89d424d"/>
          <a:stretch xmlns:a="http://schemas.openxmlformats.org/drawingml/2006/main"/>
        </p:blipFill>
        <p:spPr>
          <a:xfrm xmlns:a="http://schemas.openxmlformats.org/drawingml/2006/main">
            <a:off x="3962400" y="819150"/>
            <a:ext cx="1219200" cy="1219200"/>
          </a:xfrm>
          <a:prstGeom xmlns:a="http://schemas.openxmlformats.org/drawingml/2006/main" prst="rect">
            <a:avLst/>
          </a:prstGeom>
        </p:spPr>
      </p:pic>
      <p:sp>
        <p:nvSpPr>
          <p:cNvPr id="2" name="아버지와의 통화">
            <a:extLst xmlns:a="http://schemas.openxmlformats.org/drawingml/2006/main">
              <a:ext uri="{FF2B5EF4-FFF2-40B4-BE49-F238E27FC236}">
                <a16:creationId xmlns:a16="http://schemas.microsoft.com/office/drawing/2014/main" id="{2F5A7E66-B92C-4C50-ACE0-D804A3A130A1}"/>
              </a:ext>
            </a:extLst>
          </p:cNvPr>
          <p:cNvSpPr>
            <a:spLocks xmlns:a="http://schemas.openxmlformats.org/drawingml/2006/main" noGrp="1"/>
          </p:cNvSpPr>
          <p:nvPr/>
        </p:nvSpPr>
        <p:spPr>
          <a:xfrm xmlns:a="http://schemas.openxmlformats.org/drawingml/2006/main">
            <a:off x="495300" y="2657475"/>
            <a:ext cx="8153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1">
                <a:solidFill>
                  <a:srgbClr val="183E35"/>
                </a:solidFill>
                <a:latin typeface="Pretendard"/>
                <a:ea typeface="Pretendard"/>
                <a:cs typeface="Pretendard"/>
              </a:defRPr>
            </a:defPPr>
          </a:lstStyle>
          <a:p xmlns:a="http://schemas.openxmlformats.org/drawingml/2006/main">
            <a:pPr algn="ctr">
              <a:defRPr sz="4125" b="1">
                <a:solidFill>
                  <a:srgbClr val="183E35"/>
                </a:solidFill>
                <a:latin typeface="Pretendard"/>
                <a:ea typeface="Pretendard"/>
                <a:cs typeface="Pretendard"/>
              </a:defRPr>
            </a:pPr>
            <a:r>
              <a:rPr sz="4125" b="1">
                <a:solidFill>
                  <a:srgbClr val="183E35"/>
                </a:solidFill>
                <a:latin typeface="Pretendard"/>
                <a:ea typeface="Pretendard"/>
                <a:cs typeface="Pretendard"/>
              </a:rPr>
              <a:t>아버지와의 통화</a:t>
            </a:r>
          </a:p>
        </p:txBody>
      </p:sp>
      <p:sp>
        <p:nvSpPr>
          <p:cNvPr id="3" name="통화 녹음">
            <a:extLst xmlns:a="http://schemas.openxmlformats.org/drawingml/2006/main">
              <a:ext uri="{FF2B5EF4-FFF2-40B4-BE49-F238E27FC236}">
                <a16:creationId xmlns:a16="http://schemas.microsoft.com/office/drawing/2014/main" id="{0F4AD771-D41D-4CCF-AEB9-B7ABF29C6F14}"/>
              </a:ext>
            </a:extLst>
          </p:cNvPr>
          <p:cNvSpPr>
            <a:spLocks xmlns:a="http://schemas.openxmlformats.org/drawingml/2006/main" noGrp="1"/>
          </p:cNvSpPr>
          <p:nvPr/>
        </p:nvSpPr>
        <p:spPr>
          <a:xfrm xmlns:a="http://schemas.openxmlformats.org/drawingml/2006/main">
            <a:off x="495300" y="3838575"/>
            <a:ext cx="815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a:solidFill>
                  <a:srgbClr val="687568"/>
                </a:solidFill>
                <a:latin typeface="Pretendard"/>
                <a:ea typeface="Pretendard"/>
                <a:cs typeface="Pretendard"/>
              </a:defRPr>
            </a:defPPr>
          </a:lstStyle>
          <a:p xmlns:a="http://schemas.openxmlformats.org/drawingml/2006/main">
            <a:pPr algn="ctr">
              <a:defRPr sz="1650">
                <a:solidFill>
                  <a:srgbClr val="687568"/>
                </a:solidFill>
                <a:latin typeface="Pretendard"/>
                <a:ea typeface="Pretendard"/>
                <a:cs typeface="Pretendard"/>
              </a:defRPr>
            </a:pPr>
            <a:r>
              <a:rPr sz="1650">
                <a:solidFill>
                  <a:srgbClr val="687568"/>
                </a:solidFill>
                <a:latin typeface="Pretendard"/>
                <a:ea typeface="Pretendard"/>
                <a:cs typeface="Pretendard"/>
              </a:rPr>
              <a:t>통화 녹음</a:t>
            </a:r>
          </a:p>
        </p:txBody>
      </p:sp>
    </p:spTree>
    <p:extLst>
      <p:ext uri="{BB962C8B-B14F-4D97-AF65-F5344CB8AC3E}">
        <p14:creationId xmlns:p14="http://schemas.microsoft.com/office/powerpoint/2010/main" val="726400671"/>
      </p:ext>
    </p:extLst>
  </p:cSld>
</p:sld>
</file>

<file path=ppt/slides/slide2.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여러분의 종중은">
            <a:extLst xmlns:a="http://schemas.openxmlformats.org/drawingml/2006/main">
              <a:ext uri="{FF2B5EF4-FFF2-40B4-BE49-F238E27FC236}">
                <a16:creationId xmlns:a16="http://schemas.microsoft.com/office/drawing/2014/main" id="{06084CFF-8116-4787-A13B-194D74ED67AF}"/>
              </a:ext>
            </a:extLst>
          </p:cNvPr>
          <p:cNvSpPr>
            <a:spLocks xmlns:a="http://schemas.openxmlformats.org/drawingml/2006/main" noGrp="1"/>
          </p:cNvSpPr>
          <p:nvPr/>
        </p:nvSpPr>
        <p:spPr>
          <a:xfrm xmlns:a="http://schemas.openxmlformats.org/drawingml/2006/main">
            <a:off x="628650" y="1219200"/>
            <a:ext cx="7886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F5F2E9"/>
                </a:solidFill>
                <a:latin typeface="Pretendard"/>
                <a:ea typeface="Pretendard"/>
                <a:cs typeface="Pretendard"/>
              </a:defRPr>
            </a:defPPr>
          </a:lstStyle>
          <a:p xmlns:a="http://schemas.openxmlformats.org/drawingml/2006/main">
            <a:pPr algn="l">
              <a:defRPr sz="4875" b="1">
                <a:solidFill>
                  <a:srgbClr val="F5F2E9"/>
                </a:solidFill>
                <a:latin typeface="Pretendard"/>
                <a:ea typeface="Pretendard"/>
                <a:cs typeface="Pretendard"/>
              </a:defRPr>
            </a:pPr>
            <a:r>
              <a:rPr sz="4875" b="1">
                <a:solidFill>
                  <a:srgbClr val="F5F2E9"/>
                </a:solidFill>
                <a:latin typeface="Pretendard"/>
                <a:ea typeface="Pretendard"/>
                <a:cs typeface="Pretendard"/>
              </a:rPr>
              <a:t>여러분의 종중은</a:t>
            </a:r>
          </a:p>
        </p:txBody>
      </p:sp>
      <p:sp>
        <p:nvSpPr>
          <p:cNvPr id="2" name="안녕">
            <a:extLst xmlns:a="http://schemas.openxmlformats.org/drawingml/2006/main">
              <a:ext uri="{FF2B5EF4-FFF2-40B4-BE49-F238E27FC236}">
                <a16:creationId xmlns:a16="http://schemas.microsoft.com/office/drawing/2014/main" id="{54F30089-6CF7-4B89-90F1-AACAE72384E0}"/>
              </a:ext>
            </a:extLst>
          </p:cNvPr>
          <p:cNvSpPr>
            <a:spLocks xmlns:a="http://schemas.openxmlformats.org/drawingml/2006/main" noGrp="1"/>
          </p:cNvSpPr>
          <p:nvPr/>
        </p:nvSpPr>
        <p:spPr>
          <a:xfrm xmlns:a="http://schemas.openxmlformats.org/drawingml/2006/main">
            <a:off x="619125" y="2352675"/>
            <a:ext cx="1704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D05258"/>
                </a:solidFill>
                <a:latin typeface="Pretendard"/>
                <a:ea typeface="Pretendard"/>
                <a:cs typeface="Pretendard"/>
              </a:defRPr>
            </a:defPPr>
          </a:lstStyle>
          <a:p xmlns:a="http://schemas.openxmlformats.org/drawingml/2006/main">
            <a:pPr algn="l">
              <a:defRPr sz="6300" b="1">
                <a:solidFill>
                  <a:srgbClr val="D05258"/>
                </a:solidFill>
                <a:latin typeface="Pretendard"/>
                <a:ea typeface="Pretendard"/>
                <a:cs typeface="Pretendard"/>
              </a:defRPr>
            </a:pPr>
            <a:r>
              <a:rPr sz="6300" b="1">
                <a:solidFill>
                  <a:srgbClr val="D05258"/>
                </a:solidFill>
                <a:latin typeface="Pretendard"/>
                <a:ea typeface="Pretendard"/>
                <a:cs typeface="Pretendard"/>
              </a:rPr>
              <a:t>안녕</a:t>
            </a:r>
          </a:p>
        </p:txBody>
      </p:sp>
      <p:sp>
        <p:nvSpPr>
          <p:cNvPr id="3" name="하십니까?">
            <a:extLst xmlns:a="http://schemas.openxmlformats.org/drawingml/2006/main">
              <a:ext uri="{FF2B5EF4-FFF2-40B4-BE49-F238E27FC236}">
                <a16:creationId xmlns:a16="http://schemas.microsoft.com/office/drawing/2014/main" id="{92764249-BFFF-42D3-95F1-D6C2E34E2543}"/>
              </a:ext>
            </a:extLst>
          </p:cNvPr>
          <p:cNvSpPr>
            <a:spLocks xmlns:a="http://schemas.openxmlformats.org/drawingml/2006/main" noGrp="1"/>
          </p:cNvSpPr>
          <p:nvPr/>
        </p:nvSpPr>
        <p:spPr>
          <a:xfrm xmlns:a="http://schemas.openxmlformats.org/drawingml/2006/main">
            <a:off x="2324100" y="2352675"/>
            <a:ext cx="5953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하십니까?</a:t>
            </a:r>
          </a:p>
        </p:txBody>
      </p:sp>
    </p:spTree>
    <p:extLst>
      <p:ext uri="{BB962C8B-B14F-4D97-AF65-F5344CB8AC3E}">
        <p14:creationId xmlns:p14="http://schemas.microsoft.com/office/powerpoint/2010/main" val="236112451"/>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전주이씨">
            <a:extLst xmlns:a="http://schemas.openxmlformats.org/drawingml/2006/main">
              <a:ext uri="{FF2B5EF4-FFF2-40B4-BE49-F238E27FC236}">
                <a16:creationId xmlns:a16="http://schemas.microsoft.com/office/drawing/2014/main" id="{24C944F1-3521-4848-B268-D700407237B6}"/>
              </a:ext>
            </a:extLst>
          </p:cNvPr>
          <p:cNvSpPr>
            <a:spLocks xmlns:a="http://schemas.openxmlformats.org/drawingml/2006/main" noGrp="1"/>
          </p:cNvSpPr>
          <p:nvPr/>
        </p:nvSpPr>
        <p:spPr>
          <a:xfrm xmlns:a="http://schemas.openxmlformats.org/drawingml/2006/main">
            <a:off x="485775" y="228600"/>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183E35"/>
                </a:solidFill>
                <a:latin typeface="Pretendard"/>
                <a:ea typeface="Pretendard"/>
                <a:cs typeface="Pretendard"/>
              </a:defRPr>
            </a:defPPr>
          </a:lstStyle>
          <a:p xmlns:a="http://schemas.openxmlformats.org/drawingml/2006/main">
            <a:pPr algn="ctr">
              <a:defRPr sz="1800">
                <a:solidFill>
                  <a:srgbClr val="183E35"/>
                </a:solidFill>
                <a:latin typeface="Pretendard"/>
                <a:ea typeface="Pretendard"/>
                <a:cs typeface="Pretendard"/>
              </a:defRPr>
            </a:pPr>
            <a:r>
              <a:rPr sz="1800">
                <a:solidFill>
                  <a:srgbClr val="183E35"/>
                </a:solidFill>
                <a:latin typeface="Pretendard"/>
                <a:ea typeface="Pretendard"/>
                <a:cs typeface="Pretendard"/>
              </a:rPr>
              <a:t>전주이씨</a:t>
            </a:r>
          </a:p>
        </p:txBody>
      </p:sp>
      <p:sp>
        <p:nvSpPr>
          <p:cNvPr id="2" name="임영대군파종중">
            <a:extLst xmlns:a="http://schemas.openxmlformats.org/drawingml/2006/main">
              <a:ext uri="{FF2B5EF4-FFF2-40B4-BE49-F238E27FC236}">
                <a16:creationId xmlns:a16="http://schemas.microsoft.com/office/drawing/2014/main" id="{8F4D5403-6113-4E9D-B4D3-E454C681B407}"/>
              </a:ext>
            </a:extLst>
          </p:cNvPr>
          <p:cNvSpPr>
            <a:spLocks xmlns:a="http://schemas.openxmlformats.org/drawingml/2006/main" noGrp="1"/>
          </p:cNvSpPr>
          <p:nvPr/>
        </p:nvSpPr>
        <p:spPr>
          <a:xfrm xmlns:a="http://schemas.openxmlformats.org/drawingml/2006/main">
            <a:off x="485775" y="571500"/>
            <a:ext cx="817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183E35"/>
                </a:solidFill>
                <a:latin typeface="Pretendard"/>
                <a:ea typeface="Pretendard"/>
                <a:cs typeface="Pretendard"/>
              </a:defRPr>
            </a:defPPr>
          </a:lstStyle>
          <a:p xmlns:a="http://schemas.openxmlformats.org/drawingml/2006/main">
            <a:pPr algn="ctr">
              <a:defRPr sz="2625" b="1">
                <a:solidFill>
                  <a:srgbClr val="183E35"/>
                </a:solidFill>
                <a:latin typeface="Pretendard"/>
                <a:ea typeface="Pretendard"/>
                <a:cs typeface="Pretendard"/>
              </a:defRPr>
            </a:pPr>
            <a:r>
              <a:rPr sz="2625" b="1">
                <a:solidFill>
                  <a:srgbClr val="183E35"/>
                </a:solidFill>
                <a:latin typeface="Pretendard"/>
                <a:ea typeface="Pretendard"/>
                <a:cs typeface="Pretendard"/>
              </a:rPr>
              <a:t>임영대군파종중</a:t>
            </a:r>
          </a:p>
        </p:txBody>
      </p:sp>
      <p:pic>
        <p:nvPicPr>
          <p:cNvPr id="3" name="">
            <a:extLst xmlns:a="http://schemas.openxmlformats.org/drawingml/2006/main">
              <a:ext uri="{FF2B5EF4-FFF2-40B4-BE49-F238E27FC236}">
                <a16:creationId xmlns:a16="http://schemas.microsoft.com/office/drawing/2014/main" id="{DC5A8E21-63B7-44FA-88CF-6383E3850F11}"/>
              </a:ext>
            </a:extLst>
          </p:cNvPr>
          <p:cNvPicPr>
            <a:picLocks xmlns:a="http://schemas.openxmlformats.org/drawingml/2006/main" noChangeAspect="1"/>
          </p:cNvPicPr>
          <p:nvPr/>
        </p:nvPicPr>
        <p:blipFill>
          <a:blip xmlns:r="http://schemas.openxmlformats.org/officeDocument/2006/relationships" xmlns:a="http://schemas.openxmlformats.org/drawingml/2006/main" r:embed="R1a169933f8d240a1"/>
          <a:stretch xmlns:a="http://schemas.openxmlformats.org/drawingml/2006/main"/>
        </p:blipFill>
        <p:spPr>
          <a:xfrm xmlns:a="http://schemas.openxmlformats.org/drawingml/2006/main">
            <a:off x="3214878" y="1123950"/>
            <a:ext cx="2714244" cy="3914775"/>
          </a:xfrm>
          <a:prstGeom xmlns:a="http://schemas.openxmlformats.org/drawingml/2006/main" prst="rect">
            <a:avLst/>
          </a:prstGeom>
        </p:spPr>
      </p:pic>
    </p:spTree>
    <p:extLst>
      <p:ext uri="{BB962C8B-B14F-4D97-AF65-F5344CB8AC3E}">
        <p14:creationId xmlns:p14="http://schemas.microsoft.com/office/powerpoint/2010/main" val="1856607639"/>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우리 가족의 일">
            <a:extLst xmlns:a="http://schemas.openxmlformats.org/drawingml/2006/main">
              <a:ext uri="{FF2B5EF4-FFF2-40B4-BE49-F238E27FC236}">
                <a16:creationId xmlns:a16="http://schemas.microsoft.com/office/drawing/2014/main" id="{F63D95F4-6E73-4D53-AD4B-4CA97803CDA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우리 가족의 일</a:t>
            </a:r>
          </a:p>
        </p:txBody>
      </p:sp>
      <p:sp>
        <p:nvSpPr>
          <p:cNvPr id="2" name="종중">
            <a:extLst xmlns:a="http://schemas.openxmlformats.org/drawingml/2006/main">
              <a:ext uri="{FF2B5EF4-FFF2-40B4-BE49-F238E27FC236}">
                <a16:creationId xmlns:a16="http://schemas.microsoft.com/office/drawing/2014/main" id="{89A4856A-D625-413E-BEB8-568050FA8D9E}"/>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a:t>
            </a:r>
          </a:p>
        </p:txBody>
      </p:sp>
      <p:sp>
        <p:nvSpPr>
          <p:cNvPr id="3" name="04">
            <a:extLst xmlns:a="http://schemas.openxmlformats.org/drawingml/2006/main">
              <a:ext uri="{FF2B5EF4-FFF2-40B4-BE49-F238E27FC236}">
                <a16:creationId xmlns:a16="http://schemas.microsoft.com/office/drawing/2014/main" id="{6C22545B-7E58-4CA2-A673-7EF74B28D99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04</a:t>
            </a:r>
          </a:p>
        </p:txBody>
      </p:sp>
      <p:pic>
        <p:nvPicPr>
          <p:cNvPr id="4" name="">
            <a:extLst xmlns:a="http://schemas.openxmlformats.org/drawingml/2006/main">
              <a:ext uri="{FF2B5EF4-FFF2-40B4-BE49-F238E27FC236}">
                <a16:creationId xmlns:a16="http://schemas.microsoft.com/office/drawing/2014/main" id="{F1ABE931-6418-40E3-88B0-DA908EDD5F03}"/>
              </a:ext>
            </a:extLst>
          </p:cNvPr>
          <p:cNvPicPr>
            <a:picLocks xmlns:a="http://schemas.openxmlformats.org/drawingml/2006/main" noChangeAspect="1"/>
          </p:cNvPicPr>
          <p:nvPr/>
        </p:nvPicPr>
        <p:blipFill>
          <a:blip xmlns:r="http://schemas.openxmlformats.org/officeDocument/2006/relationships" xmlns:a="http://schemas.openxmlformats.org/drawingml/2006/main" r:embed="Raa324d1fa70e444d"/>
          <a:stretch xmlns:a="http://schemas.openxmlformats.org/drawingml/2006/main"/>
        </p:blipFill>
        <p:spPr>
          <a:xfrm xmlns:a="http://schemas.openxmlformats.org/drawingml/2006/main">
            <a:off x="1066800" y="1847850"/>
            <a:ext cx="952500" cy="9525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C2DBE432-7DDD-462A-B422-B78B9AC6670F}"/>
              </a:ext>
            </a:extLst>
          </p:cNvPr>
          <p:cNvSpPr>
            <a:spLocks xmlns:a="http://schemas.openxmlformats.org/drawingml/2006/main" noGrp="1"/>
          </p:cNvSpPr>
          <p:nvPr/>
        </p:nvSpPr>
        <p:spPr>
          <a:xfrm xmlns:a="http://schemas.openxmlformats.org/drawingml/2006/main">
            <a:off x="5810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뿌리</a:t>
            </a:r>
          </a:p>
        </p:txBody>
      </p:sp>
      <p:pic>
        <p:nvPicPr>
          <p:cNvPr id="6" name="">
            <a:extLst xmlns:a="http://schemas.openxmlformats.org/drawingml/2006/main">
              <a:ext uri="{FF2B5EF4-FFF2-40B4-BE49-F238E27FC236}">
                <a16:creationId xmlns:a16="http://schemas.microsoft.com/office/drawing/2014/main" id="{5C4CEACE-C29C-4AD2-8B89-8105F32E2DB4}"/>
              </a:ext>
            </a:extLst>
          </p:cNvPr>
          <p:cNvPicPr>
            <a:picLocks xmlns:a="http://schemas.openxmlformats.org/drawingml/2006/main" noChangeAspect="1"/>
          </p:cNvPicPr>
          <p:nvPr/>
        </p:nvPicPr>
        <p:blipFill>
          <a:blip xmlns:r="http://schemas.openxmlformats.org/officeDocument/2006/relationships" xmlns:a="http://schemas.openxmlformats.org/drawingml/2006/main" r:embed="Rac280a96b6a84f76"/>
          <a:stretch xmlns:a="http://schemas.openxmlformats.org/drawingml/2006/main"/>
        </p:blipFill>
        <p:spPr>
          <a:xfrm xmlns:a="http://schemas.openxmlformats.org/drawingml/2006/main">
            <a:off x="3181350" y="1847850"/>
            <a:ext cx="952500" cy="9525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3B8CBDBC-F05D-4389-9A79-5CE3217715C1}"/>
              </a:ext>
            </a:extLst>
          </p:cNvPr>
          <p:cNvSpPr>
            <a:spLocks xmlns:a="http://schemas.openxmlformats.org/drawingml/2006/main" noGrp="1"/>
          </p:cNvSpPr>
          <p:nvPr/>
        </p:nvSpPr>
        <p:spPr>
          <a:xfrm xmlns:a="http://schemas.openxmlformats.org/drawingml/2006/main">
            <a:off x="26955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공동재산</a:t>
            </a:r>
          </a:p>
        </p:txBody>
      </p:sp>
      <p:pic>
        <p:nvPicPr>
          <p:cNvPr id="8" name="">
            <a:extLst xmlns:a="http://schemas.openxmlformats.org/drawingml/2006/main">
              <a:ext uri="{FF2B5EF4-FFF2-40B4-BE49-F238E27FC236}">
                <a16:creationId xmlns:a16="http://schemas.microsoft.com/office/drawing/2014/main" id="{7305ACE9-3B90-4866-88DE-78E431F81366}"/>
              </a:ext>
            </a:extLst>
          </p:cNvPr>
          <p:cNvPicPr>
            <a:picLocks xmlns:a="http://schemas.openxmlformats.org/drawingml/2006/main" noChangeAspect="1"/>
          </p:cNvPicPr>
          <p:nvPr/>
        </p:nvPicPr>
        <p:blipFill>
          <a:blip xmlns:r="http://schemas.openxmlformats.org/officeDocument/2006/relationships" xmlns:a="http://schemas.openxmlformats.org/drawingml/2006/main" r:embed="Rc57d63a061274f87"/>
          <a:stretch xmlns:a="http://schemas.openxmlformats.org/drawingml/2006/main"/>
        </p:blipFill>
        <p:spPr>
          <a:xfrm xmlns:a="http://schemas.openxmlformats.org/drawingml/2006/main">
            <a:off x="5295900" y="1847850"/>
            <a:ext cx="952500" cy="9525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10D437FD-410E-4BD6-BD7D-987FD5AC6D1D}"/>
              </a:ext>
            </a:extLst>
          </p:cNvPr>
          <p:cNvSpPr>
            <a:spLocks xmlns:a="http://schemas.openxmlformats.org/drawingml/2006/main" noGrp="1"/>
          </p:cNvSpPr>
          <p:nvPr/>
        </p:nvSpPr>
        <p:spPr>
          <a:xfrm xmlns:a="http://schemas.openxmlformats.org/drawingml/2006/main">
            <a:off x="48101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기록</a:t>
            </a:r>
          </a:p>
        </p:txBody>
      </p:sp>
      <p:pic>
        <p:nvPicPr>
          <p:cNvPr id="10" name="">
            <a:extLst xmlns:a="http://schemas.openxmlformats.org/drawingml/2006/main">
              <a:ext uri="{FF2B5EF4-FFF2-40B4-BE49-F238E27FC236}">
                <a16:creationId xmlns:a16="http://schemas.microsoft.com/office/drawing/2014/main" id="{049F841E-F4BA-469E-9490-55D8AE7D1CC1}"/>
              </a:ext>
            </a:extLst>
          </p:cNvPr>
          <p:cNvPicPr>
            <a:picLocks xmlns:a="http://schemas.openxmlformats.org/drawingml/2006/main" noChangeAspect="1"/>
          </p:cNvPicPr>
          <p:nvPr/>
        </p:nvPicPr>
        <p:blipFill>
          <a:blip xmlns:r="http://schemas.openxmlformats.org/officeDocument/2006/relationships" xmlns:a="http://schemas.openxmlformats.org/drawingml/2006/main" r:embed="R971f52fc2c824f1e"/>
          <a:stretch xmlns:a="http://schemas.openxmlformats.org/drawingml/2006/main"/>
        </p:blipFill>
        <p:spPr>
          <a:xfrm xmlns:a="http://schemas.openxmlformats.org/drawingml/2006/main">
            <a:off x="7410450" y="1847850"/>
            <a:ext cx="952500" cy="9525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A05718C0-D37F-47CE-8C2B-BF74BF363E45}"/>
              </a:ext>
            </a:extLst>
          </p:cNvPr>
          <p:cNvSpPr>
            <a:spLocks xmlns:a="http://schemas.openxmlformats.org/drawingml/2006/main" noGrp="1"/>
          </p:cNvSpPr>
          <p:nvPr/>
        </p:nvSpPr>
        <p:spPr>
          <a:xfrm xmlns:a="http://schemas.openxmlformats.org/drawingml/2006/main">
            <a:off x="69246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종원</a:t>
            </a:r>
          </a:p>
        </p:txBody>
      </p:sp>
    </p:spTree>
    <p:extLst>
      <p:ext uri="{BB962C8B-B14F-4D97-AF65-F5344CB8AC3E}">
        <p14:creationId xmlns:p14="http://schemas.microsoft.com/office/powerpoint/2010/main" val="132630409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보도 사례">
            <a:extLst xmlns:a="http://schemas.openxmlformats.org/drawingml/2006/main">
              <a:ext uri="{FF2B5EF4-FFF2-40B4-BE49-F238E27FC236}">
                <a16:creationId xmlns:a16="http://schemas.microsoft.com/office/drawing/2014/main" id="{9E4DE6B6-F287-4291-9A68-918DFB83142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보도 사례</a:t>
            </a:r>
          </a:p>
        </p:txBody>
      </p:sp>
      <p:sp>
        <p:nvSpPr>
          <p:cNvPr id="2" name="다툼과 소송의 온상">
            <a:extLst xmlns:a="http://schemas.openxmlformats.org/drawingml/2006/main">
              <a:ext uri="{FF2B5EF4-FFF2-40B4-BE49-F238E27FC236}">
                <a16:creationId xmlns:a16="http://schemas.microsoft.com/office/drawing/2014/main" id="{5FFC6417-CDB9-4525-B497-4BFBDFB6322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다툼과 소송의 온상</a:t>
            </a:r>
          </a:p>
        </p:txBody>
      </p:sp>
      <p:sp>
        <p:nvSpPr>
          <p:cNvPr id="3" name="05">
            <a:extLst xmlns:a="http://schemas.openxmlformats.org/drawingml/2006/main">
              <a:ext uri="{FF2B5EF4-FFF2-40B4-BE49-F238E27FC236}">
                <a16:creationId xmlns:a16="http://schemas.microsoft.com/office/drawing/2014/main" id="{851735AD-69A9-4C4C-89BC-27E4CDC7D82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05</a:t>
            </a:r>
          </a:p>
        </p:txBody>
      </p:sp>
      <p:pic>
        <p:nvPicPr>
          <p:cNvPr id="4" name="">
            <a:extLst xmlns:a="http://schemas.openxmlformats.org/drawingml/2006/main">
              <a:ext uri="{FF2B5EF4-FFF2-40B4-BE49-F238E27FC236}">
                <a16:creationId xmlns:a16="http://schemas.microsoft.com/office/drawing/2014/main" id="{A856C6B0-A2D6-4859-B7F0-9B56A5F33531}"/>
              </a:ext>
            </a:extLst>
          </p:cNvPr>
          <p:cNvPicPr>
            <a:picLocks xmlns:a="http://schemas.openxmlformats.org/drawingml/2006/main" noChangeAspect="1"/>
          </p:cNvPicPr>
          <p:nvPr/>
        </p:nvPicPr>
        <p:blipFill>
          <a:blip xmlns:r="http://schemas.openxmlformats.org/officeDocument/2006/relationships" xmlns:a="http://schemas.openxmlformats.org/drawingml/2006/main" r:embed="R42e103f682924839"/>
          <a:stretch xmlns:a="http://schemas.openxmlformats.org/drawingml/2006/main"/>
        </p:blipFill>
        <p:spPr>
          <a:xfrm xmlns:a="http://schemas.openxmlformats.org/drawingml/2006/main">
            <a:off x="851123" y="1552575"/>
            <a:ext cx="4946204" cy="2781300"/>
          </a:xfrm>
          <a:prstGeom xmlns:a="http://schemas.openxmlformats.org/drawingml/2006/main" prst="rect">
            <a:avLst/>
          </a:prstGeom>
        </p:spPr>
      </p:pic>
      <p:sp>
        <p:nvSpPr>
          <p:cNvPr id="5" name="약">
            <a:extLst xmlns:a="http://schemas.openxmlformats.org/drawingml/2006/main">
              <a:ext uri="{FF2B5EF4-FFF2-40B4-BE49-F238E27FC236}">
                <a16:creationId xmlns:a16="http://schemas.microsoft.com/office/drawing/2014/main" id="{22BDD98B-CEBB-4E8B-A133-17DA4BD9201C}"/>
              </a:ext>
            </a:extLst>
          </p:cNvPr>
          <p:cNvSpPr>
            <a:spLocks xmlns:a="http://schemas.openxmlformats.org/drawingml/2006/main" noGrp="1"/>
          </p:cNvSpPr>
          <p:nvPr/>
        </p:nvSpPr>
        <p:spPr>
          <a:xfrm xmlns:a="http://schemas.openxmlformats.org/drawingml/2006/main">
            <a:off x="6553200" y="16002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687568"/>
                </a:solidFill>
                <a:latin typeface="Pretendard"/>
                <a:ea typeface="Pretendard"/>
                <a:cs typeface="Pretendard"/>
              </a:defRPr>
            </a:defPPr>
          </a:lstStyle>
          <a:p xmlns:a="http://schemas.openxmlformats.org/drawingml/2006/main">
            <a:pPr algn="l">
              <a:defRPr sz="1725">
                <a:solidFill>
                  <a:srgbClr val="687568"/>
                </a:solidFill>
                <a:latin typeface="Pretendard"/>
                <a:ea typeface="Pretendard"/>
                <a:cs typeface="Pretendard"/>
              </a:defRPr>
            </a:pPr>
            <a:r>
              <a:rPr sz="1725">
                <a:solidFill>
                  <a:srgbClr val="687568"/>
                </a:solidFill>
                <a:latin typeface="Pretendard"/>
                <a:ea typeface="Pretendard"/>
                <a:cs typeface="Pretendard"/>
              </a:rPr>
              <a:t>약</a:t>
            </a:r>
          </a:p>
        </p:txBody>
      </p:sp>
      <p:sp>
        <p:nvSpPr>
          <p:cNvPr id="6" name="4">
            <a:extLst xmlns:a="http://schemas.openxmlformats.org/drawingml/2006/main">
              <a:ext uri="{FF2B5EF4-FFF2-40B4-BE49-F238E27FC236}">
                <a16:creationId xmlns:a16="http://schemas.microsoft.com/office/drawing/2014/main" id="{BAEDAA2C-7A8B-47CB-A503-AC9DBEA4823D}"/>
              </a:ext>
            </a:extLst>
          </p:cNvPr>
          <p:cNvSpPr>
            <a:spLocks xmlns:a="http://schemas.openxmlformats.org/drawingml/2006/main" noGrp="1"/>
          </p:cNvSpPr>
          <p:nvPr/>
        </p:nvSpPr>
        <p:spPr>
          <a:xfrm xmlns:a="http://schemas.openxmlformats.org/drawingml/2006/main">
            <a:off x="6467475" y="1809750"/>
            <a:ext cx="1428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25" b="1">
                <a:solidFill>
                  <a:srgbClr val="183E35"/>
                </a:solidFill>
                <a:latin typeface="Pretendard"/>
                <a:ea typeface="Pretendard"/>
                <a:cs typeface="Pretendard"/>
              </a:defRPr>
            </a:defPPr>
          </a:lstStyle>
          <a:p xmlns:a="http://schemas.openxmlformats.org/drawingml/2006/main">
            <a:pPr algn="l">
              <a:defRPr sz="9825" b="1">
                <a:solidFill>
                  <a:srgbClr val="183E35"/>
                </a:solidFill>
                <a:latin typeface="Pretendard"/>
                <a:ea typeface="Pretendard"/>
                <a:cs typeface="Pretendard"/>
              </a:defRPr>
            </a:pPr>
            <a:r>
              <a:rPr sz="9825" b="1">
                <a:solidFill>
                  <a:srgbClr val="183E35"/>
                </a:solidFill>
                <a:latin typeface="Pretendard"/>
                <a:ea typeface="Pretendard"/>
                <a:cs typeface="Pretendard"/>
              </a:rPr>
              <a:t>4</a:t>
            </a:r>
          </a:p>
        </p:txBody>
      </p:sp>
      <p:sp>
        <p:nvSpPr>
          <p:cNvPr id="7" name="년">
            <a:extLst xmlns:a="http://schemas.openxmlformats.org/drawingml/2006/main">
              <a:ext uri="{FF2B5EF4-FFF2-40B4-BE49-F238E27FC236}">
                <a16:creationId xmlns:a16="http://schemas.microsoft.com/office/drawing/2014/main" id="{3023E00C-F6C0-43B6-94FA-7BAC4CCB6F01}"/>
              </a:ext>
            </a:extLst>
          </p:cNvPr>
          <p:cNvSpPr>
            <a:spLocks xmlns:a="http://schemas.openxmlformats.org/drawingml/2006/main" noGrp="1"/>
          </p:cNvSpPr>
          <p:nvPr/>
        </p:nvSpPr>
        <p:spPr>
          <a:xfrm xmlns:a="http://schemas.openxmlformats.org/drawingml/2006/main">
            <a:off x="7610475" y="255270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a:solidFill>
                  <a:srgbClr val="183E35"/>
                </a:solidFill>
                <a:latin typeface="Pretendard"/>
                <a:ea typeface="Pretendard"/>
                <a:cs typeface="Pretendard"/>
              </a:defRPr>
            </a:defPPr>
          </a:lstStyle>
          <a:p xmlns:a="http://schemas.openxmlformats.org/drawingml/2006/main">
            <a:pPr algn="l">
              <a:defRPr sz="2550">
                <a:solidFill>
                  <a:srgbClr val="183E35"/>
                </a:solidFill>
                <a:latin typeface="Pretendard"/>
                <a:ea typeface="Pretendard"/>
                <a:cs typeface="Pretendard"/>
              </a:defRPr>
            </a:pPr>
            <a:r>
              <a:rPr sz="2550">
                <a:solidFill>
                  <a:srgbClr val="183E35"/>
                </a:solidFill>
                <a:latin typeface="Pretendard"/>
                <a:ea typeface="Pretendard"/>
                <a:cs typeface="Pretendard"/>
              </a:rPr>
              <a:t>년</a:t>
            </a:r>
          </a:p>
        </p:txBody>
      </p:sp>
      <p:sp>
        <p:nvSpPr>
          <p:cNvPr id="8" name="법정 다툼">
            <a:extLst xmlns:a="http://schemas.openxmlformats.org/drawingml/2006/main">
              <a:ext uri="{FF2B5EF4-FFF2-40B4-BE49-F238E27FC236}">
                <a16:creationId xmlns:a16="http://schemas.microsoft.com/office/drawing/2014/main" id="{955A4DF3-04CA-47AD-8848-F809B3670D8C}"/>
              </a:ext>
            </a:extLst>
          </p:cNvPr>
          <p:cNvSpPr>
            <a:spLocks xmlns:a="http://schemas.openxmlformats.org/drawingml/2006/main" noGrp="1"/>
          </p:cNvSpPr>
          <p:nvPr/>
        </p:nvSpPr>
        <p:spPr>
          <a:xfrm xmlns:a="http://schemas.openxmlformats.org/drawingml/2006/main">
            <a:off x="6543675" y="3543300"/>
            <a:ext cx="214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법정 다툼</a:t>
            </a:r>
          </a:p>
        </p:txBody>
      </p:sp>
    </p:spTree>
    <p:extLst>
      <p:ext uri="{BB962C8B-B14F-4D97-AF65-F5344CB8AC3E}">
        <p14:creationId xmlns:p14="http://schemas.microsoft.com/office/powerpoint/2010/main" val="691765776"/>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문제가 생기는 곳">
            <a:extLst xmlns:a="http://schemas.openxmlformats.org/drawingml/2006/main">
              <a:ext uri="{FF2B5EF4-FFF2-40B4-BE49-F238E27FC236}">
                <a16:creationId xmlns:a16="http://schemas.microsoft.com/office/drawing/2014/main" id="{235B8088-0BC1-4506-81E1-510C2B247E5C}"/>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문제가 생기는 곳</a:t>
            </a:r>
          </a:p>
        </p:txBody>
      </p:sp>
      <p:sp>
        <p:nvSpPr>
          <p:cNvPr id="2" name="지위·임대차·대표권">
            <a:extLst xmlns:a="http://schemas.openxmlformats.org/drawingml/2006/main">
              <a:ext uri="{FF2B5EF4-FFF2-40B4-BE49-F238E27FC236}">
                <a16:creationId xmlns:a16="http://schemas.microsoft.com/office/drawing/2014/main" id="{62455E51-6B8F-4E52-BA0C-11B8AFA3116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지위·임대차·대표권</a:t>
            </a:r>
          </a:p>
        </p:txBody>
      </p:sp>
      <p:sp>
        <p:nvSpPr>
          <p:cNvPr id="3" name="06">
            <a:extLst xmlns:a="http://schemas.openxmlformats.org/drawingml/2006/main">
              <a:ext uri="{FF2B5EF4-FFF2-40B4-BE49-F238E27FC236}">
                <a16:creationId xmlns:a16="http://schemas.microsoft.com/office/drawing/2014/main" id="{E14998AB-4FC4-4853-A2FC-366F6B29C59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06</a:t>
            </a:r>
          </a:p>
        </p:txBody>
      </p:sp>
      <p:sp>
        <p:nvSpPr>
          <p:cNvPr id="4" name="종손 지위">
            <a:extLst xmlns:a="http://schemas.openxmlformats.org/drawingml/2006/main">
              <a:ext uri="{FF2B5EF4-FFF2-40B4-BE49-F238E27FC236}">
                <a16:creationId xmlns:a16="http://schemas.microsoft.com/office/drawing/2014/main" id="{16F7694D-F378-4685-8070-5B98A43DC345}"/>
              </a:ext>
            </a:extLst>
          </p:cNvPr>
          <p:cNvSpPr>
            <a:spLocks xmlns:a="http://schemas.openxmlformats.org/drawingml/2006/main" noGrp="1"/>
          </p:cNvSpPr>
          <p:nvPr/>
        </p:nvSpPr>
        <p:spPr>
          <a:xfrm xmlns:a="http://schemas.openxmlformats.org/drawingml/2006/main">
            <a:off x="495300" y="15144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종손 지위</a:t>
            </a:r>
          </a:p>
        </p:txBody>
      </p:sp>
      <p:pic>
        <p:nvPicPr>
          <p:cNvPr id="5" name="">
            <a:extLst xmlns:a="http://schemas.openxmlformats.org/drawingml/2006/main">
              <a:ext uri="{FF2B5EF4-FFF2-40B4-BE49-F238E27FC236}">
                <a16:creationId xmlns:a16="http://schemas.microsoft.com/office/drawing/2014/main" id="{E58057A9-C775-40A0-AD7D-4FBAB89BFF22}"/>
              </a:ext>
            </a:extLst>
          </p:cNvPr>
          <p:cNvPicPr>
            <a:picLocks xmlns:a="http://schemas.openxmlformats.org/drawingml/2006/main" noChangeAspect="1"/>
          </p:cNvPicPr>
          <p:nvPr/>
        </p:nvPicPr>
        <p:blipFill>
          <a:blip xmlns:r="http://schemas.openxmlformats.org/officeDocument/2006/relationships" xmlns:a="http://schemas.openxmlformats.org/drawingml/2006/main" r:embed="R559ce42c472c4ab0"/>
          <a:stretch xmlns:a="http://schemas.openxmlformats.org/drawingml/2006/main"/>
        </p:blipFill>
        <p:spPr>
          <a:xfrm xmlns:a="http://schemas.openxmlformats.org/drawingml/2006/main">
            <a:off x="2371725" y="1548844"/>
            <a:ext cx="6229350" cy="397986"/>
          </a:xfrm>
          <a:prstGeom xmlns:a="http://schemas.openxmlformats.org/drawingml/2006/main" prst="rect">
            <a:avLst/>
          </a:prstGeom>
        </p:spPr>
      </p:pic>
      <p:sp>
        <p:nvSpPr>
          <p:cNvPr id="6" name="법치뉴스 2026.04.28">
            <a:extLst xmlns:a="http://schemas.openxmlformats.org/drawingml/2006/main">
              <a:ext uri="{FF2B5EF4-FFF2-40B4-BE49-F238E27FC236}">
                <a16:creationId xmlns:a16="http://schemas.microsoft.com/office/drawing/2014/main" id="{E364EBFC-0DFF-4C97-B818-B6CFE1C4FEBB}"/>
              </a:ext>
            </a:extLst>
          </p:cNvPr>
          <p:cNvSpPr>
            <a:spLocks xmlns:a="http://schemas.openxmlformats.org/drawingml/2006/main" noGrp="1"/>
          </p:cNvSpPr>
          <p:nvPr/>
        </p:nvSpPr>
        <p:spPr>
          <a:xfrm xmlns:a="http://schemas.openxmlformats.org/drawingml/2006/main">
            <a:off x="2409825" y="21145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법치뉴스 2026.04.28</a:t>
            </a:r>
          </a:p>
        </p:txBody>
      </p:sp>
      <p:sp>
        <p:nvSpPr>
          <p:cNvPr id="7" name="">
            <a:extLst xmlns:a="http://schemas.openxmlformats.org/drawingml/2006/main">
              <a:ext uri="{FF2B5EF4-FFF2-40B4-BE49-F238E27FC236}">
                <a16:creationId xmlns:a16="http://schemas.microsoft.com/office/drawing/2014/main" id="{0D94E861-AB36-4C05-8784-3929D7D14F22}"/>
              </a:ext>
            </a:extLst>
          </p:cNvPr>
          <p:cNvSpPr>
            <a:spLocks xmlns:a="http://schemas.openxmlformats.org/drawingml/2006/main" noGrp="1"/>
          </p:cNvSpPr>
          <p:nvPr/>
        </p:nvSpPr>
        <p:spPr>
          <a:xfrm xmlns:a="http://schemas.openxmlformats.org/drawingml/2006/main">
            <a:off x="495300" y="238125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임대차">
            <a:extLst xmlns:a="http://schemas.openxmlformats.org/drawingml/2006/main">
              <a:ext uri="{FF2B5EF4-FFF2-40B4-BE49-F238E27FC236}">
                <a16:creationId xmlns:a16="http://schemas.microsoft.com/office/drawing/2014/main" id="{ACFBCCD0-3644-4376-846F-D39A2C39FD6F}"/>
              </a:ext>
            </a:extLst>
          </p:cNvPr>
          <p:cNvSpPr>
            <a:spLocks xmlns:a="http://schemas.openxmlformats.org/drawingml/2006/main" noGrp="1"/>
          </p:cNvSpPr>
          <p:nvPr/>
        </p:nvSpPr>
        <p:spPr>
          <a:xfrm xmlns:a="http://schemas.openxmlformats.org/drawingml/2006/main">
            <a:off x="495300" y="256222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임대차</a:t>
            </a:r>
          </a:p>
        </p:txBody>
      </p:sp>
      <p:pic>
        <p:nvPicPr>
          <p:cNvPr id="9" name="">
            <a:extLst xmlns:a="http://schemas.openxmlformats.org/drawingml/2006/main">
              <a:ext uri="{FF2B5EF4-FFF2-40B4-BE49-F238E27FC236}">
                <a16:creationId xmlns:a16="http://schemas.microsoft.com/office/drawing/2014/main" id="{6FDF3CAA-F561-4629-8CC7-A19803041F75}"/>
              </a:ext>
            </a:extLst>
          </p:cNvPr>
          <p:cNvPicPr>
            <a:picLocks xmlns:a="http://schemas.openxmlformats.org/drawingml/2006/main" noChangeAspect="1"/>
          </p:cNvPicPr>
          <p:nvPr/>
        </p:nvPicPr>
        <p:blipFill>
          <a:blip xmlns:r="http://schemas.openxmlformats.org/officeDocument/2006/relationships" xmlns:a="http://schemas.openxmlformats.org/drawingml/2006/main" r:embed="R671d39a67d8a478a"/>
          <a:stretch xmlns:a="http://schemas.openxmlformats.org/drawingml/2006/main"/>
        </p:blipFill>
        <p:spPr>
          <a:xfrm xmlns:a="http://schemas.openxmlformats.org/drawingml/2006/main">
            <a:off x="2371725" y="2616782"/>
            <a:ext cx="6229350" cy="357611"/>
          </a:xfrm>
          <a:prstGeom xmlns:a="http://schemas.openxmlformats.org/drawingml/2006/main" prst="rect">
            <a:avLst/>
          </a:prstGeom>
        </p:spPr>
      </p:pic>
      <p:sp>
        <p:nvSpPr>
          <p:cNvPr id="10" name="충청투데이 2026.07.10">
            <a:extLst xmlns:a="http://schemas.openxmlformats.org/drawingml/2006/main">
              <a:ext uri="{FF2B5EF4-FFF2-40B4-BE49-F238E27FC236}">
                <a16:creationId xmlns:a16="http://schemas.microsoft.com/office/drawing/2014/main" id="{D7FF354D-4E68-4370-9591-FD7F6524FEC6}"/>
              </a:ext>
            </a:extLst>
          </p:cNvPr>
          <p:cNvSpPr>
            <a:spLocks xmlns:a="http://schemas.openxmlformats.org/drawingml/2006/main" noGrp="1"/>
          </p:cNvSpPr>
          <p:nvPr/>
        </p:nvSpPr>
        <p:spPr>
          <a:xfrm xmlns:a="http://schemas.openxmlformats.org/drawingml/2006/main">
            <a:off x="2409825" y="316230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충청투데이 2026.07.10</a:t>
            </a:r>
          </a:p>
        </p:txBody>
      </p:sp>
      <p:sp>
        <p:nvSpPr>
          <p:cNvPr id="11" name="">
            <a:extLst xmlns:a="http://schemas.openxmlformats.org/drawingml/2006/main">
              <a:ext uri="{FF2B5EF4-FFF2-40B4-BE49-F238E27FC236}">
                <a16:creationId xmlns:a16="http://schemas.microsoft.com/office/drawing/2014/main" id="{F6B64848-0384-4605-BFD0-0B0C72BF1EDD}"/>
              </a:ext>
            </a:extLst>
          </p:cNvPr>
          <p:cNvSpPr>
            <a:spLocks xmlns:a="http://schemas.openxmlformats.org/drawingml/2006/main" noGrp="1"/>
          </p:cNvSpPr>
          <p:nvPr/>
        </p:nvSpPr>
        <p:spPr>
          <a:xfrm xmlns:a="http://schemas.openxmlformats.org/drawingml/2006/main">
            <a:off x="495300" y="34290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대표권">
            <a:extLst xmlns:a="http://schemas.openxmlformats.org/drawingml/2006/main">
              <a:ext uri="{FF2B5EF4-FFF2-40B4-BE49-F238E27FC236}">
                <a16:creationId xmlns:a16="http://schemas.microsoft.com/office/drawing/2014/main" id="{4F9B31DC-F2FB-4AD2-A6F2-81D333E7867B}"/>
              </a:ext>
            </a:extLst>
          </p:cNvPr>
          <p:cNvSpPr>
            <a:spLocks xmlns:a="http://schemas.openxmlformats.org/drawingml/2006/main" noGrp="1"/>
          </p:cNvSpPr>
          <p:nvPr/>
        </p:nvSpPr>
        <p:spPr>
          <a:xfrm xmlns:a="http://schemas.openxmlformats.org/drawingml/2006/main">
            <a:off x="495300" y="36099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대표권</a:t>
            </a:r>
          </a:p>
        </p:txBody>
      </p:sp>
      <p:pic>
        <p:nvPicPr>
          <p:cNvPr id="13" name="">
            <a:extLst xmlns:a="http://schemas.openxmlformats.org/drawingml/2006/main">
              <a:ext uri="{FF2B5EF4-FFF2-40B4-BE49-F238E27FC236}">
                <a16:creationId xmlns:a16="http://schemas.microsoft.com/office/drawing/2014/main" id="{85EB58EF-9722-4027-A992-6F40C4FDA7AD}"/>
              </a:ext>
            </a:extLst>
          </p:cNvPr>
          <p:cNvPicPr>
            <a:picLocks xmlns:a="http://schemas.openxmlformats.org/drawingml/2006/main" noChangeAspect="1"/>
          </p:cNvPicPr>
          <p:nvPr/>
        </p:nvPicPr>
        <p:blipFill>
          <a:blip xmlns:r="http://schemas.openxmlformats.org/officeDocument/2006/relationships" xmlns:a="http://schemas.openxmlformats.org/drawingml/2006/main" r:embed="Ra9c7a400308445d9"/>
          <a:stretch xmlns:a="http://schemas.openxmlformats.org/drawingml/2006/main"/>
        </p:blipFill>
        <p:spPr>
          <a:xfrm xmlns:a="http://schemas.openxmlformats.org/drawingml/2006/main">
            <a:off x="3100699" y="3524250"/>
            <a:ext cx="4771402" cy="638175"/>
          </a:xfrm>
          <a:prstGeom xmlns:a="http://schemas.openxmlformats.org/drawingml/2006/main" prst="rect">
            <a:avLst/>
          </a:prstGeom>
        </p:spPr>
      </p:pic>
      <p:sp>
        <p:nvSpPr>
          <p:cNvPr id="14" name="한경BUSINESS 2026.07.24">
            <a:extLst xmlns:a="http://schemas.openxmlformats.org/drawingml/2006/main">
              <a:ext uri="{FF2B5EF4-FFF2-40B4-BE49-F238E27FC236}">
                <a16:creationId xmlns:a16="http://schemas.microsoft.com/office/drawing/2014/main" id="{CD1F1E0B-E420-42D8-A8A3-E79CC6E2EC61}"/>
              </a:ext>
            </a:extLst>
          </p:cNvPr>
          <p:cNvSpPr>
            <a:spLocks xmlns:a="http://schemas.openxmlformats.org/drawingml/2006/main" noGrp="1"/>
          </p:cNvSpPr>
          <p:nvPr/>
        </p:nvSpPr>
        <p:spPr>
          <a:xfrm xmlns:a="http://schemas.openxmlformats.org/drawingml/2006/main">
            <a:off x="2409825" y="42100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한경BUSINESS 2026.07.24</a:t>
            </a:r>
          </a:p>
        </p:txBody>
      </p:sp>
    </p:spTree>
    <p:extLst>
      <p:ext uri="{BB962C8B-B14F-4D97-AF65-F5344CB8AC3E}">
        <p14:creationId xmlns:p14="http://schemas.microsoft.com/office/powerpoint/2010/main" val="1716016384"/>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판례 검색">
            <a:extLst xmlns:a="http://schemas.openxmlformats.org/drawingml/2006/main">
              <a:ext uri="{FF2B5EF4-FFF2-40B4-BE49-F238E27FC236}">
                <a16:creationId xmlns:a16="http://schemas.microsoft.com/office/drawing/2014/main" id="{297B3AB1-77B1-45CE-A7CB-D8ED99E37114}"/>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판례 검색</a:t>
            </a:r>
          </a:p>
        </p:txBody>
      </p:sp>
      <p:sp>
        <p:nvSpPr>
          <p:cNvPr id="2" name="종중 관련 공개 판례">
            <a:extLst xmlns:a="http://schemas.openxmlformats.org/drawingml/2006/main">
              <a:ext uri="{FF2B5EF4-FFF2-40B4-BE49-F238E27FC236}">
                <a16:creationId xmlns:a16="http://schemas.microsoft.com/office/drawing/2014/main" id="{BA5BB701-376A-4C00-AB17-A47F169CC669}"/>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 관련 공개 판례</a:t>
            </a:r>
          </a:p>
        </p:txBody>
      </p:sp>
      <p:sp>
        <p:nvSpPr>
          <p:cNvPr id="3" name="07">
            <a:extLst xmlns:a="http://schemas.openxmlformats.org/drawingml/2006/main">
              <a:ext uri="{FF2B5EF4-FFF2-40B4-BE49-F238E27FC236}">
                <a16:creationId xmlns:a16="http://schemas.microsoft.com/office/drawing/2014/main" id="{0F115961-D2F6-4CC5-9FDD-E127B3D0751D}"/>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07</a:t>
            </a:r>
          </a:p>
        </p:txBody>
      </p:sp>
      <p:sp>
        <p:nvSpPr>
          <p:cNvPr id="4" name="1,416">
            <a:extLst xmlns:a="http://schemas.openxmlformats.org/drawingml/2006/main">
              <a:ext uri="{FF2B5EF4-FFF2-40B4-BE49-F238E27FC236}">
                <a16:creationId xmlns:a16="http://schemas.microsoft.com/office/drawing/2014/main" id="{060C17DD-E568-41D1-AEE9-2403CB8D0DA3}"/>
              </a:ext>
            </a:extLst>
          </p:cNvPr>
          <p:cNvSpPr>
            <a:spLocks xmlns:a="http://schemas.openxmlformats.org/drawingml/2006/main" noGrp="1"/>
          </p:cNvSpPr>
          <p:nvPr/>
        </p:nvSpPr>
        <p:spPr>
          <a:xfrm xmlns:a="http://schemas.openxmlformats.org/drawingml/2006/main">
            <a:off x="542925" y="1714500"/>
            <a:ext cx="59531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050" b="1">
                <a:solidFill>
                  <a:srgbClr val="183E35"/>
                </a:solidFill>
                <a:latin typeface="Pretendard"/>
                <a:ea typeface="Pretendard"/>
                <a:cs typeface="Pretendard"/>
              </a:defRPr>
            </a:defPPr>
          </a:lstStyle>
          <a:p xmlns:a="http://schemas.openxmlformats.org/drawingml/2006/main">
            <a:pPr algn="l">
              <a:defRPr sz="10050" b="1">
                <a:solidFill>
                  <a:srgbClr val="183E35"/>
                </a:solidFill>
                <a:latin typeface="Pretendard"/>
                <a:ea typeface="Pretendard"/>
                <a:cs typeface="Pretendard"/>
              </a:defRPr>
            </a:pPr>
            <a:r>
              <a:rPr sz="10050" b="1">
                <a:solidFill>
                  <a:srgbClr val="183E35"/>
                </a:solidFill>
                <a:latin typeface="Pretendard"/>
                <a:ea typeface="Pretendard"/>
                <a:cs typeface="Pretendard"/>
              </a:rPr>
              <a:t>1,416</a:t>
            </a:r>
          </a:p>
        </p:txBody>
      </p:sp>
      <p:sp>
        <p:nvSpPr>
          <p:cNvPr id="5" name="건">
            <a:extLst xmlns:a="http://schemas.openxmlformats.org/drawingml/2006/main">
              <a:ext uri="{FF2B5EF4-FFF2-40B4-BE49-F238E27FC236}">
                <a16:creationId xmlns:a16="http://schemas.microsoft.com/office/drawing/2014/main" id="{B13915E0-C42F-4A22-B462-93505F30D3CF}"/>
              </a:ext>
            </a:extLst>
          </p:cNvPr>
          <p:cNvSpPr>
            <a:spLocks xmlns:a="http://schemas.openxmlformats.org/drawingml/2006/main" noGrp="1"/>
          </p:cNvSpPr>
          <p:nvPr/>
        </p:nvSpPr>
        <p:spPr>
          <a:xfrm xmlns:a="http://schemas.openxmlformats.org/drawingml/2006/main">
            <a:off x="6153150" y="25431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a:solidFill>
                  <a:srgbClr val="183E35"/>
                </a:solidFill>
                <a:latin typeface="Pretendard"/>
                <a:ea typeface="Pretendard"/>
                <a:cs typeface="Pretendard"/>
              </a:defRPr>
            </a:defPPr>
          </a:lstStyle>
          <a:p xmlns:a="http://schemas.openxmlformats.org/drawingml/2006/main">
            <a:pPr algn="l">
              <a:defRPr sz="3300">
                <a:solidFill>
                  <a:srgbClr val="183E35"/>
                </a:solidFill>
                <a:latin typeface="Pretendard"/>
                <a:ea typeface="Pretendard"/>
                <a:cs typeface="Pretendard"/>
              </a:defRPr>
            </a:pPr>
            <a:r>
              <a:rPr sz="3300">
                <a:solidFill>
                  <a:srgbClr val="183E35"/>
                </a:solidFill>
                <a:latin typeface="Pretendard"/>
                <a:ea typeface="Pretendard"/>
                <a:cs typeface="Pretendard"/>
              </a:rPr>
              <a:t>건</a:t>
            </a:r>
          </a:p>
        </p:txBody>
      </p:sp>
      <p:pic>
        <p:nvPicPr>
          <p:cNvPr id="6" name="">
            <a:extLst xmlns:a="http://schemas.openxmlformats.org/drawingml/2006/main">
              <a:ext uri="{FF2B5EF4-FFF2-40B4-BE49-F238E27FC236}">
                <a16:creationId xmlns:a16="http://schemas.microsoft.com/office/drawing/2014/main" id="{BBBD50CE-494E-42FC-891E-7B17FECFD6AA}"/>
              </a:ext>
            </a:extLst>
          </p:cNvPr>
          <p:cNvPicPr>
            <a:picLocks xmlns:a="http://schemas.openxmlformats.org/drawingml/2006/main" noChangeAspect="1"/>
          </p:cNvPicPr>
          <p:nvPr/>
        </p:nvPicPr>
        <p:blipFill>
          <a:blip xmlns:r="http://schemas.openxmlformats.org/officeDocument/2006/relationships" xmlns:a="http://schemas.openxmlformats.org/drawingml/2006/main" r:embed="R4c7e381f79b44c78"/>
          <a:stretch xmlns:a="http://schemas.openxmlformats.org/drawingml/2006/main"/>
        </p:blipFill>
        <p:spPr>
          <a:xfrm xmlns:a="http://schemas.openxmlformats.org/drawingml/2006/main">
            <a:off x="7267575" y="2076450"/>
            <a:ext cx="1171575" cy="1171575"/>
          </a:xfrm>
          <a:prstGeom xmlns:a="http://schemas.openxmlformats.org/drawingml/2006/main" prst="rect">
            <a:avLst/>
          </a:prstGeom>
        </p:spPr>
      </p:pic>
      <p:sp>
        <p:nvSpPr>
          <p:cNvPr id="7" name="기간 제한 없는 전체 검색">
            <a:extLst xmlns:a="http://schemas.openxmlformats.org/drawingml/2006/main">
              <a:ext uri="{FF2B5EF4-FFF2-40B4-BE49-F238E27FC236}">
                <a16:creationId xmlns:a16="http://schemas.microsoft.com/office/drawing/2014/main" id="{036F50C9-3F6C-4DB4-BDD7-50AAC7003531}"/>
              </a:ext>
            </a:extLst>
          </p:cNvPr>
          <p:cNvSpPr>
            <a:spLocks xmlns:a="http://schemas.openxmlformats.org/drawingml/2006/main" noGrp="1"/>
          </p:cNvSpPr>
          <p:nvPr/>
        </p:nvSpPr>
        <p:spPr>
          <a:xfrm xmlns:a="http://schemas.openxmlformats.org/drawingml/2006/main">
            <a:off x="609600" y="3733800"/>
            <a:ext cx="708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a:solidFill>
                  <a:srgbClr val="687568"/>
                </a:solidFill>
                <a:latin typeface="Pretendard"/>
                <a:ea typeface="Pretendard"/>
                <a:cs typeface="Pretendard"/>
              </a:defRPr>
            </a:defPPr>
          </a:lstStyle>
          <a:p xmlns:a="http://schemas.openxmlformats.org/drawingml/2006/main">
            <a:pPr algn="l">
              <a:defRPr sz="1950">
                <a:solidFill>
                  <a:srgbClr val="687568"/>
                </a:solidFill>
                <a:latin typeface="Pretendard"/>
                <a:ea typeface="Pretendard"/>
                <a:cs typeface="Pretendard"/>
              </a:defRPr>
            </a:pPr>
            <a:r>
              <a:rPr sz="1950">
                <a:solidFill>
                  <a:srgbClr val="687568"/>
                </a:solidFill>
                <a:latin typeface="Pretendard"/>
                <a:ea typeface="Pretendard"/>
                <a:cs typeface="Pretendard"/>
              </a:rPr>
              <a:t>기간 제한 없는 전체 검색</a:t>
            </a:r>
          </a:p>
        </p:txBody>
      </p:sp>
      <p:sp>
        <p:nvSpPr>
          <p:cNvPr id="8" name="2026.10.09 조회">
            <a:extLst xmlns:a="http://schemas.openxmlformats.org/drawingml/2006/main">
              <a:ext uri="{FF2B5EF4-FFF2-40B4-BE49-F238E27FC236}">
                <a16:creationId xmlns:a16="http://schemas.microsoft.com/office/drawing/2014/main" id="{20FC0AF9-4CDA-4F5E-ACDF-F03DF37D3BED}"/>
              </a:ext>
            </a:extLst>
          </p:cNvPr>
          <p:cNvSpPr>
            <a:spLocks xmlns:a="http://schemas.openxmlformats.org/drawingml/2006/main" noGrp="1"/>
          </p:cNvSpPr>
          <p:nvPr/>
        </p:nvSpPr>
        <p:spPr>
          <a:xfrm xmlns:a="http://schemas.openxmlformats.org/drawingml/2006/main">
            <a:off x="628650" y="4324350"/>
            <a:ext cx="708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2026.10.09 조회</a:t>
            </a:r>
          </a:p>
        </p:txBody>
      </p:sp>
    </p:spTree>
    <p:extLst>
      <p:ext uri="{BB962C8B-B14F-4D97-AF65-F5344CB8AC3E}">
        <p14:creationId xmlns:p14="http://schemas.microsoft.com/office/powerpoint/2010/main" val="1365038395"/>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결국, 누군가 이어받는 일">
            <a:extLst xmlns:a="http://schemas.openxmlformats.org/drawingml/2006/main">
              <a:ext uri="{FF2B5EF4-FFF2-40B4-BE49-F238E27FC236}">
                <a16:creationId xmlns:a16="http://schemas.microsoft.com/office/drawing/2014/main" id="{F2845583-4DD8-43B2-BCE2-AAD3669C509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결국, 누군가 이어받는 일</a:t>
            </a:r>
          </a:p>
        </p:txBody>
      </p:sp>
      <p:sp>
        <p:nvSpPr>
          <p:cNvPr id="2" name="08">
            <a:extLst xmlns:a="http://schemas.openxmlformats.org/drawingml/2006/main">
              <a:ext uri="{FF2B5EF4-FFF2-40B4-BE49-F238E27FC236}">
                <a16:creationId xmlns:a16="http://schemas.microsoft.com/office/drawing/2014/main" id="{7FBB7EA0-9B64-4A8F-83BE-993A5091EB9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08</a:t>
            </a:r>
          </a:p>
        </p:txBody>
      </p:sp>
      <p:pic>
        <p:nvPicPr>
          <p:cNvPr id="3" name="">
            <a:extLst xmlns:a="http://schemas.openxmlformats.org/drawingml/2006/main">
              <a:ext uri="{FF2B5EF4-FFF2-40B4-BE49-F238E27FC236}">
                <a16:creationId xmlns:a16="http://schemas.microsoft.com/office/drawing/2014/main" id="{6CD3C90A-37A8-473D-B212-DC6CC556B1FA}"/>
              </a:ext>
            </a:extLst>
          </p:cNvPr>
          <p:cNvPicPr>
            <a:picLocks xmlns:a="http://schemas.openxmlformats.org/drawingml/2006/main" noChangeAspect="1"/>
          </p:cNvPicPr>
          <p:nvPr/>
        </p:nvPicPr>
        <p:blipFill>
          <a:blip xmlns:r="http://schemas.openxmlformats.org/officeDocument/2006/relationships" xmlns:a="http://schemas.openxmlformats.org/drawingml/2006/main" r:embed="Rd74914c409d24566"/>
          <a:stretch xmlns:a="http://schemas.openxmlformats.org/drawingml/2006/main"/>
        </p:blipFill>
        <p:spPr>
          <a:xfrm xmlns:a="http://schemas.openxmlformats.org/drawingml/2006/main">
            <a:off x="1266825" y="1676400"/>
            <a:ext cx="914400" cy="914400"/>
          </a:xfrm>
          <a:prstGeom xmlns:a="http://schemas.openxmlformats.org/drawingml/2006/main" prst="rect">
            <a:avLst/>
          </a:prstGeom>
        </p:spPr>
      </p:pic>
      <p:sp>
        <p:nvSpPr>
          <p:cNvPr id="4" name="과거의 유산">
            <a:extLst xmlns:a="http://schemas.openxmlformats.org/drawingml/2006/main">
              <a:ext uri="{FF2B5EF4-FFF2-40B4-BE49-F238E27FC236}">
                <a16:creationId xmlns:a16="http://schemas.microsoft.com/office/drawing/2014/main" id="{1423AE46-9861-4941-AD36-51F33AD638D0}"/>
              </a:ext>
            </a:extLst>
          </p:cNvPr>
          <p:cNvSpPr>
            <a:spLocks xmlns:a="http://schemas.openxmlformats.org/drawingml/2006/main" noGrp="1"/>
          </p:cNvSpPr>
          <p:nvPr/>
        </p:nvSpPr>
        <p:spPr>
          <a:xfrm xmlns:a="http://schemas.openxmlformats.org/drawingml/2006/main">
            <a:off x="54292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과거의 유산</a:t>
            </a:r>
          </a:p>
        </p:txBody>
      </p:sp>
      <p:sp>
        <p:nvSpPr>
          <p:cNvPr id="5" name="">
            <a:extLst xmlns:a="http://schemas.openxmlformats.org/drawingml/2006/main">
              <a:ext uri="{FF2B5EF4-FFF2-40B4-BE49-F238E27FC236}">
                <a16:creationId xmlns:a16="http://schemas.microsoft.com/office/drawing/2014/main" id="{3BF39466-53ED-4B9A-8FC7-0B110EA54A26}"/>
              </a:ext>
            </a:extLst>
          </p:cNvPr>
          <p:cNvSpPr>
            <a:spLocks xmlns:a="http://schemas.openxmlformats.org/drawingml/2006/main" noGrp="1"/>
          </p:cNvSpPr>
          <p:nvPr/>
        </p:nvSpPr>
        <p:spPr>
          <a:xfrm xmlns:a="http://schemas.openxmlformats.org/drawingml/2006/main">
            <a:off x="3000375"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E97D6401-4DFA-4078-9655-2B008AAE937E}"/>
              </a:ext>
            </a:extLst>
          </p:cNvPr>
          <p:cNvPicPr>
            <a:picLocks xmlns:a="http://schemas.openxmlformats.org/drawingml/2006/main" noChangeAspect="1"/>
          </p:cNvPicPr>
          <p:nvPr/>
        </p:nvPicPr>
        <p:blipFill>
          <a:blip xmlns:r="http://schemas.openxmlformats.org/officeDocument/2006/relationships" xmlns:a="http://schemas.openxmlformats.org/drawingml/2006/main" r:embed="Rf9211b95491b4c27"/>
          <a:stretch xmlns:a="http://schemas.openxmlformats.org/drawingml/2006/main"/>
        </p:blipFill>
        <p:spPr>
          <a:xfrm xmlns:a="http://schemas.openxmlformats.org/drawingml/2006/main">
            <a:off x="4095750" y="1676400"/>
            <a:ext cx="914400" cy="914400"/>
          </a:xfrm>
          <a:prstGeom xmlns:a="http://schemas.openxmlformats.org/drawingml/2006/main" prst="rect">
            <a:avLst/>
          </a:prstGeom>
        </p:spPr>
      </p:pic>
      <p:sp>
        <p:nvSpPr>
          <p:cNvPr id="7" name="오늘의 일상">
            <a:extLst xmlns:a="http://schemas.openxmlformats.org/drawingml/2006/main">
              <a:ext uri="{FF2B5EF4-FFF2-40B4-BE49-F238E27FC236}">
                <a16:creationId xmlns:a16="http://schemas.microsoft.com/office/drawing/2014/main" id="{9FE2EADD-1E6C-425E-BCA9-67A469435C52}"/>
              </a:ext>
            </a:extLst>
          </p:cNvPr>
          <p:cNvSpPr>
            <a:spLocks xmlns:a="http://schemas.openxmlformats.org/drawingml/2006/main" noGrp="1"/>
          </p:cNvSpPr>
          <p:nvPr/>
        </p:nvSpPr>
        <p:spPr>
          <a:xfrm xmlns:a="http://schemas.openxmlformats.org/drawingml/2006/main">
            <a:off x="3371850"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오늘의 일상</a:t>
            </a:r>
          </a:p>
        </p:txBody>
      </p:sp>
      <p:sp>
        <p:nvSpPr>
          <p:cNvPr id="8" name="">
            <a:extLst xmlns:a="http://schemas.openxmlformats.org/drawingml/2006/main">
              <a:ext uri="{FF2B5EF4-FFF2-40B4-BE49-F238E27FC236}">
                <a16:creationId xmlns:a16="http://schemas.microsoft.com/office/drawing/2014/main" id="{1BBAF1D6-981B-4B77-9F14-4A9A82919878}"/>
              </a:ext>
            </a:extLst>
          </p:cNvPr>
          <p:cNvSpPr>
            <a:spLocks xmlns:a="http://schemas.openxmlformats.org/drawingml/2006/main" noGrp="1"/>
          </p:cNvSpPr>
          <p:nvPr/>
        </p:nvSpPr>
        <p:spPr>
          <a:xfrm xmlns:a="http://schemas.openxmlformats.org/drawingml/2006/main">
            <a:off x="5829300"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AB642E5-7D34-4C2A-BA68-282E4012428A}"/>
              </a:ext>
            </a:extLst>
          </p:cNvPr>
          <p:cNvPicPr>
            <a:picLocks xmlns:a="http://schemas.openxmlformats.org/drawingml/2006/main" noChangeAspect="1"/>
          </p:cNvPicPr>
          <p:nvPr/>
        </p:nvPicPr>
        <p:blipFill>
          <a:blip xmlns:r="http://schemas.openxmlformats.org/officeDocument/2006/relationships" xmlns:a="http://schemas.openxmlformats.org/drawingml/2006/main" r:embed="Rde1465c6b66a42e0"/>
          <a:stretch xmlns:a="http://schemas.openxmlformats.org/drawingml/2006/main"/>
        </p:blipFill>
        <p:spPr>
          <a:xfrm xmlns:a="http://schemas.openxmlformats.org/drawingml/2006/main">
            <a:off x="6924675" y="1676400"/>
            <a:ext cx="914400" cy="914400"/>
          </a:xfrm>
          <a:prstGeom xmlns:a="http://schemas.openxmlformats.org/drawingml/2006/main" prst="rect">
            <a:avLst/>
          </a:prstGeom>
        </p:spPr>
      </p:pic>
      <p:sp>
        <p:nvSpPr>
          <p:cNvPr id="10" name="미래의 문제">
            <a:extLst xmlns:a="http://schemas.openxmlformats.org/drawingml/2006/main">
              <a:ext uri="{FF2B5EF4-FFF2-40B4-BE49-F238E27FC236}">
                <a16:creationId xmlns:a16="http://schemas.microsoft.com/office/drawing/2014/main" id="{A9D8DC33-1D03-4D1D-AD49-9374C9B7DCE9}"/>
              </a:ext>
            </a:extLst>
          </p:cNvPr>
          <p:cNvSpPr>
            <a:spLocks xmlns:a="http://schemas.openxmlformats.org/drawingml/2006/main" noGrp="1"/>
          </p:cNvSpPr>
          <p:nvPr/>
        </p:nvSpPr>
        <p:spPr>
          <a:xfrm xmlns:a="http://schemas.openxmlformats.org/drawingml/2006/main">
            <a:off x="620077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미래의 문제</a:t>
            </a:r>
          </a:p>
        </p:txBody>
      </p:sp>
    </p:spTree>
    <p:extLst>
      <p:ext uri="{BB962C8B-B14F-4D97-AF65-F5344CB8AC3E}">
        <p14:creationId xmlns:p14="http://schemas.microsoft.com/office/powerpoint/2010/main" val="193356665"/>
      </p:ext>
    </p:extLst>
  </p:cSld>
</p:sld>
</file>

<file path=ppt/slides/slide9.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3" name="한 번">
            <a:extLst xmlns:a="http://schemas.openxmlformats.org/drawingml/2006/main">
              <a:ext uri="{FF2B5EF4-FFF2-40B4-BE49-F238E27FC236}">
                <a16:creationId xmlns:a16="http://schemas.microsoft.com/office/drawing/2014/main" id="{F035874C-7ABE-40AE-9355-3A620257451B}"/>
              </a:ext>
            </a:extLst>
          </p:cNvPr>
          <p:cNvSpPr>
            <a:spLocks xmlns:a="http://schemas.openxmlformats.org/drawingml/2006/main" noGrp="1"/>
          </p:cNvSpPr>
          <p:nvPr/>
        </p:nvSpPr>
        <p:spPr>
          <a:xfrm xmlns:a="http://schemas.openxmlformats.org/drawingml/2006/main">
            <a:off x="657225" y="1181100"/>
            <a:ext cx="781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75" b="1">
                <a:solidFill>
                  <a:srgbClr val="F5F2E9"/>
                </a:solidFill>
                <a:latin typeface="Pretendard"/>
                <a:ea typeface="Pretendard"/>
                <a:cs typeface="Pretendard"/>
              </a:defRPr>
            </a:defPPr>
          </a:lstStyle>
          <a:p xmlns:a="http://schemas.openxmlformats.org/drawingml/2006/main">
            <a:pPr algn="l">
              <a:defRPr sz="6075" b="1">
                <a:solidFill>
                  <a:srgbClr val="F5F2E9"/>
                </a:solidFill>
                <a:latin typeface="Pretendard"/>
                <a:ea typeface="Pretendard"/>
                <a:cs typeface="Pretendard"/>
              </a:defRPr>
            </a:pPr>
            <a:r>
              <a:rPr sz="6075" b="1">
                <a:solidFill>
                  <a:srgbClr val="F5F2E9"/>
                </a:solidFill>
                <a:latin typeface="Pretendard"/>
                <a:ea typeface="Pretendard"/>
                <a:cs typeface="Pretendard"/>
              </a:rPr>
              <a:t>한 번</a:t>
            </a:r>
          </a:p>
        </p:txBody>
      </p:sp>
      <p:sp>
        <p:nvSpPr>
          <p:cNvPr id="2" name="망했습니다">
            <a:extLst xmlns:a="http://schemas.openxmlformats.org/drawingml/2006/main">
              <a:ext uri="{FF2B5EF4-FFF2-40B4-BE49-F238E27FC236}">
                <a16:creationId xmlns:a16="http://schemas.microsoft.com/office/drawing/2014/main" id="{163ED42F-5F67-491C-A134-DBE926F7420A}"/>
              </a:ext>
            </a:extLst>
          </p:cNvPr>
          <p:cNvSpPr>
            <a:spLocks xmlns:a="http://schemas.openxmlformats.org/drawingml/2006/main" noGrp="1"/>
          </p:cNvSpPr>
          <p:nvPr/>
        </p:nvSpPr>
        <p:spPr>
          <a:xfrm xmlns:a="http://schemas.openxmlformats.org/drawingml/2006/main">
            <a:off x="647700" y="2371725"/>
            <a:ext cx="7953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망했습니다</a:t>
            </a:r>
          </a:p>
        </p:txBody>
      </p:sp>
    </p:spTree>
    <p:extLst>
      <p:ext uri="{BB962C8B-B14F-4D97-AF65-F5344CB8AC3E}">
        <p14:creationId xmlns:p14="http://schemas.microsoft.com/office/powerpoint/2010/main" val="165707942"/>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14EB95E-E617-4CC9-A1D1-4F1A4F5B04C7}"/>
              </a:ext>
            </a:extLst>
          </p:cNvPr>
          <p:cNvPicPr>
            <a:picLocks xmlns:a="http://schemas.openxmlformats.org/drawingml/2006/main" noChangeAspect="1"/>
          </p:cNvPicPr>
          <p:nvPr/>
        </p:nvPicPr>
        <p:blipFill>
          <a:blip xmlns:r="http://schemas.openxmlformats.org/officeDocument/2006/relationships" xmlns:a="http://schemas.openxmlformats.org/drawingml/2006/main" r:embed="Rd28deb978da0489e"/>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AI ERA">
            <a:extLst xmlns:a="http://schemas.openxmlformats.org/drawingml/2006/main">
              <a:ext uri="{FF2B5EF4-FFF2-40B4-BE49-F238E27FC236}">
                <a16:creationId xmlns:a16="http://schemas.microsoft.com/office/drawing/2014/main" id="{5D09A409-2DCC-4EF4-A011-A55B02778E95}"/>
              </a:ext>
            </a:extLst>
          </p:cNvPr>
          <p:cNvSpPr>
            <a:spLocks xmlns:a="http://schemas.openxmlformats.org/drawingml/2006/main" noGrp="1"/>
          </p:cNvSpPr>
          <p:nvPr/>
        </p:nvSpPr>
        <p:spPr>
          <a:xfrm xmlns:a="http://schemas.openxmlformats.org/drawingml/2006/main">
            <a:off x="552450" y="1152525"/>
            <a:ext cx="39719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25" b="1">
                <a:solidFill>
                  <a:srgbClr val="183E35"/>
                </a:solidFill>
                <a:latin typeface="Pretendard"/>
                <a:ea typeface="Pretendard"/>
                <a:cs typeface="Pretendard"/>
              </a:defRPr>
            </a:defPPr>
          </a:lstStyle>
          <a:p xmlns:a="http://schemas.openxmlformats.org/drawingml/2006/main">
            <a:pPr algn="l">
              <a:defRPr sz="5925" b="1">
                <a:solidFill>
                  <a:srgbClr val="183E35"/>
                </a:solidFill>
                <a:latin typeface="Pretendard"/>
                <a:ea typeface="Pretendard"/>
                <a:cs typeface="Pretendard"/>
              </a:defRPr>
            </a:pPr>
            <a:r>
              <a:rPr sz="5925" b="1">
                <a:solidFill>
                  <a:srgbClr val="183E35"/>
                </a:solidFill>
                <a:latin typeface="Pretendard"/>
                <a:ea typeface="Pretendard"/>
                <a:cs typeface="Pretendard"/>
              </a:rPr>
              <a:t>AI ERA</a:t>
            </a:r>
          </a:p>
        </p:txBody>
      </p:sp>
      <p:sp>
        <p:nvSpPr>
          <p:cNvPr id="3" name="녹음">
            <a:extLst xmlns:a="http://schemas.openxmlformats.org/drawingml/2006/main">
              <a:ext uri="{FF2B5EF4-FFF2-40B4-BE49-F238E27FC236}">
                <a16:creationId xmlns:a16="http://schemas.microsoft.com/office/drawing/2014/main" id="{CFFB5191-CC59-49F3-918B-4D31A63FC81B}"/>
              </a:ext>
            </a:extLst>
          </p:cNvPr>
          <p:cNvSpPr>
            <a:spLocks xmlns:a="http://schemas.openxmlformats.org/drawingml/2006/main" noGrp="1"/>
          </p:cNvSpPr>
          <p:nvPr/>
        </p:nvSpPr>
        <p:spPr>
          <a:xfrm xmlns:a="http://schemas.openxmlformats.org/drawingml/2006/main">
            <a:off x="609600" y="27146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녹음</a:t>
            </a:r>
          </a:p>
        </p:txBody>
      </p:sp>
      <p:sp>
        <p:nvSpPr>
          <p:cNvPr id="4" name="문서 초안">
            <a:extLst xmlns:a="http://schemas.openxmlformats.org/drawingml/2006/main">
              <a:ext uri="{FF2B5EF4-FFF2-40B4-BE49-F238E27FC236}">
                <a16:creationId xmlns:a16="http://schemas.microsoft.com/office/drawing/2014/main" id="{1894562E-6AF3-406D-8BCB-46BA58E32FDD}"/>
              </a:ext>
            </a:extLst>
          </p:cNvPr>
          <p:cNvSpPr>
            <a:spLocks xmlns:a="http://schemas.openxmlformats.org/drawingml/2006/main" noGrp="1"/>
          </p:cNvSpPr>
          <p:nvPr/>
        </p:nvSpPr>
        <p:spPr>
          <a:xfrm xmlns:a="http://schemas.openxmlformats.org/drawingml/2006/main">
            <a:off x="609600" y="3219450"/>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문서 초안</a:t>
            </a:r>
          </a:p>
        </p:txBody>
      </p:sp>
      <p:sp>
        <p:nvSpPr>
          <p:cNvPr id="5" name="자료 비교">
            <a:extLst xmlns:a="http://schemas.openxmlformats.org/drawingml/2006/main">
              <a:ext uri="{FF2B5EF4-FFF2-40B4-BE49-F238E27FC236}">
                <a16:creationId xmlns:a16="http://schemas.microsoft.com/office/drawing/2014/main" id="{7825B5C1-DC5B-4B71-8626-13AB4DD90501}"/>
              </a:ext>
            </a:extLst>
          </p:cNvPr>
          <p:cNvSpPr>
            <a:spLocks xmlns:a="http://schemas.openxmlformats.org/drawingml/2006/main" noGrp="1"/>
          </p:cNvSpPr>
          <p:nvPr/>
        </p:nvSpPr>
        <p:spPr>
          <a:xfrm xmlns:a="http://schemas.openxmlformats.org/drawingml/2006/main">
            <a:off x="609600" y="372427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비교</a:t>
            </a:r>
          </a:p>
        </p:txBody>
      </p:sp>
    </p:spTree>
    <p:extLst>
      <p:ext uri="{BB962C8B-B14F-4D97-AF65-F5344CB8AC3E}">
        <p14:creationId xmlns:p14="http://schemas.microsoft.com/office/powerpoint/2010/main" val="530614843"/>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7D9127D-5709-46AD-A639-56C45F2A522B}"/>
              </a:ext>
            </a:extLst>
          </p:cNvPr>
          <p:cNvPicPr>
            <a:picLocks xmlns:a="http://schemas.openxmlformats.org/drawingml/2006/main" noChangeAspect="1"/>
          </p:cNvPicPr>
          <p:nvPr/>
        </p:nvPicPr>
        <p:blipFill>
          <a:blip xmlns:r="http://schemas.openxmlformats.org/officeDocument/2006/relationships" xmlns:a="http://schemas.openxmlformats.org/drawingml/2006/main" r:embed="Rdd1b3b8359f04a1d"/>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E4D4D042-6A30-40C1-B78C-DFDF66C255CF}"/>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6FC2B4D1-804D-4F8C-8F57-5DA9288BF98B}"/>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33E8C2C1-8864-43C9-A59F-B6F4AF7F80C3}"/>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05385248"/>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종중 홈">
            <a:extLst xmlns:a="http://schemas.openxmlformats.org/drawingml/2006/main">
              <a:ext uri="{FF2B5EF4-FFF2-40B4-BE49-F238E27FC236}">
                <a16:creationId xmlns:a16="http://schemas.microsoft.com/office/drawing/2014/main" id="{674FF992-E2C3-4D03-9060-EF99B1DE8A5D}"/>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종중 홈</a:t>
            </a:r>
          </a:p>
        </p:txBody>
      </p:sp>
      <p:sp>
        <p:nvSpPr>
          <p:cNvPr id="2" name="12">
            <a:extLst xmlns:a="http://schemas.openxmlformats.org/drawingml/2006/main">
              <a:ext uri="{FF2B5EF4-FFF2-40B4-BE49-F238E27FC236}">
                <a16:creationId xmlns:a16="http://schemas.microsoft.com/office/drawing/2014/main" id="{4E3E1798-F689-4DA7-9486-042F7AD190A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12</a:t>
            </a:r>
          </a:p>
        </p:txBody>
      </p:sp>
      <p:sp>
        <p:nvSpPr>
          <p:cNvPr id="3" name="오늘 확인할 일.">
            <a:extLst xmlns:a="http://schemas.openxmlformats.org/drawingml/2006/main">
              <a:ext uri="{FF2B5EF4-FFF2-40B4-BE49-F238E27FC236}">
                <a16:creationId xmlns:a16="http://schemas.microsoft.com/office/drawing/2014/main" id="{23E33F01-7020-4DD9-8CDE-110842BE3DF8}"/>
              </a:ext>
            </a:extLst>
          </p:cNvPr>
          <p:cNvSpPr>
            <a:spLocks xmlns:a="http://schemas.openxmlformats.org/drawingml/2006/main" noGrp="1"/>
          </p:cNvSpPr>
          <p:nvPr/>
        </p:nvSpPr>
        <p:spPr>
          <a:xfrm xmlns:a="http://schemas.openxmlformats.org/drawingml/2006/main">
            <a:off x="457200" y="1104900"/>
            <a:ext cx="4000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183E35"/>
                </a:solidFill>
                <a:latin typeface="Pretendard"/>
                <a:ea typeface="Pretendard"/>
                <a:cs typeface="Pretendard"/>
              </a:defRPr>
            </a:defPPr>
          </a:lstStyle>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오늘</a:t>
            </a:r>
          </a:p>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확인할 일.</a:t>
            </a:r>
          </a:p>
        </p:txBody>
      </p:sp>
      <p:sp>
        <p:nvSpPr>
          <p:cNvPr id="4" name="총무의 첫 화면">
            <a:extLst xmlns:a="http://schemas.openxmlformats.org/drawingml/2006/main">
              <a:ext uri="{FF2B5EF4-FFF2-40B4-BE49-F238E27FC236}">
                <a16:creationId xmlns:a16="http://schemas.microsoft.com/office/drawing/2014/main" id="{009B4865-4387-4A2F-A666-05AB5EF4733C}"/>
              </a:ext>
            </a:extLst>
          </p:cNvPr>
          <p:cNvSpPr>
            <a:spLocks xmlns:a="http://schemas.openxmlformats.org/drawingml/2006/main" noGrp="1"/>
          </p:cNvSpPr>
          <p:nvPr/>
        </p:nvSpPr>
        <p:spPr>
          <a:xfrm xmlns:a="http://schemas.openxmlformats.org/drawingml/2006/main">
            <a:off x="504825" y="34671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567D89"/>
                </a:solidFill>
                <a:latin typeface="Pretendard"/>
                <a:ea typeface="Pretendard"/>
                <a:cs typeface="Pretendard"/>
              </a:defRPr>
            </a:defPPr>
          </a:lstStyle>
          <a:p xmlns:a="http://schemas.openxmlformats.org/drawingml/2006/main">
            <a:pPr algn="l">
              <a:defRPr sz="1725">
                <a:solidFill>
                  <a:srgbClr val="567D89"/>
                </a:solidFill>
                <a:latin typeface="Pretendard"/>
                <a:ea typeface="Pretendard"/>
                <a:cs typeface="Pretendard"/>
              </a:defRPr>
            </a:pPr>
            <a:r>
              <a:rPr sz="1725">
                <a:solidFill>
                  <a:srgbClr val="567D89"/>
                </a:solidFill>
                <a:latin typeface="Pretendard"/>
                <a:ea typeface="Pretendard"/>
                <a:cs typeface="Pretendard"/>
              </a:rPr>
              <a:t>총무의 첫 화면</a:t>
            </a:r>
          </a:p>
        </p:txBody>
      </p:sp>
      <p:pic>
        <p:nvPicPr>
          <p:cNvPr id="5" name="">
            <a:extLst xmlns:a="http://schemas.openxmlformats.org/drawingml/2006/main">
              <a:ext uri="{FF2B5EF4-FFF2-40B4-BE49-F238E27FC236}">
                <a16:creationId xmlns:a16="http://schemas.microsoft.com/office/drawing/2014/main" id="{C3B0CCD6-263E-4663-BF60-C0744B4691DA}"/>
              </a:ext>
            </a:extLst>
          </p:cNvPr>
          <p:cNvPicPr>
            <a:picLocks xmlns:a="http://schemas.openxmlformats.org/drawingml/2006/main" noChangeAspect="1"/>
          </p:cNvPicPr>
          <p:nvPr/>
        </p:nvPicPr>
        <p:blipFill>
          <a:blip xmlns:r="http://schemas.openxmlformats.org/officeDocument/2006/relationships" xmlns:a="http://schemas.openxmlformats.org/drawingml/2006/main" r:embed="Re4db0dfbf0734e7d"/>
          <a:stretch xmlns:a="http://schemas.openxmlformats.org/drawingml/2006/main"/>
        </p:blipFill>
        <p:spPr>
          <a:xfrm xmlns:a="http://schemas.openxmlformats.org/drawingml/2006/main">
            <a:off x="3143250" y="1323975"/>
            <a:ext cx="5962650" cy="31847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96951E-0343-403C-ACFC-9DBB5A21491A}"/>
              </a:ext>
            </a:extLst>
          </p:cNvPr>
          <p:cNvSpPr>
            <a:spLocks xmlns:a="http://schemas.openxmlformats.org/drawingml/2006/main" noGrp="1"/>
          </p:cNvSpPr>
          <p:nvPr/>
        </p:nvSpPr>
        <p:spPr>
          <a:xfrm xmlns:a="http://schemas.openxmlformats.org/drawingml/2006/main">
            <a:off x="4209512" y="1585864"/>
            <a:ext cx="3830126" cy="24037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B7608C9-1878-4D15-896A-9509615730A6}"/>
              </a:ext>
            </a:extLst>
          </p:cNvPr>
          <p:cNvPicPr>
            <a:picLocks xmlns:a="http://schemas.openxmlformats.org/drawingml/2006/main" noChangeAspect="1"/>
          </p:cNvPicPr>
          <p:nvPr/>
        </p:nvPicPr>
        <p:blipFill>
          <a:blip xmlns:r="http://schemas.openxmlformats.org/officeDocument/2006/relationships" xmlns:a="http://schemas.openxmlformats.org/drawingml/2006/main" r:embed="Rc31a6730bf884ae0"/>
          <a:srcRect xmlns:a="http://schemas.openxmlformats.org/drawingml/2006/main" l="0" t="0" r="0" b="0"/>
          <a:stretch xmlns:a="http://schemas.openxmlformats.org/drawingml/2006/main">
            <a:fillRect l="0" t="0" r="0" b="0"/>
          </a:stretch>
        </p:blipFill>
        <p:spPr>
          <a:xfrm xmlns:a="http://schemas.openxmlformats.org/drawingml/2006/main">
            <a:off x="4209512" y="1585864"/>
            <a:ext cx="3830126" cy="2403766"/>
          </a:xfrm>
          <a:prstGeom xmlns:a="http://schemas.openxmlformats.org/drawingml/2006/main" prst="rect">
            <a:avLst/>
          </a:prstGeom>
        </p:spPr>
      </p:pic>
    </p:spTree>
    <p:extLst>
      <p:ext uri="{BB962C8B-B14F-4D97-AF65-F5344CB8AC3E}">
        <p14:creationId xmlns:p14="http://schemas.microsoft.com/office/powerpoint/2010/main" val="1380038038"/>
      </p:ext>
    </p:extLst>
  </p:cSld>
</p:sld>
</file>

<file path=ppt/slides/slide13.xml><?xml version="1.0" encoding="utf-8"?>
<p:sld xmlns:p="http://schemas.openxmlformats.org/presentationml/2006/main">
  <p:cSld>
    <p:bg>
      <p:bgPr>
        <a:solidFill xmlns:a="http://schemas.openxmlformats.org/drawingml/2006/main">
          <a:srgbClr val="E5EDEA"/>
        </a:solidFill>
      </p:bgPr>
    </p:bg>
    <p:spTree>
      <p:nvGrpSpPr>
        <p:cNvPr id="1" name=""/>
        <p:cNvGrpSpPr/>
        <p:nvPr/>
      </p:nvGrpSpPr>
      <p:grpSpPr>
        <a:xfrm xmlns:a="http://schemas.openxmlformats.org/drawingml/2006/main"/>
      </p:grpSpPr>
      <p:sp>
        <p:nvSpPr>
          <p:cNvPr id="8" name="설립 준비">
            <a:extLst xmlns:a="http://schemas.openxmlformats.org/drawingml/2006/main">
              <a:ext uri="{FF2B5EF4-FFF2-40B4-BE49-F238E27FC236}">
                <a16:creationId xmlns:a16="http://schemas.microsoft.com/office/drawing/2014/main" id="{0F6E082E-B705-4852-8FF8-421093C4509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설립 준비</a:t>
            </a:r>
          </a:p>
        </p:txBody>
      </p:sp>
      <p:sp>
        <p:nvSpPr>
          <p:cNvPr id="2" name="13">
            <a:extLst xmlns:a="http://schemas.openxmlformats.org/drawingml/2006/main">
              <a:ext uri="{FF2B5EF4-FFF2-40B4-BE49-F238E27FC236}">
                <a16:creationId xmlns:a16="http://schemas.microsoft.com/office/drawing/2014/main" id="{66D5AD39-85A6-4357-9FDF-E6008628E4C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13</a:t>
            </a:r>
          </a:p>
        </p:txBody>
      </p:sp>
      <p:pic>
        <p:nvPicPr>
          <p:cNvPr id="3" name="">
            <a:extLst xmlns:a="http://schemas.openxmlformats.org/drawingml/2006/main">
              <a:ext uri="{FF2B5EF4-FFF2-40B4-BE49-F238E27FC236}">
                <a16:creationId xmlns:a16="http://schemas.microsoft.com/office/drawing/2014/main" id="{1F8E436A-345A-482C-B765-5A9835C13554}"/>
              </a:ext>
            </a:extLst>
          </p:cNvPr>
          <p:cNvPicPr>
            <a:picLocks xmlns:a="http://schemas.openxmlformats.org/drawingml/2006/main" noChangeAspect="1"/>
          </p:cNvPicPr>
          <p:nvPr/>
        </p:nvPicPr>
        <p:blipFill>
          <a:blip xmlns:r="http://schemas.openxmlformats.org/officeDocument/2006/relationships" xmlns:a="http://schemas.openxmlformats.org/drawingml/2006/main" r:embed="Racc0f4742dcf48d6"/>
          <a:stretch xmlns:a="http://schemas.openxmlformats.org/drawingml/2006/main"/>
        </p:blipFill>
        <p:spPr>
          <a:xfrm xmlns:a="http://schemas.openxmlformats.org/drawingml/2006/main">
            <a:off x="47625" y="1285875"/>
            <a:ext cx="6010275" cy="32101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EA14E8-3570-485E-AD20-CC7C83F036DC}"/>
              </a:ext>
            </a:extLst>
          </p:cNvPr>
          <p:cNvSpPr>
            <a:spLocks xmlns:a="http://schemas.openxmlformats.org/drawingml/2006/main" noGrp="1"/>
          </p:cNvSpPr>
          <p:nvPr/>
        </p:nvSpPr>
        <p:spPr>
          <a:xfrm xmlns:a="http://schemas.openxmlformats.org/drawingml/2006/main">
            <a:off x="1122404" y="1549856"/>
            <a:ext cx="3860718" cy="24229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89849D0-D558-4915-8DE6-9E91D478DE26}"/>
              </a:ext>
            </a:extLst>
          </p:cNvPr>
          <p:cNvPicPr>
            <a:picLocks xmlns:a="http://schemas.openxmlformats.org/drawingml/2006/main" noChangeAspect="1"/>
          </p:cNvPicPr>
          <p:nvPr/>
        </p:nvPicPr>
        <p:blipFill>
          <a:blip xmlns:r="http://schemas.openxmlformats.org/officeDocument/2006/relationships" xmlns:a="http://schemas.openxmlformats.org/drawingml/2006/main" r:embed="R965af90be6484289"/>
          <a:srcRect xmlns:a="http://schemas.openxmlformats.org/drawingml/2006/main" l="0" t="0" r="0" b="0"/>
          <a:stretch xmlns:a="http://schemas.openxmlformats.org/drawingml/2006/main">
            <a:fillRect l="0" t="0" r="0" b="0"/>
          </a:stretch>
        </p:blipFill>
        <p:spPr>
          <a:xfrm xmlns:a="http://schemas.openxmlformats.org/drawingml/2006/main">
            <a:off x="1122404" y="1549856"/>
            <a:ext cx="3860718" cy="2422966"/>
          </a:xfrm>
          <a:prstGeom xmlns:a="http://schemas.openxmlformats.org/drawingml/2006/main" prst="rect">
            <a:avLst/>
          </a:prstGeom>
        </p:spPr>
      </p:pic>
      <p:sp>
        <p:nvSpPr>
          <p:cNvPr id="6" name="첫 서류부터 빠짐없이.">
            <a:extLst xmlns:a="http://schemas.openxmlformats.org/drawingml/2006/main">
              <a:ext uri="{FF2B5EF4-FFF2-40B4-BE49-F238E27FC236}">
                <a16:creationId xmlns:a16="http://schemas.microsoft.com/office/drawing/2014/main" id="{789599F8-9772-4EC4-9ECD-F3A9ACC4A0F0}"/>
              </a:ext>
            </a:extLst>
          </p:cNvPr>
          <p:cNvSpPr>
            <a:spLocks xmlns:a="http://schemas.openxmlformats.org/drawingml/2006/main" noGrp="1"/>
          </p:cNvSpPr>
          <p:nvPr/>
        </p:nvSpPr>
        <p:spPr>
          <a:xfrm xmlns:a="http://schemas.openxmlformats.org/drawingml/2006/main">
            <a:off x="5514975" y="914400"/>
            <a:ext cx="34480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25" b="1">
                <a:solidFill>
                  <a:srgbClr val="183E35"/>
                </a:solidFill>
                <a:latin typeface="Pretendard"/>
                <a:ea typeface="Pretendard"/>
                <a:cs typeface="Pretendard"/>
              </a:defRPr>
            </a:defPPr>
          </a:lstStyle>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첫 서류부터</a:t>
            </a:r>
          </a:p>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빠짐없이.</a:t>
            </a:r>
          </a:p>
        </p:txBody>
      </p:sp>
      <p:sp>
        <p:nvSpPr>
          <p:cNvPr id="7" name="보유 서류 추가 확인 법무사 후보">
            <a:extLst xmlns:a="http://schemas.openxmlformats.org/drawingml/2006/main">
              <a:ext uri="{FF2B5EF4-FFF2-40B4-BE49-F238E27FC236}">
                <a16:creationId xmlns:a16="http://schemas.microsoft.com/office/drawing/2014/main" id="{6F508690-AE8C-4622-8686-C7E4609DA7C1}"/>
              </a:ext>
            </a:extLst>
          </p:cNvPr>
          <p:cNvSpPr>
            <a:spLocks xmlns:a="http://schemas.openxmlformats.org/drawingml/2006/main" noGrp="1"/>
          </p:cNvSpPr>
          <p:nvPr/>
        </p:nvSpPr>
        <p:spPr>
          <a:xfrm xmlns:a="http://schemas.openxmlformats.org/drawingml/2006/main">
            <a:off x="6038850" y="2933700"/>
            <a:ext cx="27146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보유 서류</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추가 확인</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법무사 후보</a:t>
            </a:r>
          </a:p>
        </p:txBody>
      </p:sp>
    </p:spTree>
    <p:extLst>
      <p:ext uri="{BB962C8B-B14F-4D97-AF65-F5344CB8AC3E}">
        <p14:creationId xmlns:p14="http://schemas.microsoft.com/office/powerpoint/2010/main" val="1276567343"/>
      </p:ext>
    </p:extLst>
  </p:cSld>
</p:sld>
</file>

<file path=ppt/slides/slide14.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9" name="회의 녹음">
            <a:extLst xmlns:a="http://schemas.openxmlformats.org/drawingml/2006/main">
              <a:ext uri="{FF2B5EF4-FFF2-40B4-BE49-F238E27FC236}">
                <a16:creationId xmlns:a16="http://schemas.microsoft.com/office/drawing/2014/main" id="{DD64176C-B996-496E-862D-DB79D7E1350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회의 녹음</a:t>
            </a:r>
          </a:p>
        </p:txBody>
      </p:sp>
      <p:sp>
        <p:nvSpPr>
          <p:cNvPr id="2" name="14">
            <a:extLst xmlns:a="http://schemas.openxmlformats.org/drawingml/2006/main">
              <a:ext uri="{FF2B5EF4-FFF2-40B4-BE49-F238E27FC236}">
                <a16:creationId xmlns:a16="http://schemas.microsoft.com/office/drawing/2014/main" id="{715445B3-494A-4876-9DDF-06F7F47B995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14</a:t>
            </a:r>
          </a:p>
        </p:txBody>
      </p:sp>
      <p:sp>
        <p:nvSpPr>
          <p:cNvPr id="3" name="말한 내용을 회의록으로.">
            <a:extLst xmlns:a="http://schemas.openxmlformats.org/drawingml/2006/main">
              <a:ext uri="{FF2B5EF4-FFF2-40B4-BE49-F238E27FC236}">
                <a16:creationId xmlns:a16="http://schemas.microsoft.com/office/drawing/2014/main" id="{39A192A4-B3C0-4036-A6FF-C30C04DBF965}"/>
              </a:ext>
            </a:extLst>
          </p:cNvPr>
          <p:cNvSpPr>
            <a:spLocks xmlns:a="http://schemas.openxmlformats.org/drawingml/2006/main" noGrp="1"/>
          </p:cNvSpPr>
          <p:nvPr/>
        </p:nvSpPr>
        <p:spPr>
          <a:xfrm xmlns:a="http://schemas.openxmlformats.org/drawingml/2006/main">
            <a:off x="514350" y="1095375"/>
            <a:ext cx="54102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말한 내용을</a:t>
            </a:r>
          </a:p>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회의록으로.</a:t>
            </a:r>
          </a:p>
        </p:txBody>
      </p:sp>
      <p:pic>
        <p:nvPicPr>
          <p:cNvPr id="4" name="">
            <a:extLst xmlns:a="http://schemas.openxmlformats.org/drawingml/2006/main">
              <a:ext uri="{FF2B5EF4-FFF2-40B4-BE49-F238E27FC236}">
                <a16:creationId xmlns:a16="http://schemas.microsoft.com/office/drawing/2014/main" id="{F25D3E21-AD88-4435-894C-F4B6F47F088B}"/>
              </a:ext>
            </a:extLst>
          </p:cNvPr>
          <p:cNvPicPr>
            <a:picLocks xmlns:a="http://schemas.openxmlformats.org/drawingml/2006/main" noChangeAspect="1"/>
          </p:cNvPicPr>
          <p:nvPr/>
        </p:nvPicPr>
        <p:blipFill>
          <a:blip xmlns:r="http://schemas.openxmlformats.org/officeDocument/2006/relationships" xmlns:a="http://schemas.openxmlformats.org/drawingml/2006/main" r:embed="R0c31a136de0045ca"/>
          <a:stretch xmlns:a="http://schemas.openxmlformats.org/drawingml/2006/main"/>
        </p:blipFill>
        <p:spPr>
          <a:xfrm xmlns:a="http://schemas.openxmlformats.org/drawingml/2006/main">
            <a:off x="590550" y="3514725"/>
            <a:ext cx="485775" cy="485775"/>
          </a:xfrm>
          <a:prstGeom xmlns:a="http://schemas.openxmlformats.org/drawingml/2006/main" prst="rect">
            <a:avLst/>
          </a:prstGeom>
        </p:spPr>
      </p:pic>
      <p:sp>
        <p:nvSpPr>
          <p:cNvPr id="5" name="녹음에서 검토까지">
            <a:extLst xmlns:a="http://schemas.openxmlformats.org/drawingml/2006/main">
              <a:ext uri="{FF2B5EF4-FFF2-40B4-BE49-F238E27FC236}">
                <a16:creationId xmlns:a16="http://schemas.microsoft.com/office/drawing/2014/main" id="{45B6813F-4CA4-44E2-B297-AEE1AB7DD2D1}"/>
              </a:ext>
            </a:extLst>
          </p:cNvPr>
          <p:cNvSpPr>
            <a:spLocks xmlns:a="http://schemas.openxmlformats.org/drawingml/2006/main" noGrp="1"/>
          </p:cNvSpPr>
          <p:nvPr/>
        </p:nvSpPr>
        <p:spPr>
          <a:xfrm xmlns:a="http://schemas.openxmlformats.org/drawingml/2006/main">
            <a:off x="1285875" y="3629025"/>
            <a:ext cx="414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녹음에서 검토까지</a:t>
            </a:r>
          </a:p>
        </p:txBody>
      </p:sp>
      <p:pic>
        <p:nvPicPr>
          <p:cNvPr id="6" name="">
            <a:extLst xmlns:a="http://schemas.openxmlformats.org/drawingml/2006/main">
              <a:ext uri="{FF2B5EF4-FFF2-40B4-BE49-F238E27FC236}">
                <a16:creationId xmlns:a16="http://schemas.microsoft.com/office/drawing/2014/main" id="{8B593661-AEEA-425F-9F6E-DD6FA537F6DF}"/>
              </a:ext>
            </a:extLst>
          </p:cNvPr>
          <p:cNvPicPr>
            <a:picLocks xmlns:a="http://schemas.openxmlformats.org/drawingml/2006/main" noChangeAspect="1"/>
          </p:cNvPicPr>
          <p:nvPr/>
        </p:nvPicPr>
        <p:blipFill>
          <a:blip xmlns:r="http://schemas.openxmlformats.org/officeDocument/2006/relationships" xmlns:a="http://schemas.openxmlformats.org/drawingml/2006/main" r:embed="R7744f72438684460"/>
          <a:stretch xmlns:a="http://schemas.openxmlformats.org/drawingml/2006/main"/>
        </p:blipFill>
        <p:spPr>
          <a:xfrm xmlns:a="http://schemas.openxmlformats.org/drawingml/2006/main">
            <a:off x="6191250" y="476250"/>
            <a:ext cx="2396490" cy="43719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2D6D94-4B1C-4FF9-BAF7-2BA4DFC9E0FF}"/>
              </a:ext>
            </a:extLst>
          </p:cNvPr>
          <p:cNvSpPr>
            <a:spLocks xmlns:a="http://schemas.openxmlformats.org/drawingml/2006/main" noGrp="1"/>
          </p:cNvSpPr>
          <p:nvPr/>
        </p:nvSpPr>
        <p:spPr>
          <a:xfrm xmlns:a="http://schemas.openxmlformats.org/drawingml/2006/main">
            <a:off x="6498908" y="945833"/>
            <a:ext cx="1773079" cy="313729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FC79D73A-F5D5-48E6-B225-F21E2622B9F5}"/>
              </a:ext>
            </a:extLst>
          </p:cNvPr>
          <p:cNvPicPr>
            <a:picLocks xmlns:a="http://schemas.openxmlformats.org/drawingml/2006/main" noChangeAspect="1"/>
          </p:cNvPicPr>
          <p:nvPr/>
        </p:nvPicPr>
        <p:blipFill>
          <a:blip xmlns:r="http://schemas.openxmlformats.org/officeDocument/2006/relationships" xmlns:a="http://schemas.openxmlformats.org/drawingml/2006/main" r:embed="R090ae669d1f64686"/>
          <a:srcRect xmlns:a="http://schemas.openxmlformats.org/drawingml/2006/main" l="0" t="0" r="0" b="0"/>
          <a:stretch xmlns:a="http://schemas.openxmlformats.org/drawingml/2006/main">
            <a:fillRect l="0" t="0" r="0" b="0"/>
          </a:stretch>
        </p:blipFill>
        <p:spPr>
          <a:xfrm xmlns:a="http://schemas.openxmlformats.org/drawingml/2006/main">
            <a:off x="6498908" y="945833"/>
            <a:ext cx="1773079" cy="3137297"/>
          </a:xfrm>
          <a:prstGeom xmlns:a="http://schemas.openxmlformats.org/drawingml/2006/main" prst="rect">
            <a:avLst/>
          </a:prstGeom>
        </p:spPr>
      </p:pic>
    </p:spTree>
    <p:extLst>
      <p:ext uri="{BB962C8B-B14F-4D97-AF65-F5344CB8AC3E}">
        <p14:creationId xmlns:p14="http://schemas.microsoft.com/office/powerpoint/2010/main" val="785705568"/>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문서 검색과 초안">
            <a:extLst xmlns:a="http://schemas.openxmlformats.org/drawingml/2006/main">
              <a:ext uri="{FF2B5EF4-FFF2-40B4-BE49-F238E27FC236}">
                <a16:creationId xmlns:a16="http://schemas.microsoft.com/office/drawing/2014/main" id="{6A645EE0-D1CB-4B23-B31D-0F2C3D3200D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문서 검색과 초안</a:t>
            </a:r>
          </a:p>
        </p:txBody>
      </p:sp>
      <p:sp>
        <p:nvSpPr>
          <p:cNvPr id="2" name="15">
            <a:extLst xmlns:a="http://schemas.openxmlformats.org/drawingml/2006/main">
              <a:ext uri="{FF2B5EF4-FFF2-40B4-BE49-F238E27FC236}">
                <a16:creationId xmlns:a16="http://schemas.microsoft.com/office/drawing/2014/main" id="{73BA4974-EEAD-4D0D-9912-AA64BC8CBB6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15</a:t>
            </a:r>
          </a:p>
        </p:txBody>
      </p:sp>
      <p:sp>
        <p:nvSpPr>
          <p:cNvPr id="3" name="지난 회의도, 이번 초안도.">
            <a:extLst xmlns:a="http://schemas.openxmlformats.org/drawingml/2006/main">
              <a:ext uri="{FF2B5EF4-FFF2-40B4-BE49-F238E27FC236}">
                <a16:creationId xmlns:a16="http://schemas.microsoft.com/office/drawing/2014/main" id="{CDBFBCC2-E68E-4B6C-949C-981AD69E8583}"/>
              </a:ext>
            </a:extLst>
          </p:cNvPr>
          <p:cNvSpPr>
            <a:spLocks xmlns:a="http://schemas.openxmlformats.org/drawingml/2006/main" noGrp="1"/>
          </p:cNvSpPr>
          <p:nvPr/>
        </p:nvSpPr>
        <p:spPr>
          <a:xfrm xmlns:a="http://schemas.openxmlformats.org/drawingml/2006/main">
            <a:off x="485775" y="647700"/>
            <a:ext cx="833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75" b="1">
                <a:solidFill>
                  <a:srgbClr val="183E35"/>
                </a:solidFill>
                <a:latin typeface="Pretendard"/>
                <a:ea typeface="Pretendard"/>
                <a:cs typeface="Pretendard"/>
              </a:defRPr>
            </a:defPPr>
          </a:lstStyle>
          <a:p xmlns:a="http://schemas.openxmlformats.org/drawingml/2006/main">
            <a:pPr algn="l">
              <a:defRPr sz="3675" b="1">
                <a:solidFill>
                  <a:srgbClr val="183E35"/>
                </a:solidFill>
                <a:latin typeface="Pretendard"/>
                <a:ea typeface="Pretendard"/>
                <a:cs typeface="Pretendard"/>
              </a:defRPr>
            </a:pPr>
            <a:r>
              <a:rPr sz="3675" b="1">
                <a:solidFill>
                  <a:srgbClr val="183E35"/>
                </a:solidFill>
                <a:latin typeface="Pretendard"/>
                <a:ea typeface="Pretendard"/>
                <a:cs typeface="Pretendard"/>
              </a:rPr>
              <a:t>지난 회의도, 이번 초안도.</a:t>
            </a:r>
          </a:p>
        </p:txBody>
      </p:sp>
      <p:pic>
        <p:nvPicPr>
          <p:cNvPr id="4" name="">
            <a:extLst xmlns:a="http://schemas.openxmlformats.org/drawingml/2006/main">
              <a:ext uri="{FF2B5EF4-FFF2-40B4-BE49-F238E27FC236}">
                <a16:creationId xmlns:a16="http://schemas.microsoft.com/office/drawing/2014/main" id="{05F4CF39-468A-4F60-9A4C-25DA82B28C85}"/>
              </a:ext>
            </a:extLst>
          </p:cNvPr>
          <p:cNvPicPr>
            <a:picLocks xmlns:a="http://schemas.openxmlformats.org/drawingml/2006/main" noChangeAspect="1"/>
          </p:cNvPicPr>
          <p:nvPr/>
        </p:nvPicPr>
        <p:blipFill>
          <a:blip xmlns:r="http://schemas.openxmlformats.org/officeDocument/2006/relationships" xmlns:a="http://schemas.openxmlformats.org/drawingml/2006/main" r:embed="R5da7a1085b1b49de"/>
          <a:stretch xmlns:a="http://schemas.openxmlformats.org/drawingml/2006/main"/>
        </p:blipFill>
        <p:spPr>
          <a:xfrm xmlns:a="http://schemas.openxmlformats.org/drawingml/2006/main">
            <a:off x="485775" y="1476375"/>
            <a:ext cx="5657850" cy="302195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9E76F32-3624-4401-B3AB-E34F066A4D6C}"/>
              </a:ext>
            </a:extLst>
          </p:cNvPr>
          <p:cNvSpPr>
            <a:spLocks xmlns:a="http://schemas.openxmlformats.org/drawingml/2006/main" noGrp="1"/>
          </p:cNvSpPr>
          <p:nvPr/>
        </p:nvSpPr>
        <p:spPr>
          <a:xfrm xmlns:a="http://schemas.openxmlformats.org/drawingml/2006/main">
            <a:off x="1497532" y="1724877"/>
            <a:ext cx="3634337" cy="228089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223B424D-F199-4D2B-9520-47CD883DC05D}"/>
              </a:ext>
            </a:extLst>
          </p:cNvPr>
          <p:cNvPicPr>
            <a:picLocks xmlns:a="http://schemas.openxmlformats.org/drawingml/2006/main" noChangeAspect="1"/>
          </p:cNvPicPr>
          <p:nvPr/>
        </p:nvPicPr>
        <p:blipFill>
          <a:blip xmlns:r="http://schemas.openxmlformats.org/officeDocument/2006/relationships" xmlns:a="http://schemas.openxmlformats.org/drawingml/2006/main" r:embed="R48ddef3a9c634af7"/>
          <a:srcRect xmlns:a="http://schemas.openxmlformats.org/drawingml/2006/main" l="0" t="0" r="0" b="0"/>
          <a:stretch xmlns:a="http://schemas.openxmlformats.org/drawingml/2006/main">
            <a:fillRect l="0" t="0" r="0" b="0"/>
          </a:stretch>
        </p:blipFill>
        <p:spPr>
          <a:xfrm xmlns:a="http://schemas.openxmlformats.org/drawingml/2006/main">
            <a:off x="1497532" y="1724877"/>
            <a:ext cx="3634337" cy="2280890"/>
          </a:xfrm>
          <a:prstGeom xmlns:a="http://schemas.openxmlformats.org/drawingml/2006/main" prst="rect">
            <a:avLst/>
          </a:prstGeom>
        </p:spPr>
      </p:pic>
      <p:sp>
        <p:nvSpPr>
          <p:cNvPr id="7" name="원문">
            <a:extLst xmlns:a="http://schemas.openxmlformats.org/drawingml/2006/main">
              <a:ext uri="{FF2B5EF4-FFF2-40B4-BE49-F238E27FC236}">
                <a16:creationId xmlns:a16="http://schemas.microsoft.com/office/drawing/2014/main" id="{63BCFE14-782A-4826-8CB3-F976819F453D}"/>
              </a:ext>
            </a:extLst>
          </p:cNvPr>
          <p:cNvSpPr>
            <a:spLocks xmlns:a="http://schemas.openxmlformats.org/drawingml/2006/main" noGrp="1"/>
          </p:cNvSpPr>
          <p:nvPr/>
        </p:nvSpPr>
        <p:spPr>
          <a:xfrm xmlns:a="http://schemas.openxmlformats.org/drawingml/2006/main">
            <a:off x="7286625" y="21812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원문</a:t>
            </a:r>
          </a:p>
        </p:txBody>
      </p:sp>
      <p:sp>
        <p:nvSpPr>
          <p:cNvPr id="8" name="버전">
            <a:extLst xmlns:a="http://schemas.openxmlformats.org/drawingml/2006/main">
              <a:ext uri="{FF2B5EF4-FFF2-40B4-BE49-F238E27FC236}">
                <a16:creationId xmlns:a16="http://schemas.microsoft.com/office/drawing/2014/main" id="{2E3B8EB0-B6AD-4EAF-87FC-B84378888C6C}"/>
              </a:ext>
            </a:extLst>
          </p:cNvPr>
          <p:cNvSpPr>
            <a:spLocks xmlns:a="http://schemas.openxmlformats.org/drawingml/2006/main" noGrp="1"/>
          </p:cNvSpPr>
          <p:nvPr/>
        </p:nvSpPr>
        <p:spPr>
          <a:xfrm xmlns:a="http://schemas.openxmlformats.org/drawingml/2006/main">
            <a:off x="7286625" y="288607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버전</a:t>
            </a:r>
          </a:p>
        </p:txBody>
      </p:sp>
      <p:sp>
        <p:nvSpPr>
          <p:cNvPr id="9" name="초안">
            <a:extLst xmlns:a="http://schemas.openxmlformats.org/drawingml/2006/main">
              <a:ext uri="{FF2B5EF4-FFF2-40B4-BE49-F238E27FC236}">
                <a16:creationId xmlns:a16="http://schemas.microsoft.com/office/drawing/2014/main" id="{13465224-119E-458D-9B56-CAFAF32E075E}"/>
              </a:ext>
            </a:extLst>
          </p:cNvPr>
          <p:cNvSpPr>
            <a:spLocks xmlns:a="http://schemas.openxmlformats.org/drawingml/2006/main" noGrp="1"/>
          </p:cNvSpPr>
          <p:nvPr/>
        </p:nvSpPr>
        <p:spPr>
          <a:xfrm xmlns:a="http://schemas.openxmlformats.org/drawingml/2006/main">
            <a:off x="7286625" y="35909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567D89"/>
                </a:solidFill>
                <a:latin typeface="Pretendard"/>
                <a:ea typeface="Pretendard"/>
                <a:cs typeface="Pretendard"/>
              </a:defRPr>
            </a:defPPr>
          </a:lstStyle>
          <a:p xmlns:a="http://schemas.openxmlformats.org/drawingml/2006/main">
            <a:pPr algn="l">
              <a:defRPr sz="2175" b="1">
                <a:solidFill>
                  <a:srgbClr val="567D89"/>
                </a:solidFill>
                <a:latin typeface="Pretendard"/>
                <a:ea typeface="Pretendard"/>
                <a:cs typeface="Pretendard"/>
              </a:defRPr>
            </a:pPr>
            <a:r>
              <a:rPr sz="2175" b="1">
                <a:solidFill>
                  <a:srgbClr val="567D89"/>
                </a:solidFill>
                <a:latin typeface="Pretendard"/>
                <a:ea typeface="Pretendard"/>
                <a:cs typeface="Pretendard"/>
              </a:rPr>
              <a:t>초안</a:t>
            </a:r>
          </a:p>
        </p:txBody>
      </p:sp>
    </p:spTree>
    <p:extLst>
      <p:ext uri="{BB962C8B-B14F-4D97-AF65-F5344CB8AC3E}">
        <p14:creationId xmlns:p14="http://schemas.microsoft.com/office/powerpoint/2010/main" val="473822717"/>
      </p:ext>
    </p:extLst>
  </p:cSld>
</p:sld>
</file>

<file path=ppt/slides/slide16.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8" name="총회와 동의">
            <a:extLst xmlns:a="http://schemas.openxmlformats.org/drawingml/2006/main">
              <a:ext uri="{FF2B5EF4-FFF2-40B4-BE49-F238E27FC236}">
                <a16:creationId xmlns:a16="http://schemas.microsoft.com/office/drawing/2014/main" id="{209CB9BF-B5AA-4AAC-BA28-F7351AD32CAD}"/>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총회와 동의</a:t>
            </a:r>
          </a:p>
        </p:txBody>
      </p:sp>
      <p:sp>
        <p:nvSpPr>
          <p:cNvPr id="2" name="16">
            <a:extLst xmlns:a="http://schemas.openxmlformats.org/drawingml/2006/main">
              <a:ext uri="{FF2B5EF4-FFF2-40B4-BE49-F238E27FC236}">
                <a16:creationId xmlns:a16="http://schemas.microsoft.com/office/drawing/2014/main" id="{14F72565-4542-4F08-9C40-D3526451EC5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16</a:t>
            </a:r>
          </a:p>
        </p:txBody>
      </p:sp>
      <p:pic>
        <p:nvPicPr>
          <p:cNvPr id="3" name="">
            <a:extLst xmlns:a="http://schemas.openxmlformats.org/drawingml/2006/main">
              <a:ext uri="{FF2B5EF4-FFF2-40B4-BE49-F238E27FC236}">
                <a16:creationId xmlns:a16="http://schemas.microsoft.com/office/drawing/2014/main" id="{4CC36500-97D6-4430-91E7-91AA1DF8D4FC}"/>
              </a:ext>
            </a:extLst>
          </p:cNvPr>
          <p:cNvPicPr>
            <a:picLocks xmlns:a="http://schemas.openxmlformats.org/drawingml/2006/main" noChangeAspect="1"/>
          </p:cNvPicPr>
          <p:nvPr/>
        </p:nvPicPr>
        <p:blipFill>
          <a:blip xmlns:r="http://schemas.openxmlformats.org/officeDocument/2006/relationships" xmlns:a="http://schemas.openxmlformats.org/drawingml/2006/main" r:embed="R3b80adeec06a4114"/>
          <a:stretch xmlns:a="http://schemas.openxmlformats.org/drawingml/2006/main"/>
        </p:blipFill>
        <p:spPr>
          <a:xfrm xmlns:a="http://schemas.openxmlformats.org/drawingml/2006/main">
            <a:off x="514350" y="609600"/>
            <a:ext cx="2344279" cy="4276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8F0A6A-8096-4C21-8EB1-082574AD6485}"/>
              </a:ext>
            </a:extLst>
          </p:cNvPr>
          <p:cNvSpPr>
            <a:spLocks xmlns:a="http://schemas.openxmlformats.org/drawingml/2006/main" noGrp="1"/>
          </p:cNvSpPr>
          <p:nvPr/>
        </p:nvSpPr>
        <p:spPr>
          <a:xfrm xmlns:a="http://schemas.openxmlformats.org/drawingml/2006/main">
            <a:off x="815305" y="1068952"/>
            <a:ext cx="1734450" cy="306894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DB5CE35-CB60-4E2B-8109-D87B1D656572}"/>
              </a:ext>
            </a:extLst>
          </p:cNvPr>
          <p:cNvPicPr>
            <a:picLocks xmlns:a="http://schemas.openxmlformats.org/drawingml/2006/main" noChangeAspect="1"/>
          </p:cNvPicPr>
          <p:nvPr/>
        </p:nvPicPr>
        <p:blipFill>
          <a:blip xmlns:r="http://schemas.openxmlformats.org/officeDocument/2006/relationships" xmlns:a="http://schemas.openxmlformats.org/drawingml/2006/main" r:embed="R0b32ed5b97244964"/>
          <a:srcRect xmlns:a="http://schemas.openxmlformats.org/drawingml/2006/main" l="0" t="0" r="0" b="0"/>
          <a:stretch xmlns:a="http://schemas.openxmlformats.org/drawingml/2006/main">
            <a:fillRect l="0" t="0" r="0" b="0"/>
          </a:stretch>
        </p:blipFill>
        <p:spPr>
          <a:xfrm xmlns:a="http://schemas.openxmlformats.org/drawingml/2006/main">
            <a:off x="815305" y="1068952"/>
            <a:ext cx="1734450" cy="3068946"/>
          </a:xfrm>
          <a:prstGeom xmlns:a="http://schemas.openxmlformats.org/drawingml/2006/main" prst="rect">
            <a:avLst/>
          </a:prstGeom>
        </p:spPr>
      </p:pic>
      <p:sp>
        <p:nvSpPr>
          <p:cNvPr id="6" name="누가, 어떤 안건에 동의했는지.">
            <a:extLst xmlns:a="http://schemas.openxmlformats.org/drawingml/2006/main">
              <a:ext uri="{FF2B5EF4-FFF2-40B4-BE49-F238E27FC236}">
                <a16:creationId xmlns:a16="http://schemas.microsoft.com/office/drawing/2014/main" id="{8695A6BA-F03B-4355-AA31-5D7729DFF6E5}"/>
              </a:ext>
            </a:extLst>
          </p:cNvPr>
          <p:cNvSpPr>
            <a:spLocks xmlns:a="http://schemas.openxmlformats.org/drawingml/2006/main" noGrp="1"/>
          </p:cNvSpPr>
          <p:nvPr/>
        </p:nvSpPr>
        <p:spPr>
          <a:xfrm xmlns:a="http://schemas.openxmlformats.org/drawingml/2006/main">
            <a:off x="3495675" y="1000125"/>
            <a:ext cx="5334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누가,</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어떤 안건에</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동의했는지.</a:t>
            </a:r>
          </a:p>
        </p:txBody>
      </p:sp>
      <p:sp>
        <p:nvSpPr>
          <p:cNvPr id="7" name="응답을 문서 버전과 함께">
            <a:extLst xmlns:a="http://schemas.openxmlformats.org/drawingml/2006/main">
              <a:ext uri="{FF2B5EF4-FFF2-40B4-BE49-F238E27FC236}">
                <a16:creationId xmlns:a16="http://schemas.microsoft.com/office/drawing/2014/main" id="{8594239A-BFC7-4C46-AF9F-14E0DB40D311}"/>
              </a:ext>
            </a:extLst>
          </p:cNvPr>
          <p:cNvSpPr>
            <a:spLocks xmlns:a="http://schemas.openxmlformats.org/drawingml/2006/main" noGrp="1"/>
          </p:cNvSpPr>
          <p:nvPr/>
        </p:nvSpPr>
        <p:spPr>
          <a:xfrm xmlns:a="http://schemas.openxmlformats.org/drawingml/2006/main">
            <a:off x="3581400" y="38385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567D89"/>
                </a:solidFill>
                <a:latin typeface="Pretendard"/>
                <a:ea typeface="Pretendard"/>
                <a:cs typeface="Pretendard"/>
              </a:defRPr>
            </a:defPPr>
          </a:lstStyle>
          <a:p xmlns:a="http://schemas.openxmlformats.org/drawingml/2006/main">
            <a:pPr algn="l">
              <a:defRPr sz="1800">
                <a:solidFill>
                  <a:srgbClr val="567D89"/>
                </a:solidFill>
                <a:latin typeface="Pretendard"/>
                <a:ea typeface="Pretendard"/>
                <a:cs typeface="Pretendard"/>
              </a:defRPr>
            </a:pPr>
            <a:r>
              <a:rPr sz="1800">
                <a:solidFill>
                  <a:srgbClr val="567D89"/>
                </a:solidFill>
                <a:latin typeface="Pretendard"/>
                <a:ea typeface="Pretendard"/>
                <a:cs typeface="Pretendard"/>
              </a:rPr>
              <a:t>응답을 문서 버전과 함께</a:t>
            </a:r>
          </a:p>
        </p:txBody>
      </p:sp>
    </p:spTree>
    <p:extLst>
      <p:ext uri="{BB962C8B-B14F-4D97-AF65-F5344CB8AC3E}">
        <p14:creationId xmlns:p14="http://schemas.microsoft.com/office/powerpoint/2010/main" val="1524250314"/>
      </p:ext>
    </p:extLst>
  </p:cSld>
</p:sld>
</file>

<file path=ppt/slides/slide17.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11" name="재산과 등기">
            <a:extLst xmlns:a="http://schemas.openxmlformats.org/drawingml/2006/main">
              <a:ext uri="{FF2B5EF4-FFF2-40B4-BE49-F238E27FC236}">
                <a16:creationId xmlns:a16="http://schemas.microsoft.com/office/drawing/2014/main" id="{459C378E-8D19-43D3-88CF-B16791359DD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재산과 등기</a:t>
            </a:r>
          </a:p>
        </p:txBody>
      </p:sp>
      <p:sp>
        <p:nvSpPr>
          <p:cNvPr id="2" name="17">
            <a:extLst xmlns:a="http://schemas.openxmlformats.org/drawingml/2006/main">
              <a:ext uri="{FF2B5EF4-FFF2-40B4-BE49-F238E27FC236}">
                <a16:creationId xmlns:a16="http://schemas.microsoft.com/office/drawing/2014/main" id="{EBB704A5-4FEC-4472-888B-36693927AA3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17</a:t>
            </a:r>
          </a:p>
        </p:txBody>
      </p:sp>
      <p:sp>
        <p:nvSpPr>
          <p:cNvPr id="3" name="우리 종중의 땅">
            <a:extLst xmlns:a="http://schemas.openxmlformats.org/drawingml/2006/main">
              <a:ext uri="{FF2B5EF4-FFF2-40B4-BE49-F238E27FC236}">
                <a16:creationId xmlns:a16="http://schemas.microsoft.com/office/drawing/2014/main" id="{B5545336-FAEC-413F-9F56-00BBA0460F7A}"/>
              </a:ext>
            </a:extLst>
          </p:cNvPr>
          <p:cNvSpPr>
            <a:spLocks xmlns:a="http://schemas.openxmlformats.org/drawingml/2006/main" noGrp="1"/>
          </p:cNvSpPr>
          <p:nvPr/>
        </p:nvSpPr>
        <p:spPr>
          <a:xfrm xmlns:a="http://schemas.openxmlformats.org/drawingml/2006/main">
            <a:off x="476250" y="666750"/>
            <a:ext cx="8201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183E35"/>
                </a:solidFill>
                <a:latin typeface="Pretendard"/>
                <a:ea typeface="Pretendard"/>
                <a:cs typeface="Pretendard"/>
              </a:defRPr>
            </a:defPPr>
          </a:lstStyle>
          <a:p xmlns:a="http://schemas.openxmlformats.org/drawingml/2006/main">
            <a:pPr algn="l">
              <a:defRPr sz="3900" b="1">
                <a:solidFill>
                  <a:srgbClr val="183E35"/>
                </a:solidFill>
                <a:latin typeface="Pretendard"/>
                <a:ea typeface="Pretendard"/>
                <a:cs typeface="Pretendard"/>
              </a:defRPr>
            </a:pPr>
            <a:r>
              <a:rPr sz="3900" b="1">
                <a:solidFill>
                  <a:srgbClr val="183E35"/>
                </a:solidFill>
                <a:latin typeface="Pretendard"/>
                <a:ea typeface="Pretendard"/>
                <a:cs typeface="Pretendard"/>
              </a:rPr>
              <a:t>우리 종중의 땅</a:t>
            </a:r>
          </a:p>
        </p:txBody>
      </p:sp>
      <p:pic>
        <p:nvPicPr>
          <p:cNvPr id="4" name="">
            <a:extLst xmlns:a="http://schemas.openxmlformats.org/drawingml/2006/main">
              <a:ext uri="{FF2B5EF4-FFF2-40B4-BE49-F238E27FC236}">
                <a16:creationId xmlns:a16="http://schemas.microsoft.com/office/drawing/2014/main" id="{EC271639-CC75-4E95-AAD1-966FF232F531}"/>
              </a:ext>
            </a:extLst>
          </p:cNvPr>
          <p:cNvPicPr>
            <a:picLocks xmlns:a="http://schemas.openxmlformats.org/drawingml/2006/main" noChangeAspect="1"/>
          </p:cNvPicPr>
          <p:nvPr/>
        </p:nvPicPr>
        <p:blipFill>
          <a:blip xmlns:r="http://schemas.openxmlformats.org/officeDocument/2006/relationships" xmlns:a="http://schemas.openxmlformats.org/drawingml/2006/main" r:embed="R177d2646d3e240ad"/>
          <a:stretch xmlns:a="http://schemas.openxmlformats.org/drawingml/2006/main"/>
        </p:blipFill>
        <p:spPr>
          <a:xfrm xmlns:a="http://schemas.openxmlformats.org/drawingml/2006/main">
            <a:off x="352425" y="1428750"/>
            <a:ext cx="6762750" cy="36121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3317D5-863A-4B2C-B9CA-58440A567B44}"/>
              </a:ext>
            </a:extLst>
          </p:cNvPr>
          <p:cNvSpPr>
            <a:spLocks xmlns:a="http://schemas.openxmlformats.org/drawingml/2006/main" noGrp="1"/>
          </p:cNvSpPr>
          <p:nvPr/>
        </p:nvSpPr>
        <p:spPr>
          <a:xfrm xmlns:a="http://schemas.openxmlformats.org/drawingml/2006/main">
            <a:off x="1561764" y="1725781"/>
            <a:ext cx="4344072" cy="272631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F46914E2-88DE-4F0F-B416-757E5D361B1D}"/>
              </a:ext>
            </a:extLst>
          </p:cNvPr>
          <p:cNvPicPr>
            <a:picLocks xmlns:a="http://schemas.openxmlformats.org/drawingml/2006/main" noChangeAspect="1"/>
          </p:cNvPicPr>
          <p:nvPr/>
        </p:nvPicPr>
        <p:blipFill>
          <a:blip xmlns:r="http://schemas.openxmlformats.org/officeDocument/2006/relationships" xmlns:a="http://schemas.openxmlformats.org/drawingml/2006/main" r:embed="R4e23b17e74044c1e"/>
          <a:srcRect xmlns:a="http://schemas.openxmlformats.org/drawingml/2006/main" l="0" t="0" r="0" b="0"/>
          <a:stretch xmlns:a="http://schemas.openxmlformats.org/drawingml/2006/main">
            <a:fillRect l="0" t="0" r="0" b="0"/>
          </a:stretch>
        </p:blipFill>
        <p:spPr>
          <a:xfrm xmlns:a="http://schemas.openxmlformats.org/drawingml/2006/main">
            <a:off x="1561764" y="1725781"/>
            <a:ext cx="4344072" cy="2726316"/>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E7649BA-B8E7-4EA7-AD66-DCA03ADC6142}"/>
              </a:ext>
            </a:extLst>
          </p:cNvPr>
          <p:cNvPicPr>
            <a:picLocks xmlns:a="http://schemas.openxmlformats.org/drawingml/2006/main" noChangeAspect="1"/>
          </p:cNvPicPr>
          <p:nvPr/>
        </p:nvPicPr>
        <p:blipFill>
          <a:blip xmlns:r="http://schemas.openxmlformats.org/officeDocument/2006/relationships" xmlns:a="http://schemas.openxmlformats.org/drawingml/2006/main" r:embed="Rd8f7513416094049"/>
          <a:stretch xmlns:a="http://schemas.openxmlformats.org/drawingml/2006/main"/>
        </p:blipFill>
        <p:spPr>
          <a:xfrm xmlns:a="http://schemas.openxmlformats.org/drawingml/2006/main">
            <a:off x="7543800" y="2057400"/>
            <a:ext cx="514350" cy="514350"/>
          </a:xfrm>
          <a:prstGeom xmlns:a="http://schemas.openxmlformats.org/drawingml/2006/main" prst="rect">
            <a:avLst/>
          </a:prstGeom>
        </p:spPr>
      </p:pic>
      <p:sp>
        <p:nvSpPr>
          <p:cNvPr id="8" name="필지 확인">
            <a:extLst xmlns:a="http://schemas.openxmlformats.org/drawingml/2006/main">
              <a:ext uri="{FF2B5EF4-FFF2-40B4-BE49-F238E27FC236}">
                <a16:creationId xmlns:a16="http://schemas.microsoft.com/office/drawing/2014/main" id="{26AAED91-DC13-4F92-B39F-B11FA21BB402}"/>
              </a:ext>
            </a:extLst>
          </p:cNvPr>
          <p:cNvSpPr>
            <a:spLocks xmlns:a="http://schemas.openxmlformats.org/drawingml/2006/main" noGrp="1"/>
          </p:cNvSpPr>
          <p:nvPr/>
        </p:nvSpPr>
        <p:spPr>
          <a:xfrm xmlns:a="http://schemas.openxmlformats.org/drawingml/2006/main">
            <a:off x="7229475" y="2686050"/>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필지 확인</a:t>
            </a:r>
          </a:p>
        </p:txBody>
      </p:sp>
      <p:pic>
        <p:nvPicPr>
          <p:cNvPr id="9" name="">
            <a:extLst xmlns:a="http://schemas.openxmlformats.org/drawingml/2006/main">
              <a:ext uri="{FF2B5EF4-FFF2-40B4-BE49-F238E27FC236}">
                <a16:creationId xmlns:a16="http://schemas.microsoft.com/office/drawing/2014/main" id="{0F9A2CD3-FF7E-4A36-8DDC-0015A0C200D6}"/>
              </a:ext>
            </a:extLst>
          </p:cNvPr>
          <p:cNvPicPr>
            <a:picLocks xmlns:a="http://schemas.openxmlformats.org/drawingml/2006/main" noChangeAspect="1"/>
          </p:cNvPicPr>
          <p:nvPr/>
        </p:nvPicPr>
        <p:blipFill>
          <a:blip xmlns:r="http://schemas.openxmlformats.org/officeDocument/2006/relationships" xmlns:a="http://schemas.openxmlformats.org/drawingml/2006/main" r:embed="Rdcaa21d43ee54603"/>
          <a:stretch xmlns:a="http://schemas.openxmlformats.org/drawingml/2006/main"/>
        </p:blipFill>
        <p:spPr>
          <a:xfrm xmlns:a="http://schemas.openxmlformats.org/drawingml/2006/main">
            <a:off x="7543800" y="3390900"/>
            <a:ext cx="514350" cy="514350"/>
          </a:xfrm>
          <a:prstGeom xmlns:a="http://schemas.openxmlformats.org/drawingml/2006/main" prst="rect">
            <a:avLst/>
          </a:prstGeom>
        </p:spPr>
      </p:pic>
      <p:sp>
        <p:nvSpPr>
          <p:cNvPr id="10" name="변경 알림">
            <a:extLst xmlns:a="http://schemas.openxmlformats.org/drawingml/2006/main">
              <a:ext uri="{FF2B5EF4-FFF2-40B4-BE49-F238E27FC236}">
                <a16:creationId xmlns:a16="http://schemas.microsoft.com/office/drawing/2014/main" id="{3C4B8745-B04C-4C71-9D13-3CD6E2FAECF1}"/>
              </a:ext>
            </a:extLst>
          </p:cNvPr>
          <p:cNvSpPr>
            <a:spLocks xmlns:a="http://schemas.openxmlformats.org/drawingml/2006/main" noGrp="1"/>
          </p:cNvSpPr>
          <p:nvPr/>
        </p:nvSpPr>
        <p:spPr>
          <a:xfrm xmlns:a="http://schemas.openxmlformats.org/drawingml/2006/main">
            <a:off x="7229475" y="4038600"/>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변경 알림</a:t>
            </a:r>
          </a:p>
        </p:txBody>
      </p:sp>
    </p:spTree>
    <p:extLst>
      <p:ext uri="{BB962C8B-B14F-4D97-AF65-F5344CB8AC3E}">
        <p14:creationId xmlns:p14="http://schemas.microsoft.com/office/powerpoint/2010/main" val="735922735"/>
      </p:ext>
    </p:extLst>
  </p:cSld>
</p:sld>
</file>

<file path=ppt/slides/slide18.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8" name="재산과 회계">
            <a:extLst xmlns:a="http://schemas.openxmlformats.org/drawingml/2006/main">
              <a:ext uri="{FF2B5EF4-FFF2-40B4-BE49-F238E27FC236}">
                <a16:creationId xmlns:a16="http://schemas.microsoft.com/office/drawing/2014/main" id="{5005D248-76CE-484E-9EDB-F553702BEFEF}"/>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재산과 회계</a:t>
            </a:r>
          </a:p>
        </p:txBody>
      </p:sp>
      <p:sp>
        <p:nvSpPr>
          <p:cNvPr id="2" name="18">
            <a:extLst xmlns:a="http://schemas.openxmlformats.org/drawingml/2006/main">
              <a:ext uri="{FF2B5EF4-FFF2-40B4-BE49-F238E27FC236}">
                <a16:creationId xmlns:a16="http://schemas.microsoft.com/office/drawing/2014/main" id="{6987BAE5-34F0-4086-B11F-4F60AB58843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18</a:t>
            </a:r>
          </a:p>
        </p:txBody>
      </p:sp>
      <p:sp>
        <p:nvSpPr>
          <p:cNvPr id="3" name="들어온 돈, 나간 돈.">
            <a:extLst xmlns:a="http://schemas.openxmlformats.org/drawingml/2006/main">
              <a:ext uri="{FF2B5EF4-FFF2-40B4-BE49-F238E27FC236}">
                <a16:creationId xmlns:a16="http://schemas.microsoft.com/office/drawing/2014/main" id="{E23D159E-D307-4F08-9F6B-2C909D339265}"/>
              </a:ext>
            </a:extLst>
          </p:cNvPr>
          <p:cNvSpPr>
            <a:spLocks xmlns:a="http://schemas.openxmlformats.org/drawingml/2006/main" noGrp="1"/>
          </p:cNvSpPr>
          <p:nvPr/>
        </p:nvSpPr>
        <p:spPr>
          <a:xfrm xmlns:a="http://schemas.openxmlformats.org/drawingml/2006/main">
            <a:off x="495300" y="990600"/>
            <a:ext cx="4972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5F2E9"/>
                </a:solidFill>
                <a:latin typeface="Pretendard"/>
                <a:ea typeface="Pretendard"/>
                <a:cs typeface="Pretendard"/>
              </a:defRPr>
            </a:defPPr>
          </a:lstStyle>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들어온 돈,</a:t>
            </a:r>
          </a:p>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나간 돈.</a:t>
            </a:r>
          </a:p>
        </p:txBody>
      </p:sp>
      <p:sp>
        <p:nvSpPr>
          <p:cNvPr id="4" name="재산 자료와 회계 기록">
            <a:extLst xmlns:a="http://schemas.openxmlformats.org/drawingml/2006/main">
              <a:ext uri="{FF2B5EF4-FFF2-40B4-BE49-F238E27FC236}">
                <a16:creationId xmlns:a16="http://schemas.microsoft.com/office/drawing/2014/main" id="{4F4DDC51-CEFF-4C3C-A131-7C968160EDFC}"/>
              </a:ext>
            </a:extLst>
          </p:cNvPr>
          <p:cNvSpPr>
            <a:spLocks xmlns:a="http://schemas.openxmlformats.org/drawingml/2006/main" noGrp="1"/>
          </p:cNvSpPr>
          <p:nvPr/>
        </p:nvSpPr>
        <p:spPr>
          <a:xfrm xmlns:a="http://schemas.openxmlformats.org/drawingml/2006/main">
            <a:off x="542925" y="3457575"/>
            <a:ext cx="4124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재산 자료와 회계 기록</a:t>
            </a:r>
          </a:p>
        </p:txBody>
      </p:sp>
      <p:pic>
        <p:nvPicPr>
          <p:cNvPr id="5" name="">
            <a:extLst xmlns:a="http://schemas.openxmlformats.org/drawingml/2006/main">
              <a:ext uri="{FF2B5EF4-FFF2-40B4-BE49-F238E27FC236}">
                <a16:creationId xmlns:a16="http://schemas.microsoft.com/office/drawing/2014/main" id="{0623E6DF-BD7A-4483-835A-5B5247F0B607}"/>
              </a:ext>
            </a:extLst>
          </p:cNvPr>
          <p:cNvPicPr>
            <a:picLocks xmlns:a="http://schemas.openxmlformats.org/drawingml/2006/main" noChangeAspect="1"/>
          </p:cNvPicPr>
          <p:nvPr/>
        </p:nvPicPr>
        <p:blipFill>
          <a:blip xmlns:r="http://schemas.openxmlformats.org/officeDocument/2006/relationships" xmlns:a="http://schemas.openxmlformats.org/drawingml/2006/main" r:embed="Rdafbbb48d7254d88"/>
          <a:stretch xmlns:a="http://schemas.openxmlformats.org/drawingml/2006/main"/>
        </p:blipFill>
        <p:spPr>
          <a:xfrm xmlns:a="http://schemas.openxmlformats.org/drawingml/2006/main">
            <a:off x="3305175" y="1362075"/>
            <a:ext cx="5800725" cy="309827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3E99361-8F0C-4634-83FD-BB2083B961CC}"/>
              </a:ext>
            </a:extLst>
          </p:cNvPr>
          <p:cNvSpPr>
            <a:spLocks xmlns:a="http://schemas.openxmlformats.org/drawingml/2006/main" noGrp="1"/>
          </p:cNvSpPr>
          <p:nvPr/>
        </p:nvSpPr>
        <p:spPr>
          <a:xfrm xmlns:a="http://schemas.openxmlformats.org/drawingml/2006/main">
            <a:off x="4342481" y="1616852"/>
            <a:ext cx="3726113" cy="233848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C53CE9B-2C29-408F-BE04-6AC85743C234}"/>
              </a:ext>
            </a:extLst>
          </p:cNvPr>
          <p:cNvPicPr>
            <a:picLocks xmlns:a="http://schemas.openxmlformats.org/drawingml/2006/main" noChangeAspect="1"/>
          </p:cNvPicPr>
          <p:nvPr/>
        </p:nvPicPr>
        <p:blipFill>
          <a:blip xmlns:r="http://schemas.openxmlformats.org/officeDocument/2006/relationships" xmlns:a="http://schemas.openxmlformats.org/drawingml/2006/main" r:embed="R86cc27ca16c2481a"/>
          <a:srcRect xmlns:a="http://schemas.openxmlformats.org/drawingml/2006/main" l="0" t="0" r="0" b="0"/>
          <a:stretch xmlns:a="http://schemas.openxmlformats.org/drawingml/2006/main">
            <a:fillRect l="0" t="0" r="0" b="0"/>
          </a:stretch>
        </p:blipFill>
        <p:spPr>
          <a:xfrm xmlns:a="http://schemas.openxmlformats.org/drawingml/2006/main">
            <a:off x="4342481" y="1616852"/>
            <a:ext cx="3726113" cy="2338488"/>
          </a:xfrm>
          <a:prstGeom xmlns:a="http://schemas.openxmlformats.org/drawingml/2006/main" prst="rect">
            <a:avLst/>
          </a:prstGeom>
        </p:spPr>
      </p:pic>
    </p:spTree>
    <p:extLst>
      <p:ext uri="{BB962C8B-B14F-4D97-AF65-F5344CB8AC3E}">
        <p14:creationId xmlns:p14="http://schemas.microsoft.com/office/powerpoint/2010/main" val="907517581"/>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법률 근거와 전문가">
            <a:extLst xmlns:a="http://schemas.openxmlformats.org/drawingml/2006/main">
              <a:ext uri="{FF2B5EF4-FFF2-40B4-BE49-F238E27FC236}">
                <a16:creationId xmlns:a16="http://schemas.microsoft.com/office/drawing/2014/main" id="{49B06057-32FE-4B83-A08B-1506A1F532A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법률 근거와 전문가</a:t>
            </a:r>
          </a:p>
        </p:txBody>
      </p:sp>
      <p:sp>
        <p:nvSpPr>
          <p:cNvPr id="2" name="19">
            <a:extLst xmlns:a="http://schemas.openxmlformats.org/drawingml/2006/main">
              <a:ext uri="{FF2B5EF4-FFF2-40B4-BE49-F238E27FC236}">
                <a16:creationId xmlns:a16="http://schemas.microsoft.com/office/drawing/2014/main" id="{7B329D4C-C100-4530-8307-86F56CA60A3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19</a:t>
            </a:r>
          </a:p>
        </p:txBody>
      </p:sp>
      <p:pic>
        <p:nvPicPr>
          <p:cNvPr id="3" name="">
            <a:extLst xmlns:a="http://schemas.openxmlformats.org/drawingml/2006/main">
              <a:ext uri="{FF2B5EF4-FFF2-40B4-BE49-F238E27FC236}">
                <a16:creationId xmlns:a16="http://schemas.microsoft.com/office/drawing/2014/main" id="{F399A641-F956-4C56-B6A9-F3C34E6BCED6}"/>
              </a:ext>
            </a:extLst>
          </p:cNvPr>
          <p:cNvPicPr>
            <a:picLocks xmlns:a="http://schemas.openxmlformats.org/drawingml/2006/main" noChangeAspect="1"/>
          </p:cNvPicPr>
          <p:nvPr/>
        </p:nvPicPr>
        <p:blipFill>
          <a:blip xmlns:r="http://schemas.openxmlformats.org/officeDocument/2006/relationships" xmlns:a="http://schemas.openxmlformats.org/drawingml/2006/main" r:embed="R02f6e32c48434357"/>
          <a:stretch xmlns:a="http://schemas.openxmlformats.org/drawingml/2006/main"/>
        </p:blipFill>
        <p:spPr>
          <a:xfrm xmlns:a="http://schemas.openxmlformats.org/drawingml/2006/main">
            <a:off x="47625" y="1285875"/>
            <a:ext cx="6000750" cy="3205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B2DF92-7C23-4855-9F25-445D090CF092}"/>
              </a:ext>
            </a:extLst>
          </p:cNvPr>
          <p:cNvSpPr>
            <a:spLocks xmlns:a="http://schemas.openxmlformats.org/drawingml/2006/main" noGrp="1"/>
          </p:cNvSpPr>
          <p:nvPr/>
        </p:nvSpPr>
        <p:spPr>
          <a:xfrm xmlns:a="http://schemas.openxmlformats.org/drawingml/2006/main">
            <a:off x="1120700" y="1549437"/>
            <a:ext cx="3854599" cy="241912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B5ED8E5-2DE7-49C2-809E-F1929578A919}"/>
              </a:ext>
            </a:extLst>
          </p:cNvPr>
          <p:cNvPicPr>
            <a:picLocks xmlns:a="http://schemas.openxmlformats.org/drawingml/2006/main" noChangeAspect="1"/>
          </p:cNvPicPr>
          <p:nvPr/>
        </p:nvPicPr>
        <p:blipFill>
          <a:blip xmlns:r="http://schemas.openxmlformats.org/officeDocument/2006/relationships" xmlns:a="http://schemas.openxmlformats.org/drawingml/2006/main" r:embed="Rb02680f12dff41f8"/>
          <a:srcRect xmlns:a="http://schemas.openxmlformats.org/drawingml/2006/main" l="0" t="0" r="0" b="0"/>
          <a:stretch xmlns:a="http://schemas.openxmlformats.org/drawingml/2006/main">
            <a:fillRect l="0" t="0" r="0" b="0"/>
          </a:stretch>
        </p:blipFill>
        <p:spPr>
          <a:xfrm xmlns:a="http://schemas.openxmlformats.org/drawingml/2006/main">
            <a:off x="1120700" y="1549437"/>
            <a:ext cx="3854599" cy="2419126"/>
          </a:xfrm>
          <a:prstGeom xmlns:a="http://schemas.openxmlformats.org/drawingml/2006/main" prst="rect">
            <a:avLst/>
          </a:prstGeom>
        </p:spPr>
      </p:pic>
      <p:sp>
        <p:nvSpPr>
          <p:cNvPr id="6" name="우리 가문 법률 전문가">
            <a:extLst xmlns:a="http://schemas.openxmlformats.org/drawingml/2006/main">
              <a:ext uri="{FF2B5EF4-FFF2-40B4-BE49-F238E27FC236}">
                <a16:creationId xmlns:a16="http://schemas.microsoft.com/office/drawing/2014/main" id="{BF25D5B4-F3CC-4949-9B09-E8DDB511FF94}"/>
              </a:ext>
            </a:extLst>
          </p:cNvPr>
          <p:cNvSpPr>
            <a:spLocks xmlns:a="http://schemas.openxmlformats.org/drawingml/2006/main" noGrp="1"/>
          </p:cNvSpPr>
          <p:nvPr/>
        </p:nvSpPr>
        <p:spPr>
          <a:xfrm xmlns:a="http://schemas.openxmlformats.org/drawingml/2006/main">
            <a:off x="5505450" y="1000125"/>
            <a:ext cx="35337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525" b="1">
                <a:solidFill>
                  <a:srgbClr val="183E35"/>
                </a:solidFill>
                <a:latin typeface="Pretendard"/>
                <a:ea typeface="Pretendard"/>
                <a:cs typeface="Pretendard"/>
              </a:defRPr>
            </a:defPPr>
          </a:lstStyle>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우리 가문</a:t>
            </a:r>
          </a:p>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법률 전문가</a:t>
            </a:r>
          </a:p>
        </p:txBody>
      </p:sp>
      <p:sp>
        <p:nvSpPr>
          <p:cNvPr id="7" name="법령과 규약 확인할 쟁점 전문가 후보">
            <a:extLst xmlns:a="http://schemas.openxmlformats.org/drawingml/2006/main">
              <a:ext uri="{FF2B5EF4-FFF2-40B4-BE49-F238E27FC236}">
                <a16:creationId xmlns:a16="http://schemas.microsoft.com/office/drawing/2014/main" id="{D88D46B7-FC53-47FF-A752-D4F7CE6C7C5C}"/>
              </a:ext>
            </a:extLst>
          </p:cNvPr>
          <p:cNvSpPr>
            <a:spLocks xmlns:a="http://schemas.openxmlformats.org/drawingml/2006/main" noGrp="1"/>
          </p:cNvSpPr>
          <p:nvPr/>
        </p:nvSpPr>
        <p:spPr>
          <a:xfrm xmlns:a="http://schemas.openxmlformats.org/drawingml/2006/main">
            <a:off x="5905500" y="2914650"/>
            <a:ext cx="2895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법령과 규약</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확인할 쟁점</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전문가 후보</a:t>
            </a:r>
          </a:p>
        </p:txBody>
      </p:sp>
    </p:spTree>
    <p:extLst>
      <p:ext uri="{BB962C8B-B14F-4D97-AF65-F5344CB8AC3E}">
        <p14:creationId xmlns:p14="http://schemas.microsoft.com/office/powerpoint/2010/main" val="1155131"/>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시장 모수">
            <a:extLst xmlns:a="http://schemas.openxmlformats.org/drawingml/2006/main">
              <a:ext uri="{FF2B5EF4-FFF2-40B4-BE49-F238E27FC236}">
                <a16:creationId xmlns:a16="http://schemas.microsoft.com/office/drawing/2014/main" id="{01717C17-3B77-4A9E-874E-6D4DDDEC8E7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시장 모수</a:t>
            </a:r>
          </a:p>
        </p:txBody>
      </p:sp>
      <p:sp>
        <p:nvSpPr>
          <p:cNvPr id="2" name="부동산등기용 등록 종중">
            <a:extLst xmlns:a="http://schemas.openxmlformats.org/drawingml/2006/main">
              <a:ext uri="{FF2B5EF4-FFF2-40B4-BE49-F238E27FC236}">
                <a16:creationId xmlns:a16="http://schemas.microsoft.com/office/drawing/2014/main" id="{0A216903-8210-45C3-BEEA-6B601463737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부동산등기용 등록 종중</a:t>
            </a:r>
          </a:p>
        </p:txBody>
      </p:sp>
      <p:sp>
        <p:nvSpPr>
          <p:cNvPr id="3" name="20">
            <a:extLst xmlns:a="http://schemas.openxmlformats.org/drawingml/2006/main">
              <a:ext uri="{FF2B5EF4-FFF2-40B4-BE49-F238E27FC236}">
                <a16:creationId xmlns:a16="http://schemas.microsoft.com/office/drawing/2014/main" id="{06BD84F6-2548-46A0-B19B-7E0B88C4BA2D}"/>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20</a:t>
            </a:r>
          </a:p>
        </p:txBody>
      </p:sp>
      <p:sp>
        <p:nvSpPr>
          <p:cNvPr id="4" name="237,071">
            <a:extLst xmlns:a="http://schemas.openxmlformats.org/drawingml/2006/main">
              <a:ext uri="{FF2B5EF4-FFF2-40B4-BE49-F238E27FC236}">
                <a16:creationId xmlns:a16="http://schemas.microsoft.com/office/drawing/2014/main" id="{C1BBEF35-13FA-45CD-AA7F-593A9DE7A417}"/>
              </a:ext>
            </a:extLst>
          </p:cNvPr>
          <p:cNvSpPr>
            <a:spLocks xmlns:a="http://schemas.openxmlformats.org/drawingml/2006/main" noGrp="1"/>
          </p:cNvSpPr>
          <p:nvPr/>
        </p:nvSpPr>
        <p:spPr>
          <a:xfrm xmlns:a="http://schemas.openxmlformats.org/drawingml/2006/main">
            <a:off x="457200" y="1762125"/>
            <a:ext cx="6057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75" b="1">
                <a:solidFill>
                  <a:srgbClr val="183E35"/>
                </a:solidFill>
                <a:latin typeface="Pretendard"/>
                <a:ea typeface="Pretendard"/>
                <a:cs typeface="Pretendard"/>
              </a:defRPr>
            </a:defPPr>
          </a:lstStyle>
          <a:p xmlns:a="http://schemas.openxmlformats.org/drawingml/2006/main">
            <a:pPr algn="l">
              <a:defRPr sz="7875" b="1">
                <a:solidFill>
                  <a:srgbClr val="183E35"/>
                </a:solidFill>
                <a:latin typeface="Pretendard"/>
                <a:ea typeface="Pretendard"/>
                <a:cs typeface="Pretendard"/>
              </a:defRPr>
            </a:pPr>
            <a:r>
              <a:rPr sz="7875" b="1">
                <a:solidFill>
                  <a:srgbClr val="183E35"/>
                </a:solidFill>
                <a:latin typeface="Pretendard"/>
                <a:ea typeface="Pretendard"/>
                <a:cs typeface="Pretendard"/>
              </a:rPr>
              <a:t>237,071</a:t>
            </a:r>
          </a:p>
        </p:txBody>
      </p:sp>
      <p:sp>
        <p:nvSpPr>
          <p:cNvPr id="5" name="개">
            <a:extLst xmlns:a="http://schemas.openxmlformats.org/drawingml/2006/main">
              <a:ext uri="{FF2B5EF4-FFF2-40B4-BE49-F238E27FC236}">
                <a16:creationId xmlns:a16="http://schemas.microsoft.com/office/drawing/2014/main" id="{0D26D453-AC34-41A9-85F2-51587EA80E49}"/>
              </a:ext>
            </a:extLst>
          </p:cNvPr>
          <p:cNvSpPr>
            <a:spLocks xmlns:a="http://schemas.openxmlformats.org/drawingml/2006/main" noGrp="1"/>
          </p:cNvSpPr>
          <p:nvPr/>
        </p:nvSpPr>
        <p:spPr>
          <a:xfrm xmlns:a="http://schemas.openxmlformats.org/drawingml/2006/main">
            <a:off x="5857875" y="2466975"/>
            <a:ext cx="752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a:solidFill>
                  <a:srgbClr val="183E35"/>
                </a:solidFill>
                <a:latin typeface="Pretendard"/>
                <a:ea typeface="Pretendard"/>
                <a:cs typeface="Pretendard"/>
              </a:defRPr>
            </a:defPPr>
          </a:lstStyle>
          <a:p xmlns:a="http://schemas.openxmlformats.org/drawingml/2006/main">
            <a:pPr algn="l">
              <a:defRPr sz="2700">
                <a:solidFill>
                  <a:srgbClr val="183E35"/>
                </a:solidFill>
                <a:latin typeface="Pretendard"/>
                <a:ea typeface="Pretendard"/>
                <a:cs typeface="Pretendard"/>
              </a:defRPr>
            </a:pPr>
            <a:r>
              <a:rPr sz="2700">
                <a:solidFill>
                  <a:srgbClr val="183E35"/>
                </a:solidFill>
                <a:latin typeface="Pretendard"/>
                <a:ea typeface="Pretendard"/>
                <a:cs typeface="Pretendard"/>
              </a:rPr>
              <a:t>개</a:t>
            </a:r>
          </a:p>
        </p:txBody>
      </p:sp>
      <p:sp>
        <p:nvSpPr>
          <p:cNvPr id="6" name="2024년 6월">
            <a:extLst xmlns:a="http://schemas.openxmlformats.org/drawingml/2006/main">
              <a:ext uri="{FF2B5EF4-FFF2-40B4-BE49-F238E27FC236}">
                <a16:creationId xmlns:a16="http://schemas.microsoft.com/office/drawing/2014/main" id="{E9EA814A-2C7C-415A-8173-82C39F6B986D}"/>
              </a:ext>
            </a:extLst>
          </p:cNvPr>
          <p:cNvSpPr>
            <a:spLocks xmlns:a="http://schemas.openxmlformats.org/drawingml/2006/main" noGrp="1"/>
          </p:cNvSpPr>
          <p:nvPr/>
        </p:nvSpPr>
        <p:spPr>
          <a:xfrm xmlns:a="http://schemas.openxmlformats.org/drawingml/2006/main">
            <a:off x="523875" y="31242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2024년 6월</a:t>
            </a:r>
          </a:p>
        </p:txBody>
      </p:sp>
      <p:pic>
        <p:nvPicPr>
          <p:cNvPr id="7" name="">
            <a:extLst xmlns:a="http://schemas.openxmlformats.org/drawingml/2006/main">
              <a:ext uri="{FF2B5EF4-FFF2-40B4-BE49-F238E27FC236}">
                <a16:creationId xmlns:a16="http://schemas.microsoft.com/office/drawing/2014/main" id="{CACEFDEB-B034-49A3-ABA4-003BC8613083}"/>
              </a:ext>
            </a:extLst>
          </p:cNvPr>
          <p:cNvPicPr>
            <a:picLocks xmlns:a="http://schemas.openxmlformats.org/drawingml/2006/main" noChangeAspect="1"/>
          </p:cNvPicPr>
          <p:nvPr/>
        </p:nvPicPr>
        <p:blipFill>
          <a:blip xmlns:r="http://schemas.openxmlformats.org/officeDocument/2006/relationships" xmlns:a="http://schemas.openxmlformats.org/drawingml/2006/main" r:embed="R374d28e5190e4a27"/>
          <a:stretch xmlns:a="http://schemas.openxmlformats.org/drawingml/2006/main"/>
        </p:blipFill>
        <p:spPr>
          <a:xfrm xmlns:a="http://schemas.openxmlformats.org/drawingml/2006/main">
            <a:off x="561975" y="3714750"/>
            <a:ext cx="371475" cy="371475"/>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1D7E96F8-AADF-4463-9FCD-09C9B376CF4C}"/>
              </a:ext>
            </a:extLst>
          </p:cNvPr>
          <p:cNvSpPr>
            <a:spLocks xmlns:a="http://schemas.openxmlformats.org/drawingml/2006/main" noGrp="1"/>
          </p:cNvSpPr>
          <p:nvPr/>
        </p:nvSpPr>
        <p:spPr>
          <a:xfrm xmlns:a="http://schemas.openxmlformats.org/drawingml/2006/main">
            <a:off x="111442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임야</a:t>
            </a:r>
          </a:p>
        </p:txBody>
      </p:sp>
      <p:pic>
        <p:nvPicPr>
          <p:cNvPr id="9" name="">
            <a:extLst xmlns:a="http://schemas.openxmlformats.org/drawingml/2006/main">
              <a:ext uri="{FF2B5EF4-FFF2-40B4-BE49-F238E27FC236}">
                <a16:creationId xmlns:a16="http://schemas.microsoft.com/office/drawing/2014/main" id="{D7E38A97-25D9-47C1-961E-88AE5E2BA324}"/>
              </a:ext>
            </a:extLst>
          </p:cNvPr>
          <p:cNvPicPr>
            <a:picLocks xmlns:a="http://schemas.openxmlformats.org/drawingml/2006/main" noChangeAspect="1"/>
          </p:cNvPicPr>
          <p:nvPr/>
        </p:nvPicPr>
        <p:blipFill>
          <a:blip xmlns:r="http://schemas.openxmlformats.org/officeDocument/2006/relationships" xmlns:a="http://schemas.openxmlformats.org/drawingml/2006/main" r:embed="R90ebeedba2ff4312"/>
          <a:stretch xmlns:a="http://schemas.openxmlformats.org/drawingml/2006/main"/>
        </p:blipFill>
        <p:spPr>
          <a:xfrm xmlns:a="http://schemas.openxmlformats.org/drawingml/2006/main">
            <a:off x="2628900" y="3714750"/>
            <a:ext cx="371475" cy="371475"/>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8C481156-17AE-48DD-BA42-C0B7751A7CE7}"/>
              </a:ext>
            </a:extLst>
          </p:cNvPr>
          <p:cNvSpPr>
            <a:spLocks xmlns:a="http://schemas.openxmlformats.org/drawingml/2006/main" noGrp="1"/>
          </p:cNvSpPr>
          <p:nvPr/>
        </p:nvSpPr>
        <p:spPr>
          <a:xfrm xmlns:a="http://schemas.openxmlformats.org/drawingml/2006/main">
            <a:off x="318135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농지</a:t>
            </a:r>
          </a:p>
        </p:txBody>
      </p:sp>
      <p:pic>
        <p:nvPicPr>
          <p:cNvPr id="11" name="">
            <a:extLst xmlns:a="http://schemas.openxmlformats.org/drawingml/2006/main">
              <a:ext uri="{FF2B5EF4-FFF2-40B4-BE49-F238E27FC236}">
                <a16:creationId xmlns:a16="http://schemas.microsoft.com/office/drawing/2014/main" id="{6191212B-92A5-4465-9D95-9620EDE80A38}"/>
              </a:ext>
            </a:extLst>
          </p:cNvPr>
          <p:cNvPicPr>
            <a:picLocks xmlns:a="http://schemas.openxmlformats.org/drawingml/2006/main" noChangeAspect="1"/>
          </p:cNvPicPr>
          <p:nvPr/>
        </p:nvPicPr>
        <p:blipFill>
          <a:blip xmlns:r="http://schemas.openxmlformats.org/officeDocument/2006/relationships" xmlns:a="http://schemas.openxmlformats.org/drawingml/2006/main" r:embed="R52205e0f32164f58"/>
          <a:stretch xmlns:a="http://schemas.openxmlformats.org/drawingml/2006/main"/>
        </p:blipFill>
        <p:spPr>
          <a:xfrm xmlns:a="http://schemas.openxmlformats.org/drawingml/2006/main">
            <a:off x="4695825" y="3714750"/>
            <a:ext cx="371475" cy="371475"/>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BEE111B7-D9F7-4941-BAD3-218DDEBA42B0}"/>
              </a:ext>
            </a:extLst>
          </p:cNvPr>
          <p:cNvSpPr>
            <a:spLocks xmlns:a="http://schemas.openxmlformats.org/drawingml/2006/main" noGrp="1"/>
          </p:cNvSpPr>
          <p:nvPr/>
        </p:nvSpPr>
        <p:spPr>
          <a:xfrm xmlns:a="http://schemas.openxmlformats.org/drawingml/2006/main">
            <a:off x="524827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대지</a:t>
            </a:r>
          </a:p>
        </p:txBody>
      </p:sp>
      <p:pic>
        <p:nvPicPr>
          <p:cNvPr id="13" name="">
            <a:extLst xmlns:a="http://schemas.openxmlformats.org/drawingml/2006/main">
              <a:ext uri="{FF2B5EF4-FFF2-40B4-BE49-F238E27FC236}">
                <a16:creationId xmlns:a16="http://schemas.microsoft.com/office/drawing/2014/main" id="{8FA87DDC-F594-4EB8-A1E9-87A92BAA1E2B}"/>
              </a:ext>
            </a:extLst>
          </p:cNvPr>
          <p:cNvPicPr>
            <a:picLocks xmlns:a="http://schemas.openxmlformats.org/drawingml/2006/main" noChangeAspect="1"/>
          </p:cNvPicPr>
          <p:nvPr/>
        </p:nvPicPr>
        <p:blipFill>
          <a:blip xmlns:r="http://schemas.openxmlformats.org/officeDocument/2006/relationships" xmlns:a="http://schemas.openxmlformats.org/drawingml/2006/main" r:embed="R9f04046177a64e00"/>
          <a:stretch xmlns:a="http://schemas.openxmlformats.org/drawingml/2006/main"/>
        </p:blipFill>
        <p:spPr>
          <a:xfrm xmlns:a="http://schemas.openxmlformats.org/drawingml/2006/main">
            <a:off x="6762750" y="3714750"/>
            <a:ext cx="371475" cy="371475"/>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903B9E44-1184-46F9-BC00-201240050E8F}"/>
              </a:ext>
            </a:extLst>
          </p:cNvPr>
          <p:cNvSpPr>
            <a:spLocks xmlns:a="http://schemas.openxmlformats.org/drawingml/2006/main" noGrp="1"/>
          </p:cNvSpPr>
          <p:nvPr/>
        </p:nvSpPr>
        <p:spPr>
          <a:xfrm xmlns:a="http://schemas.openxmlformats.org/drawingml/2006/main">
            <a:off x="731520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건물</a:t>
            </a:r>
          </a:p>
        </p:txBody>
      </p:sp>
    </p:spTree>
    <p:extLst>
      <p:ext uri="{BB962C8B-B14F-4D97-AF65-F5344CB8AC3E}">
        <p14:creationId xmlns:p14="http://schemas.microsoft.com/office/powerpoint/2010/main" val="1980521599"/>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연 구독매출 추정">
            <a:extLst xmlns:a="http://schemas.openxmlformats.org/drawingml/2006/main">
              <a:ext uri="{FF2B5EF4-FFF2-40B4-BE49-F238E27FC236}">
                <a16:creationId xmlns:a16="http://schemas.microsoft.com/office/drawing/2014/main" id="{3E26CD7A-28E7-4309-B519-D376556E3BD4}"/>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구독매출 추정</a:t>
            </a:r>
          </a:p>
        </p:txBody>
      </p:sp>
      <p:sp>
        <p:nvSpPr>
          <p:cNvPr id="2" name="TAM · SAM · SOM">
            <a:extLst xmlns:a="http://schemas.openxmlformats.org/drawingml/2006/main">
              <a:ext uri="{FF2B5EF4-FFF2-40B4-BE49-F238E27FC236}">
                <a16:creationId xmlns:a16="http://schemas.microsoft.com/office/drawing/2014/main" id="{7BB308CF-95E8-40E5-84DC-CBAB604C0A62}"/>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TAM · SAM · SOM</a:t>
            </a:r>
          </a:p>
        </p:txBody>
      </p:sp>
      <p:sp>
        <p:nvSpPr>
          <p:cNvPr id="3" name="21">
            <a:extLst xmlns:a="http://schemas.openxmlformats.org/drawingml/2006/main">
              <a:ext uri="{FF2B5EF4-FFF2-40B4-BE49-F238E27FC236}">
                <a16:creationId xmlns:a16="http://schemas.microsoft.com/office/drawing/2014/main" id="{B92AC980-F23A-44A9-AF1C-4D5688674E5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21</a:t>
            </a:r>
          </a:p>
        </p:txBody>
      </p:sp>
      <p:sp>
        <p:nvSpPr>
          <p:cNvPr id="4" name="">
            <a:extLst xmlns:a="http://schemas.openxmlformats.org/drawingml/2006/main">
              <a:ext uri="{FF2B5EF4-FFF2-40B4-BE49-F238E27FC236}">
                <a16:creationId xmlns:a16="http://schemas.microsoft.com/office/drawing/2014/main" id="{82EED877-03F5-4753-BCCB-B8415FF1BB6F}"/>
              </a:ext>
            </a:extLst>
          </p:cNvPr>
          <p:cNvSpPr>
            <a:spLocks xmlns:a="http://schemas.openxmlformats.org/drawingml/2006/main" noGrp="1"/>
          </p:cNvSpPr>
          <p:nvPr/>
        </p:nvSpPr>
        <p:spPr>
          <a:xfrm xmlns:a="http://schemas.openxmlformats.org/drawingml/2006/main">
            <a:off x="561975" y="1266825"/>
            <a:ext cx="3276600" cy="3276600"/>
          </a:xfrm>
          <a:prstGeom xmlns:a="http://schemas.openxmlformats.org/drawingml/2006/main" prst="ellipse">
            <a:avLst/>
          </a:prstGeom>
          <a:solidFill xmlns:a="http://schemas.openxmlformats.org/drawingml/2006/main">
            <a:srgbClr val="F5F2E9"/>
          </a:solidFill>
          <a:ln xmlns:a="http://schemas.openxmlformats.org/drawingml/2006/main" w="19050">
            <a:solidFill>
              <a:srgbClr val="183E35"/>
            </a:solidFill>
          </a:ln>
        </p:spPr>
      </p:sp>
      <p:sp>
        <p:nvSpPr>
          <p:cNvPr id="5" name="">
            <a:extLst xmlns:a="http://schemas.openxmlformats.org/drawingml/2006/main">
              <a:ext uri="{FF2B5EF4-FFF2-40B4-BE49-F238E27FC236}">
                <a16:creationId xmlns:a16="http://schemas.microsoft.com/office/drawing/2014/main" id="{C994C041-9149-49EB-8A7A-79BDAD25D28C}"/>
              </a:ext>
            </a:extLst>
          </p:cNvPr>
          <p:cNvSpPr>
            <a:spLocks xmlns:a="http://schemas.openxmlformats.org/drawingml/2006/main" noGrp="1"/>
          </p:cNvSpPr>
          <p:nvPr/>
        </p:nvSpPr>
        <p:spPr>
          <a:xfrm xmlns:a="http://schemas.openxmlformats.org/drawingml/2006/main">
            <a:off x="1104900" y="2352675"/>
            <a:ext cx="2190750" cy="2190750"/>
          </a:xfrm>
          <a:prstGeom xmlns:a="http://schemas.openxmlformats.org/drawingml/2006/main" prst="ellipse">
            <a:avLst/>
          </a:prstGeom>
          <a:solidFill xmlns:a="http://schemas.openxmlformats.org/drawingml/2006/main">
            <a:srgbClr val="F5F2E9"/>
          </a:solidFill>
          <a:ln xmlns:a="http://schemas.openxmlformats.org/drawingml/2006/main" w="19050">
            <a:solidFill>
              <a:srgbClr val="567D89"/>
            </a:solidFill>
          </a:ln>
        </p:spPr>
      </p:sp>
      <p:sp>
        <p:nvSpPr>
          <p:cNvPr id="6" name="">
            <a:extLst xmlns:a="http://schemas.openxmlformats.org/drawingml/2006/main">
              <a:ext uri="{FF2B5EF4-FFF2-40B4-BE49-F238E27FC236}">
                <a16:creationId xmlns:a16="http://schemas.microsoft.com/office/drawing/2014/main" id="{C97219D4-4C16-4BB9-875E-F92BA88C8B2D}"/>
              </a:ext>
            </a:extLst>
          </p:cNvPr>
          <p:cNvSpPr>
            <a:spLocks xmlns:a="http://schemas.openxmlformats.org/drawingml/2006/main" noGrp="1"/>
          </p:cNvSpPr>
          <p:nvPr/>
        </p:nvSpPr>
        <p:spPr>
          <a:xfrm xmlns:a="http://schemas.openxmlformats.org/drawingml/2006/main">
            <a:off x="1552575" y="3248025"/>
            <a:ext cx="1295400" cy="1295400"/>
          </a:xfrm>
          <a:prstGeom xmlns:a="http://schemas.openxmlformats.org/drawingml/2006/main" prst="ellipse">
            <a:avLst/>
          </a:prstGeom>
          <a:solidFill xmlns:a="http://schemas.openxmlformats.org/drawingml/2006/main">
            <a:srgbClr val="F5F2E9"/>
          </a:solidFill>
          <a:ln xmlns:a="http://schemas.openxmlformats.org/drawingml/2006/main" w="19050">
            <a:solidFill>
              <a:srgbClr val="A85437"/>
            </a:solidFill>
          </a:ln>
        </p:spPr>
      </p:sp>
      <p:sp>
        <p:nvSpPr>
          <p:cNvPr id="7" name="TAM">
            <a:extLst xmlns:a="http://schemas.openxmlformats.org/drawingml/2006/main">
              <a:ext uri="{FF2B5EF4-FFF2-40B4-BE49-F238E27FC236}">
                <a16:creationId xmlns:a16="http://schemas.microsoft.com/office/drawing/2014/main" id="{4EDD09D9-59EE-459B-8733-204A6141FD16}"/>
              </a:ext>
            </a:extLst>
          </p:cNvPr>
          <p:cNvSpPr>
            <a:spLocks xmlns:a="http://schemas.openxmlformats.org/drawingml/2006/main" noGrp="1"/>
          </p:cNvSpPr>
          <p:nvPr/>
        </p:nvSpPr>
        <p:spPr>
          <a:xfrm xmlns:a="http://schemas.openxmlformats.org/drawingml/2006/main">
            <a:off x="1400175" y="1438275"/>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183E35"/>
                </a:solidFill>
                <a:latin typeface="Pretendard"/>
                <a:ea typeface="Pretendard"/>
                <a:cs typeface="Pretendard"/>
              </a:defRPr>
            </a:defPPr>
          </a:lstStyle>
          <a:p xmlns:a="http://schemas.openxmlformats.org/drawingml/2006/main">
            <a:pPr algn="ctr">
              <a:defRPr sz="2100" b="0">
                <a:solidFill>
                  <a:srgbClr val="183E35"/>
                </a:solidFill>
                <a:latin typeface="Pretendard"/>
                <a:ea typeface="Pretendard"/>
                <a:cs typeface="Pretendard"/>
              </a:defRPr>
            </a:pPr>
            <a:r>
              <a:rPr sz="2100" b="0">
                <a:solidFill>
                  <a:srgbClr val="183E35"/>
                </a:solidFill>
                <a:latin typeface="Pretendard"/>
                <a:ea typeface="Pretendard"/>
                <a:cs typeface="Pretendard"/>
              </a:rPr>
              <a:t>TAM</a:t>
            </a:r>
          </a:p>
        </p:txBody>
      </p:sp>
      <p:sp>
        <p:nvSpPr>
          <p:cNvPr id="8" name="등록 종중">
            <a:extLst xmlns:a="http://schemas.openxmlformats.org/drawingml/2006/main">
              <a:ext uri="{FF2B5EF4-FFF2-40B4-BE49-F238E27FC236}">
                <a16:creationId xmlns:a16="http://schemas.microsoft.com/office/drawing/2014/main" id="{967F227D-72D6-4D41-9762-F5ACE0C51BDD}"/>
              </a:ext>
            </a:extLst>
          </p:cNvPr>
          <p:cNvSpPr>
            <a:spLocks xmlns:a="http://schemas.openxmlformats.org/drawingml/2006/main" noGrp="1"/>
          </p:cNvSpPr>
          <p:nvPr/>
        </p:nvSpPr>
        <p:spPr>
          <a:xfrm xmlns:a="http://schemas.openxmlformats.org/drawingml/2006/main">
            <a:off x="1028700" y="1914525"/>
            <a:ext cx="2352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183E35"/>
                </a:solidFill>
                <a:latin typeface="Pretendard"/>
                <a:ea typeface="Pretendard"/>
                <a:cs typeface="Pretendard"/>
              </a:defRPr>
            </a:defPPr>
          </a:lstStyle>
          <a:p xmlns:a="http://schemas.openxmlformats.org/drawingml/2006/main">
            <a:pPr algn="ctr">
              <a:defRPr sz="1575">
                <a:solidFill>
                  <a:srgbClr val="183E35"/>
                </a:solidFill>
                <a:latin typeface="Pretendard"/>
                <a:ea typeface="Pretendard"/>
                <a:cs typeface="Pretendard"/>
              </a:defRPr>
            </a:pPr>
            <a:r>
              <a:rPr sz="1575">
                <a:solidFill>
                  <a:srgbClr val="183E35"/>
                </a:solidFill>
                <a:latin typeface="Pretendard"/>
                <a:ea typeface="Pretendard"/>
                <a:cs typeface="Pretendard"/>
              </a:rPr>
              <a:t>등록 종중</a:t>
            </a:r>
          </a:p>
        </p:txBody>
      </p:sp>
      <p:sp>
        <p:nvSpPr>
          <p:cNvPr id="9" name="SAM">
            <a:extLst xmlns:a="http://schemas.openxmlformats.org/drawingml/2006/main">
              <a:ext uri="{FF2B5EF4-FFF2-40B4-BE49-F238E27FC236}">
                <a16:creationId xmlns:a16="http://schemas.microsoft.com/office/drawing/2014/main" id="{682844B8-6D5A-4D46-A55E-07E4B4AFF7A3}"/>
              </a:ext>
            </a:extLst>
          </p:cNvPr>
          <p:cNvSpPr>
            <a:spLocks xmlns:a="http://schemas.openxmlformats.org/drawingml/2006/main" noGrp="1"/>
          </p:cNvSpPr>
          <p:nvPr/>
        </p:nvSpPr>
        <p:spPr>
          <a:xfrm xmlns:a="http://schemas.openxmlformats.org/drawingml/2006/main">
            <a:off x="1400175" y="2543175"/>
            <a:ext cx="160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567D89"/>
                </a:solidFill>
                <a:latin typeface="Pretendard"/>
                <a:ea typeface="Pretendard"/>
                <a:cs typeface="Pretendard"/>
              </a:defRPr>
            </a:defPPr>
          </a:lstStyle>
          <a:p xmlns:a="http://schemas.openxmlformats.org/drawingml/2006/main">
            <a:pPr algn="ctr">
              <a:defRPr sz="2025" b="0">
                <a:solidFill>
                  <a:srgbClr val="567D89"/>
                </a:solidFill>
                <a:latin typeface="Pretendard"/>
                <a:ea typeface="Pretendard"/>
                <a:cs typeface="Pretendard"/>
              </a:defRPr>
            </a:pPr>
            <a:r>
              <a:rPr sz="2025" b="0">
                <a:solidFill>
                  <a:srgbClr val="567D89"/>
                </a:solidFill>
                <a:latin typeface="Pretendard"/>
                <a:ea typeface="Pretendard"/>
                <a:cs typeface="Pretendard"/>
              </a:rPr>
              <a:t>SAM</a:t>
            </a:r>
          </a:p>
        </p:txBody>
      </p:sp>
      <p:sp>
        <p:nvSpPr>
          <p:cNvPr id="10" name="전담 관리 20% 제외">
            <a:extLst xmlns:a="http://schemas.openxmlformats.org/drawingml/2006/main">
              <a:ext uri="{FF2B5EF4-FFF2-40B4-BE49-F238E27FC236}">
                <a16:creationId xmlns:a16="http://schemas.microsoft.com/office/drawing/2014/main" id="{F1C04C36-810F-4CA5-93F1-DD1CF66E4E45}"/>
              </a:ext>
            </a:extLst>
          </p:cNvPr>
          <p:cNvSpPr>
            <a:spLocks xmlns:a="http://schemas.openxmlformats.org/drawingml/2006/main" noGrp="1"/>
          </p:cNvSpPr>
          <p:nvPr/>
        </p:nvSpPr>
        <p:spPr>
          <a:xfrm xmlns:a="http://schemas.openxmlformats.org/drawingml/2006/main">
            <a:off x="1200150" y="2981325"/>
            <a:ext cx="2028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567D89"/>
                </a:solidFill>
                <a:latin typeface="Pretendard"/>
                <a:ea typeface="Pretendard"/>
                <a:cs typeface="Pretendard"/>
              </a:defRPr>
            </a:defPPr>
          </a:lstStyle>
          <a:p xmlns:a="http://schemas.openxmlformats.org/drawingml/2006/main">
            <a:pPr algn="ctr">
              <a:defRPr sz="1275">
                <a:solidFill>
                  <a:srgbClr val="567D89"/>
                </a:solidFill>
                <a:latin typeface="Pretendard"/>
                <a:ea typeface="Pretendard"/>
                <a:cs typeface="Pretendard"/>
              </a:defRPr>
            </a:pPr>
            <a:r>
              <a:rPr sz="1275">
                <a:solidFill>
                  <a:srgbClr val="567D89"/>
                </a:solidFill>
                <a:latin typeface="Pretendard"/>
                <a:ea typeface="Pretendard"/>
                <a:cs typeface="Pretendard"/>
              </a:rPr>
              <a:t>전담 관리 20% 제외</a:t>
            </a:r>
          </a:p>
        </p:txBody>
      </p:sp>
      <p:sp>
        <p:nvSpPr>
          <p:cNvPr id="11" name="SOM">
            <a:extLst xmlns:a="http://schemas.openxmlformats.org/drawingml/2006/main">
              <a:ext uri="{FF2B5EF4-FFF2-40B4-BE49-F238E27FC236}">
                <a16:creationId xmlns:a16="http://schemas.microsoft.com/office/drawing/2014/main" id="{68E54099-D43D-43F2-B6BD-DF979AA6A065}"/>
              </a:ext>
            </a:extLst>
          </p:cNvPr>
          <p:cNvSpPr>
            <a:spLocks xmlns:a="http://schemas.openxmlformats.org/drawingml/2006/main" noGrp="1"/>
          </p:cNvSpPr>
          <p:nvPr/>
        </p:nvSpPr>
        <p:spPr>
          <a:xfrm xmlns:a="http://schemas.openxmlformats.org/drawingml/2006/main">
            <a:off x="1724025" y="34575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A85437"/>
                </a:solidFill>
                <a:latin typeface="Pretendard"/>
                <a:ea typeface="Pretendard"/>
                <a:cs typeface="Pretendard"/>
              </a:defRPr>
            </a:defPPr>
          </a:lstStyle>
          <a:p xmlns:a="http://schemas.openxmlformats.org/drawingml/2006/main">
            <a:pPr algn="ctr">
              <a:defRPr sz="1875" b="0">
                <a:solidFill>
                  <a:srgbClr val="A85437"/>
                </a:solidFill>
                <a:latin typeface="Pretendard"/>
                <a:ea typeface="Pretendard"/>
                <a:cs typeface="Pretendard"/>
              </a:defRPr>
            </a:pPr>
            <a:r>
              <a:rPr sz="1875" b="0">
                <a:solidFill>
                  <a:srgbClr val="A85437"/>
                </a:solidFill>
                <a:latin typeface="Pretendard"/>
                <a:ea typeface="Pretendard"/>
                <a:cs typeface="Pretendard"/>
              </a:rPr>
              <a:t>SOM</a:t>
            </a:r>
          </a:p>
        </p:txBody>
      </p:sp>
      <p:sp>
        <p:nvSpPr>
          <p:cNvPr id="12" name="3년 내 1%">
            <a:extLst xmlns:a="http://schemas.openxmlformats.org/drawingml/2006/main">
              <a:ext uri="{FF2B5EF4-FFF2-40B4-BE49-F238E27FC236}">
                <a16:creationId xmlns:a16="http://schemas.microsoft.com/office/drawing/2014/main" id="{CE41CA68-54FD-4BB8-A3FD-0F37C63309E6}"/>
              </a:ext>
            </a:extLst>
          </p:cNvPr>
          <p:cNvSpPr>
            <a:spLocks xmlns:a="http://schemas.openxmlformats.org/drawingml/2006/main" noGrp="1"/>
          </p:cNvSpPr>
          <p:nvPr/>
        </p:nvSpPr>
        <p:spPr>
          <a:xfrm xmlns:a="http://schemas.openxmlformats.org/drawingml/2006/main">
            <a:off x="1609725" y="39624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A85437"/>
                </a:solidFill>
                <a:latin typeface="Pretendard"/>
                <a:ea typeface="Pretendard"/>
                <a:cs typeface="Pretendard"/>
              </a:defRPr>
            </a:defPPr>
          </a:lstStyle>
          <a:p xmlns:a="http://schemas.openxmlformats.org/drawingml/2006/main">
            <a:pPr algn="ctr">
              <a:defRPr sz="1275">
                <a:solidFill>
                  <a:srgbClr val="A85437"/>
                </a:solidFill>
                <a:latin typeface="Pretendard"/>
                <a:ea typeface="Pretendard"/>
                <a:cs typeface="Pretendard"/>
              </a:defRPr>
            </a:pPr>
            <a:r>
              <a:rPr sz="1275">
                <a:solidFill>
                  <a:srgbClr val="A85437"/>
                </a:solidFill>
                <a:latin typeface="Pretendard"/>
                <a:ea typeface="Pretendard"/>
                <a:cs typeface="Pretendard"/>
              </a:rPr>
              <a:t>3년 내 1%</a:t>
            </a:r>
          </a:p>
        </p:txBody>
      </p:sp>
      <p:sp>
        <p:nvSpPr>
          <p:cNvPr id="13" name="연 50만원 가정">
            <a:extLst xmlns:a="http://schemas.openxmlformats.org/drawingml/2006/main">
              <a:ext uri="{FF2B5EF4-FFF2-40B4-BE49-F238E27FC236}">
                <a16:creationId xmlns:a16="http://schemas.microsoft.com/office/drawing/2014/main" id="{94595D79-4280-4CA0-A383-68370F816C29}"/>
              </a:ext>
            </a:extLst>
          </p:cNvPr>
          <p:cNvSpPr>
            <a:spLocks xmlns:a="http://schemas.openxmlformats.org/drawingml/2006/main" noGrp="1"/>
          </p:cNvSpPr>
          <p:nvPr/>
        </p:nvSpPr>
        <p:spPr>
          <a:xfrm xmlns:a="http://schemas.openxmlformats.org/drawingml/2006/main">
            <a:off x="6286500" y="895350"/>
            <a:ext cx="245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a:solidFill>
                  <a:srgbClr val="687568"/>
                </a:solidFill>
                <a:latin typeface="Pretendard"/>
                <a:ea typeface="Pretendard"/>
                <a:cs typeface="Pretendard"/>
              </a:defRPr>
            </a:defPPr>
          </a:lstStyle>
          <a:p xmlns:a="http://schemas.openxmlformats.org/drawingml/2006/main">
            <a:pPr algn="r">
              <a:defRPr sz="1350">
                <a:solidFill>
                  <a:srgbClr val="687568"/>
                </a:solidFill>
                <a:latin typeface="Pretendard"/>
                <a:ea typeface="Pretendard"/>
                <a:cs typeface="Pretendard"/>
              </a:defRPr>
            </a:pPr>
            <a:r>
              <a:rPr sz="1350">
                <a:solidFill>
                  <a:srgbClr val="687568"/>
                </a:solidFill>
                <a:latin typeface="Pretendard"/>
                <a:ea typeface="Pretendard"/>
                <a:cs typeface="Pretendard"/>
              </a:rPr>
              <a:t>연 50만원 가정</a:t>
            </a:r>
          </a:p>
        </p:txBody>
      </p:sp>
      <p:sp>
        <p:nvSpPr>
          <p:cNvPr id="14" name="1,185.36">
            <a:extLst xmlns:a="http://schemas.openxmlformats.org/drawingml/2006/main">
              <a:ext uri="{FF2B5EF4-FFF2-40B4-BE49-F238E27FC236}">
                <a16:creationId xmlns:a16="http://schemas.microsoft.com/office/drawing/2014/main" id="{42CAC327-639D-420C-9AF0-F0530ECECE5F}"/>
              </a:ext>
            </a:extLst>
          </p:cNvPr>
          <p:cNvSpPr>
            <a:spLocks xmlns:a="http://schemas.openxmlformats.org/drawingml/2006/main" noGrp="1"/>
          </p:cNvSpPr>
          <p:nvPr/>
        </p:nvSpPr>
        <p:spPr>
          <a:xfrm xmlns:a="http://schemas.openxmlformats.org/drawingml/2006/main">
            <a:off x="4648200" y="13811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1,185.36</a:t>
            </a:r>
          </a:p>
        </p:txBody>
      </p:sp>
      <p:sp>
        <p:nvSpPr>
          <p:cNvPr id="15" name="억원 / 년">
            <a:extLst xmlns:a="http://schemas.openxmlformats.org/drawingml/2006/main">
              <a:ext uri="{FF2B5EF4-FFF2-40B4-BE49-F238E27FC236}">
                <a16:creationId xmlns:a16="http://schemas.microsoft.com/office/drawing/2014/main" id="{2A401976-EBC9-49E6-A45C-6A4EB8A7B9CE}"/>
              </a:ext>
            </a:extLst>
          </p:cNvPr>
          <p:cNvSpPr>
            <a:spLocks xmlns:a="http://schemas.openxmlformats.org/drawingml/2006/main" noGrp="1"/>
          </p:cNvSpPr>
          <p:nvPr/>
        </p:nvSpPr>
        <p:spPr>
          <a:xfrm xmlns:a="http://schemas.openxmlformats.org/drawingml/2006/main">
            <a:off x="7553325" y="16859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183E35"/>
                </a:solidFill>
                <a:latin typeface="Pretendard"/>
                <a:ea typeface="Pretendard"/>
                <a:cs typeface="Pretendard"/>
              </a:defRPr>
            </a:defPPr>
          </a:lstStyle>
          <a:p xmlns:a="http://schemas.openxmlformats.org/drawingml/2006/main">
            <a:pPr algn="l">
              <a:defRPr sz="1500">
                <a:solidFill>
                  <a:srgbClr val="183E35"/>
                </a:solidFill>
                <a:latin typeface="Pretendard"/>
                <a:ea typeface="Pretendard"/>
                <a:cs typeface="Pretendard"/>
              </a:defRPr>
            </a:pPr>
            <a:r>
              <a:rPr sz="1500">
                <a:solidFill>
                  <a:srgbClr val="183E35"/>
                </a:solidFill>
                <a:latin typeface="Pretendard"/>
                <a:ea typeface="Pretendard"/>
                <a:cs typeface="Pretendard"/>
              </a:rPr>
              <a:t>억원 / 년</a:t>
            </a:r>
          </a:p>
        </p:txBody>
      </p:sp>
      <p:sp>
        <p:nvSpPr>
          <p:cNvPr id="16" name="237,071개">
            <a:extLst xmlns:a="http://schemas.openxmlformats.org/drawingml/2006/main">
              <a:ext uri="{FF2B5EF4-FFF2-40B4-BE49-F238E27FC236}">
                <a16:creationId xmlns:a16="http://schemas.microsoft.com/office/drawing/2014/main" id="{8A13B3A7-0F88-45D0-BEEA-A279E0D95558}"/>
              </a:ext>
            </a:extLst>
          </p:cNvPr>
          <p:cNvSpPr>
            <a:spLocks xmlns:a="http://schemas.openxmlformats.org/drawingml/2006/main" noGrp="1"/>
          </p:cNvSpPr>
          <p:nvPr/>
        </p:nvSpPr>
        <p:spPr>
          <a:xfrm xmlns:a="http://schemas.openxmlformats.org/drawingml/2006/main">
            <a:off x="4695825" y="21336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237,071개</a:t>
            </a:r>
          </a:p>
        </p:txBody>
      </p:sp>
      <p:sp>
        <p:nvSpPr>
          <p:cNvPr id="17" name="948.29">
            <a:extLst xmlns:a="http://schemas.openxmlformats.org/drawingml/2006/main">
              <a:ext uri="{FF2B5EF4-FFF2-40B4-BE49-F238E27FC236}">
                <a16:creationId xmlns:a16="http://schemas.microsoft.com/office/drawing/2014/main" id="{B5C0068D-7C52-4309-9A20-287624C7FD52}"/>
              </a:ext>
            </a:extLst>
          </p:cNvPr>
          <p:cNvSpPr>
            <a:spLocks xmlns:a="http://schemas.openxmlformats.org/drawingml/2006/main" noGrp="1"/>
          </p:cNvSpPr>
          <p:nvPr/>
        </p:nvSpPr>
        <p:spPr>
          <a:xfrm xmlns:a="http://schemas.openxmlformats.org/drawingml/2006/main">
            <a:off x="4648200" y="254317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567D89"/>
                </a:solidFill>
                <a:latin typeface="Pretendard"/>
                <a:ea typeface="Pretendard"/>
                <a:cs typeface="Pretendard"/>
              </a:defRPr>
            </a:defPPr>
          </a:lstStyle>
          <a:p xmlns:a="http://schemas.openxmlformats.org/drawingml/2006/main">
            <a:pPr algn="l">
              <a:defRPr sz="4275" b="1">
                <a:solidFill>
                  <a:srgbClr val="567D89"/>
                </a:solidFill>
                <a:latin typeface="Pretendard"/>
                <a:ea typeface="Pretendard"/>
                <a:cs typeface="Pretendard"/>
              </a:defRPr>
            </a:pPr>
            <a:r>
              <a:rPr sz="4275" b="1">
                <a:solidFill>
                  <a:srgbClr val="567D89"/>
                </a:solidFill>
                <a:latin typeface="Pretendard"/>
                <a:ea typeface="Pretendard"/>
                <a:cs typeface="Pretendard"/>
              </a:rPr>
              <a:t>948.29</a:t>
            </a:r>
          </a:p>
        </p:txBody>
      </p:sp>
      <p:sp>
        <p:nvSpPr>
          <p:cNvPr id="18" name="억원 / 년">
            <a:extLst xmlns:a="http://schemas.openxmlformats.org/drawingml/2006/main">
              <a:ext uri="{FF2B5EF4-FFF2-40B4-BE49-F238E27FC236}">
                <a16:creationId xmlns:a16="http://schemas.microsoft.com/office/drawing/2014/main" id="{02B713B3-F67E-46BE-8CE7-DB386869DE5D}"/>
              </a:ext>
            </a:extLst>
          </p:cNvPr>
          <p:cNvSpPr>
            <a:spLocks xmlns:a="http://schemas.openxmlformats.org/drawingml/2006/main" noGrp="1"/>
          </p:cNvSpPr>
          <p:nvPr/>
        </p:nvSpPr>
        <p:spPr>
          <a:xfrm xmlns:a="http://schemas.openxmlformats.org/drawingml/2006/main">
            <a:off x="7553325" y="284797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567D89"/>
                </a:solidFill>
                <a:latin typeface="Pretendard"/>
                <a:ea typeface="Pretendard"/>
                <a:cs typeface="Pretendard"/>
              </a:defRPr>
            </a:defPPr>
          </a:lstStyle>
          <a:p xmlns:a="http://schemas.openxmlformats.org/drawingml/2006/main">
            <a:pPr algn="l">
              <a:defRPr sz="1500">
                <a:solidFill>
                  <a:srgbClr val="567D89"/>
                </a:solidFill>
                <a:latin typeface="Pretendard"/>
                <a:ea typeface="Pretendard"/>
                <a:cs typeface="Pretendard"/>
              </a:defRPr>
            </a:pPr>
            <a:r>
              <a:rPr sz="1500">
                <a:solidFill>
                  <a:srgbClr val="567D89"/>
                </a:solidFill>
                <a:latin typeface="Pretendard"/>
                <a:ea typeface="Pretendard"/>
                <a:cs typeface="Pretendard"/>
              </a:rPr>
              <a:t>억원 / 년</a:t>
            </a:r>
          </a:p>
        </p:txBody>
      </p:sp>
      <p:sp>
        <p:nvSpPr>
          <p:cNvPr id="19" name="189,657개">
            <a:extLst xmlns:a="http://schemas.openxmlformats.org/drawingml/2006/main">
              <a:ext uri="{FF2B5EF4-FFF2-40B4-BE49-F238E27FC236}">
                <a16:creationId xmlns:a16="http://schemas.microsoft.com/office/drawing/2014/main" id="{5406D874-E1AA-4C42-8558-E32DD8AE40A9}"/>
              </a:ext>
            </a:extLst>
          </p:cNvPr>
          <p:cNvSpPr>
            <a:spLocks xmlns:a="http://schemas.openxmlformats.org/drawingml/2006/main" noGrp="1"/>
          </p:cNvSpPr>
          <p:nvPr/>
        </p:nvSpPr>
        <p:spPr>
          <a:xfrm xmlns:a="http://schemas.openxmlformats.org/drawingml/2006/main">
            <a:off x="4695825" y="329565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189,657개</a:t>
            </a:r>
          </a:p>
        </p:txBody>
      </p:sp>
      <p:sp>
        <p:nvSpPr>
          <p:cNvPr id="20" name="9.49">
            <a:extLst xmlns:a="http://schemas.openxmlformats.org/drawingml/2006/main">
              <a:ext uri="{FF2B5EF4-FFF2-40B4-BE49-F238E27FC236}">
                <a16:creationId xmlns:a16="http://schemas.microsoft.com/office/drawing/2014/main" id="{8164EA9A-3F1F-4A66-B258-464A14380E8F}"/>
              </a:ext>
            </a:extLst>
          </p:cNvPr>
          <p:cNvSpPr>
            <a:spLocks xmlns:a="http://schemas.openxmlformats.org/drawingml/2006/main" noGrp="1"/>
          </p:cNvSpPr>
          <p:nvPr/>
        </p:nvSpPr>
        <p:spPr>
          <a:xfrm xmlns:a="http://schemas.openxmlformats.org/drawingml/2006/main">
            <a:off x="4648200" y="37052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A85437"/>
                </a:solidFill>
                <a:latin typeface="Pretendard"/>
                <a:ea typeface="Pretendard"/>
                <a:cs typeface="Pretendard"/>
              </a:defRPr>
            </a:defPPr>
          </a:lstStyle>
          <a:p xmlns:a="http://schemas.openxmlformats.org/drawingml/2006/main">
            <a:pPr algn="l">
              <a:defRPr sz="4275" b="1">
                <a:solidFill>
                  <a:srgbClr val="A85437"/>
                </a:solidFill>
                <a:latin typeface="Pretendard"/>
                <a:ea typeface="Pretendard"/>
                <a:cs typeface="Pretendard"/>
              </a:defRPr>
            </a:pPr>
            <a:r>
              <a:rPr sz="4275" b="1">
                <a:solidFill>
                  <a:srgbClr val="A85437"/>
                </a:solidFill>
                <a:latin typeface="Pretendard"/>
                <a:ea typeface="Pretendard"/>
                <a:cs typeface="Pretendard"/>
              </a:rPr>
              <a:t>9.49</a:t>
            </a:r>
          </a:p>
        </p:txBody>
      </p:sp>
      <p:sp>
        <p:nvSpPr>
          <p:cNvPr id="21" name="억원 / 년">
            <a:extLst xmlns:a="http://schemas.openxmlformats.org/drawingml/2006/main">
              <a:ext uri="{FF2B5EF4-FFF2-40B4-BE49-F238E27FC236}">
                <a16:creationId xmlns:a16="http://schemas.microsoft.com/office/drawing/2014/main" id="{6B9E1999-D640-4D64-897B-5303C990D529}"/>
              </a:ext>
            </a:extLst>
          </p:cNvPr>
          <p:cNvSpPr>
            <a:spLocks xmlns:a="http://schemas.openxmlformats.org/drawingml/2006/main" noGrp="1"/>
          </p:cNvSpPr>
          <p:nvPr/>
        </p:nvSpPr>
        <p:spPr>
          <a:xfrm xmlns:a="http://schemas.openxmlformats.org/drawingml/2006/main">
            <a:off x="7553325" y="40100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A85437"/>
                </a:solidFill>
                <a:latin typeface="Pretendard"/>
                <a:ea typeface="Pretendard"/>
                <a:cs typeface="Pretendard"/>
              </a:defRPr>
            </a:defPPr>
          </a:lstStyle>
          <a:p xmlns:a="http://schemas.openxmlformats.org/drawingml/2006/main">
            <a:pPr algn="l">
              <a:defRPr sz="1500">
                <a:solidFill>
                  <a:srgbClr val="A85437"/>
                </a:solidFill>
                <a:latin typeface="Pretendard"/>
                <a:ea typeface="Pretendard"/>
                <a:cs typeface="Pretendard"/>
              </a:defRPr>
            </a:pPr>
            <a:r>
              <a:rPr sz="1500">
                <a:solidFill>
                  <a:srgbClr val="A85437"/>
                </a:solidFill>
                <a:latin typeface="Pretendard"/>
                <a:ea typeface="Pretendard"/>
                <a:cs typeface="Pretendard"/>
              </a:rPr>
              <a:t>억원 / 년</a:t>
            </a:r>
          </a:p>
        </p:txBody>
      </p:sp>
      <p:sp>
        <p:nvSpPr>
          <p:cNvPr id="22" name="1,897개">
            <a:extLst xmlns:a="http://schemas.openxmlformats.org/drawingml/2006/main">
              <a:ext uri="{FF2B5EF4-FFF2-40B4-BE49-F238E27FC236}">
                <a16:creationId xmlns:a16="http://schemas.microsoft.com/office/drawing/2014/main" id="{D71ED2DC-051A-4A16-972C-3A7B9FF8B867}"/>
              </a:ext>
            </a:extLst>
          </p:cNvPr>
          <p:cNvSpPr>
            <a:spLocks xmlns:a="http://schemas.openxmlformats.org/drawingml/2006/main" noGrp="1"/>
          </p:cNvSpPr>
          <p:nvPr/>
        </p:nvSpPr>
        <p:spPr>
          <a:xfrm xmlns:a="http://schemas.openxmlformats.org/drawingml/2006/main">
            <a:off x="4695825" y="44577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1,897개</a:t>
            </a:r>
          </a:p>
        </p:txBody>
      </p:sp>
    </p:spTree>
    <p:extLst>
      <p:ext uri="{BB962C8B-B14F-4D97-AF65-F5344CB8AC3E}">
        <p14:creationId xmlns:p14="http://schemas.microsoft.com/office/powerpoint/2010/main" val="1345185099"/>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연 50만원 기준">
            <a:extLst xmlns:a="http://schemas.openxmlformats.org/drawingml/2006/main">
              <a:ext uri="{FF2B5EF4-FFF2-40B4-BE49-F238E27FC236}">
                <a16:creationId xmlns:a16="http://schemas.microsoft.com/office/drawing/2014/main" id="{37F95E1C-100F-460D-9FDA-DC953CDDB29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50만원 기준</a:t>
            </a:r>
          </a:p>
        </p:txBody>
      </p:sp>
      <p:sp>
        <p:nvSpPr>
          <p:cNvPr id="2" name="3년 내 확보율별 매출 추정">
            <a:extLst xmlns:a="http://schemas.openxmlformats.org/drawingml/2006/main">
              <a:ext uri="{FF2B5EF4-FFF2-40B4-BE49-F238E27FC236}">
                <a16:creationId xmlns:a16="http://schemas.microsoft.com/office/drawing/2014/main" id="{D56A6F98-BD33-47A4-B07E-6CFEF35E35B0}"/>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3년 내 확보율별 매출 추정</a:t>
            </a:r>
          </a:p>
        </p:txBody>
      </p:sp>
      <p:sp>
        <p:nvSpPr>
          <p:cNvPr id="3" name="22">
            <a:extLst xmlns:a="http://schemas.openxmlformats.org/drawingml/2006/main">
              <a:ext uri="{FF2B5EF4-FFF2-40B4-BE49-F238E27FC236}">
                <a16:creationId xmlns:a16="http://schemas.microsoft.com/office/drawing/2014/main" id="{AE81F209-F957-4529-BC9F-106BF66856E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22</a:t>
            </a:r>
          </a:p>
        </p:txBody>
      </p:sp>
      <p:graphicFrame>
        <p:nvGraphicFramePr>
          <p:cNvPr id="4" name="Chart">
            <a:extLst xmlns:a="http://schemas.openxmlformats.org/drawingml/2006/main">
              <a:ext uri="{FF2B5EF4-FFF2-40B4-BE49-F238E27FC236}">
                <a16:creationId xmlns:a16="http://schemas.microsoft.com/office/drawing/2014/main" id="{587BEA68-2176-4834-81F7-BB05404F2D33}"/>
              </a:ext>
            </a:extLst>
          </p:cNvPr>
          <p:cNvGraphicFramePr/>
          <p:nvPr/>
        </p:nvGraphicFramePr>
        <p:xfrm>
          <a:off xmlns:a="http://schemas.openxmlformats.org/drawingml/2006/main" x="619125" y="1504950"/>
          <a:ext xmlns:a="http://schemas.openxmlformats.org/drawingml/2006/main" cx="7886700" cy="2857500"/>
        </p:xfrm>
        <a:graphic xmlns:a="http://schemas.openxmlformats.org/drawingml/2006/main">
          <a:graphicData uri="http://schemas.openxmlformats.org/drawingml/2006/chart">
            <c:chart xmlns:r="http://schemas.openxmlformats.org/officeDocument/2006/relationships" xmlns:c="http://schemas.openxmlformats.org/drawingml/2006/chart" r:id="R5dff69d77f974ed9"/>
          </a:graphicData>
        </a:graphic>
      </p:graphicFrame>
    </p:spTree>
    <p:extLst>
      <p:ext uri="{BB962C8B-B14F-4D97-AF65-F5344CB8AC3E}">
        <p14:creationId xmlns:p14="http://schemas.microsoft.com/office/powerpoint/2010/main" val="1794932632"/>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59FFE67-8250-4B6D-9369-FFAB2A877258}"/>
              </a:ext>
            </a:extLst>
          </p:cNvPr>
          <p:cNvCxnSpPr>
            <a:stCxn xmlns:a="http://schemas.openxmlformats.org/drawingml/2006/main" id="3" idx="2"/>
            <a:endCxn xmlns:a="http://schemas.openxmlformats.org/drawingml/2006/main" id="8" idx="6"/>
          </p:cNvCxnSpPr>
          <p:nvPr/>
        </p:nvCxnSpPr>
        <p:spPr>
          <a:xfrm xmlns:a="http://schemas.openxmlformats.org/drawingml/2006/main" flipH="1" flipV="1">
            <a:off x="2533650" y="2495550"/>
            <a:ext cx="1333500" cy="504825"/>
          </a:xfrm>
          <a:prstGeom xmlns:a="http://schemas.openxmlformats.org/drawingml/2006/main" prst="straightConnector1">
            <a:avLst/>
          </a:prstGeom>
          <a:ln xmlns:a="http://schemas.openxmlformats.org/drawingml/2006/main" w="19050">
            <a:solidFill>
              <a:srgbClr val="D2DCD6"/>
            </a:solidFill>
          </a:ln>
        </p:spPr>
      </p:cxnSp>
      <p:cxnSp>
        <p:nvCxnSpPr>
          <p:cNvPr id="12" name="">
            <a:extLst xmlns:a="http://schemas.openxmlformats.org/drawingml/2006/main">
              <a:ext uri="{FF2B5EF4-FFF2-40B4-BE49-F238E27FC236}">
                <a16:creationId xmlns:a16="http://schemas.microsoft.com/office/drawing/2014/main" id="{4BC7FC2A-B9BB-4032-9748-6A31EEC9309C}"/>
              </a:ext>
            </a:extLst>
          </p:cNvPr>
          <p:cNvCxnSpPr>
            <a:stCxn xmlns:a="http://schemas.openxmlformats.org/drawingml/2006/main" id="3" idx="3"/>
            <a:endCxn xmlns:a="http://schemas.openxmlformats.org/drawingml/2006/main" id="7" idx="7"/>
          </p:cNvCxnSpPr>
          <p:nvPr/>
        </p:nvCxnSpPr>
        <p:spPr>
          <a:xfrm xmlns:a="http://schemas.openxmlformats.org/drawingml/2006/main" flipH="1">
            <a:off x="3247464" y="3498779"/>
            <a:ext cx="826132" cy="226057"/>
          </a:xfrm>
          <a:prstGeom xmlns:a="http://schemas.openxmlformats.org/drawingml/2006/main" prst="straightConnector1">
            <a:avLst/>
          </a:prstGeom>
          <a:ln xmlns:a="http://schemas.openxmlformats.org/drawingml/2006/main" w="19050">
            <a:solidFill>
              <a:srgbClr val="D2DCD6"/>
            </a:solidFill>
          </a:ln>
        </p:spPr>
      </p:cxnSp>
      <p:cxnSp>
        <p:nvCxnSpPr>
          <p:cNvPr id="11" name="">
            <a:extLst xmlns:a="http://schemas.openxmlformats.org/drawingml/2006/main">
              <a:ext uri="{FF2B5EF4-FFF2-40B4-BE49-F238E27FC236}">
                <a16:creationId xmlns:a16="http://schemas.microsoft.com/office/drawing/2014/main" id="{7D699CCF-8DFA-4169-88B0-76AC0E531A40}"/>
              </a:ext>
            </a:extLst>
          </p:cNvPr>
          <p:cNvCxnSpPr>
            <a:stCxn xmlns:a="http://schemas.openxmlformats.org/drawingml/2006/main" id="3" idx="5"/>
            <a:endCxn xmlns:a="http://schemas.openxmlformats.org/drawingml/2006/main" id="6" idx="1"/>
          </p:cNvCxnSpPr>
          <p:nvPr/>
        </p:nvCxnSpPr>
        <p:spPr>
          <a:xfrm xmlns:a="http://schemas.openxmlformats.org/drawingml/2006/main">
            <a:off x="5070404" y="3498779"/>
            <a:ext cx="826132" cy="226057"/>
          </a:xfrm>
          <a:prstGeom xmlns:a="http://schemas.openxmlformats.org/drawingml/2006/main" prst="straightConnector1">
            <a:avLst/>
          </a:prstGeom>
          <a:ln xmlns:a="http://schemas.openxmlformats.org/drawingml/2006/main" w="19050">
            <a:solidFill>
              <a:srgbClr val="D2DCD6"/>
            </a:solidFill>
          </a:ln>
        </p:spPr>
      </p:cxnSp>
      <p:cxnSp>
        <p:nvCxnSpPr>
          <p:cNvPr id="10" name="">
            <a:extLst xmlns:a="http://schemas.openxmlformats.org/drawingml/2006/main">
              <a:ext uri="{FF2B5EF4-FFF2-40B4-BE49-F238E27FC236}">
                <a16:creationId xmlns:a16="http://schemas.microsoft.com/office/drawing/2014/main" id="{2BDE9987-EAF7-4818-B995-1C932447EBAA}"/>
              </a:ext>
            </a:extLst>
          </p:cNvPr>
          <p:cNvCxnSpPr>
            <a:stCxn xmlns:a="http://schemas.openxmlformats.org/drawingml/2006/main" id="3" idx="6"/>
            <a:endCxn xmlns:a="http://schemas.openxmlformats.org/drawingml/2006/main" id="5" idx="2"/>
          </p:cNvCxnSpPr>
          <p:nvPr/>
        </p:nvCxnSpPr>
        <p:spPr>
          <a:xfrm xmlns:a="http://schemas.openxmlformats.org/drawingml/2006/main" flipV="1">
            <a:off x="5276850" y="2495550"/>
            <a:ext cx="1333500" cy="504825"/>
          </a:xfrm>
          <a:prstGeom xmlns:a="http://schemas.openxmlformats.org/drawingml/2006/main" prst="straightConnector1">
            <a:avLst/>
          </a:prstGeom>
          <a:ln xmlns:a="http://schemas.openxmlformats.org/drawingml/2006/main" w="19050">
            <a:solidFill>
              <a:srgbClr val="D2DCD6"/>
            </a:solidFill>
          </a:ln>
        </p:spPr>
      </p:cxnSp>
      <p:cxnSp>
        <p:nvCxnSpPr>
          <p:cNvPr id="9" name="">
            <a:extLst xmlns:a="http://schemas.openxmlformats.org/drawingml/2006/main">
              <a:ext uri="{FF2B5EF4-FFF2-40B4-BE49-F238E27FC236}">
                <a16:creationId xmlns:a16="http://schemas.microsoft.com/office/drawing/2014/main" id="{D666A8BB-C81A-4765-AD3F-2B093945443B}"/>
              </a:ext>
            </a:extLst>
          </p:cNvPr>
          <p:cNvCxnSpPr>
            <a:stCxn xmlns:a="http://schemas.openxmlformats.org/drawingml/2006/main" id="3" idx="0"/>
            <a:endCxn xmlns:a="http://schemas.openxmlformats.org/drawingml/2006/main" id="4" idx="4"/>
          </p:cNvCxnSpPr>
          <p:nvPr/>
        </p:nvCxnSpPr>
        <p:spPr>
          <a:xfrm xmlns:a="http://schemas.openxmlformats.org/drawingml/2006/main" flipV="1">
            <a:off x="4572000" y="2019300"/>
            <a:ext cx="0" cy="276225"/>
          </a:xfrm>
          <a:prstGeom xmlns:a="http://schemas.openxmlformats.org/drawingml/2006/main" prst="straightConnector1">
            <a:avLst/>
          </a:prstGeom>
          <a:ln xmlns:a="http://schemas.openxmlformats.org/drawingml/2006/main" w="19050">
            <a:solidFill>
              <a:srgbClr val="D2DCD6"/>
            </a:solidFill>
          </a:ln>
        </p:spPr>
      </p:cxnSp>
      <p:sp>
        <p:nvSpPr>
          <p:cNvPr id="26" name="Codex 활용">
            <a:extLst xmlns:a="http://schemas.openxmlformats.org/drawingml/2006/main">
              <a:ext uri="{FF2B5EF4-FFF2-40B4-BE49-F238E27FC236}">
                <a16:creationId xmlns:a16="http://schemas.microsoft.com/office/drawing/2014/main" id="{23B81426-203C-4BB8-BB18-BED6E73BD354}"/>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Codex 활용</a:t>
            </a:r>
          </a:p>
        </p:txBody>
      </p:sp>
      <p:sp>
        <p:nvSpPr>
          <p:cNvPr id="2" name="23">
            <a:extLst xmlns:a="http://schemas.openxmlformats.org/drawingml/2006/main">
              <a:ext uri="{FF2B5EF4-FFF2-40B4-BE49-F238E27FC236}">
                <a16:creationId xmlns:a16="http://schemas.microsoft.com/office/drawing/2014/main" id="{29C4F613-2441-48EA-9A48-C866CE137D3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23</a:t>
            </a:r>
          </a:p>
        </p:txBody>
      </p:sp>
      <p:sp>
        <p:nvSpPr>
          <p:cNvPr id="3" name="">
            <a:extLst xmlns:a="http://schemas.openxmlformats.org/drawingml/2006/main">
              <a:ext uri="{FF2B5EF4-FFF2-40B4-BE49-F238E27FC236}">
                <a16:creationId xmlns:a16="http://schemas.microsoft.com/office/drawing/2014/main" id="{39F1405C-6450-47FA-ABBF-68528A09ABF1}"/>
              </a:ext>
            </a:extLst>
          </p:cNvPr>
          <p:cNvSpPr>
            <a:spLocks xmlns:a="http://schemas.openxmlformats.org/drawingml/2006/main" noGrp="1"/>
          </p:cNvSpPr>
          <p:nvPr/>
        </p:nvSpPr>
        <p:spPr>
          <a:xfrm xmlns:a="http://schemas.openxmlformats.org/drawingml/2006/main">
            <a:off x="3867150" y="2295525"/>
            <a:ext cx="1409700" cy="1409700"/>
          </a:xfrm>
          <a:prstGeom xmlns:a="http://schemas.openxmlformats.org/drawingml/2006/main" prst="ellipse">
            <a:avLst/>
          </a:prstGeom>
          <a:solidFill xmlns:a="http://schemas.openxmlformats.org/drawingml/2006/main">
            <a:srgbClr val="183E3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A502B9-50DC-4331-9DB3-8AFB1998E08E}"/>
              </a:ext>
            </a:extLst>
          </p:cNvPr>
          <p:cNvSpPr>
            <a:spLocks xmlns:a="http://schemas.openxmlformats.org/drawingml/2006/main" noGrp="1"/>
          </p:cNvSpPr>
          <p:nvPr/>
        </p:nvSpPr>
        <p:spPr>
          <a:xfrm xmlns:a="http://schemas.openxmlformats.org/drawingml/2006/main">
            <a:off x="4171950" y="1219200"/>
            <a:ext cx="800100" cy="8001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4D2E2E-BEEF-402D-A88D-D755E1601C93}"/>
              </a:ext>
            </a:extLst>
          </p:cNvPr>
          <p:cNvSpPr>
            <a:spLocks xmlns:a="http://schemas.openxmlformats.org/drawingml/2006/main" noGrp="1"/>
          </p:cNvSpPr>
          <p:nvPr/>
        </p:nvSpPr>
        <p:spPr>
          <a:xfrm xmlns:a="http://schemas.openxmlformats.org/drawingml/2006/main">
            <a:off x="6610350" y="2038350"/>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4AF163-3E11-4E13-A6BD-B166CDBBF1FA}"/>
              </a:ext>
            </a:extLst>
          </p:cNvPr>
          <p:cNvSpPr>
            <a:spLocks xmlns:a="http://schemas.openxmlformats.org/drawingml/2006/main" noGrp="1"/>
          </p:cNvSpPr>
          <p:nvPr/>
        </p:nvSpPr>
        <p:spPr>
          <a:xfrm xmlns:a="http://schemas.openxmlformats.org/drawingml/2006/main">
            <a:off x="5762625" y="3590925"/>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C58525-3B00-4BD4-BBD3-A927873B10BB}"/>
              </a:ext>
            </a:extLst>
          </p:cNvPr>
          <p:cNvSpPr>
            <a:spLocks xmlns:a="http://schemas.openxmlformats.org/drawingml/2006/main" noGrp="1"/>
          </p:cNvSpPr>
          <p:nvPr/>
        </p:nvSpPr>
        <p:spPr>
          <a:xfrm xmlns:a="http://schemas.openxmlformats.org/drawingml/2006/main">
            <a:off x="2466975" y="3590925"/>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EA47DC-3ACB-408E-8862-6EAB420A6461}"/>
              </a:ext>
            </a:extLst>
          </p:cNvPr>
          <p:cNvSpPr>
            <a:spLocks xmlns:a="http://schemas.openxmlformats.org/drawingml/2006/main" noGrp="1"/>
          </p:cNvSpPr>
          <p:nvPr/>
        </p:nvSpPr>
        <p:spPr>
          <a:xfrm xmlns:a="http://schemas.openxmlformats.org/drawingml/2006/main">
            <a:off x="1619250" y="2038350"/>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69DD2A04-F9D1-4426-B548-1BBC30BB894B}"/>
              </a:ext>
            </a:extLst>
          </p:cNvPr>
          <p:cNvPicPr>
            <a:picLocks xmlns:a="http://schemas.openxmlformats.org/drawingml/2006/main" noChangeAspect="1"/>
          </p:cNvPicPr>
          <p:nvPr/>
        </p:nvPicPr>
        <p:blipFill>
          <a:blip xmlns:r="http://schemas.openxmlformats.org/officeDocument/2006/relationships" xmlns:a="http://schemas.openxmlformats.org/drawingml/2006/main" r:embed="Rd411add3891e4bf0"/>
          <a:stretch xmlns:a="http://schemas.openxmlformats.org/drawingml/2006/main"/>
        </p:blipFill>
        <p:spPr>
          <a:xfrm xmlns:a="http://schemas.openxmlformats.org/drawingml/2006/main">
            <a:off x="4343400" y="2505075"/>
            <a:ext cx="457200" cy="457200"/>
          </a:xfrm>
          <a:prstGeom xmlns:a="http://schemas.openxmlformats.org/drawingml/2006/main" prst="rect">
            <a:avLst/>
          </a:prstGeom>
        </p:spPr>
      </p:pic>
      <p:sp>
        <p:nvSpPr>
          <p:cNvPr id="15" name="Codex">
            <a:extLst xmlns:a="http://schemas.openxmlformats.org/drawingml/2006/main">
              <a:ext uri="{FF2B5EF4-FFF2-40B4-BE49-F238E27FC236}">
                <a16:creationId xmlns:a16="http://schemas.microsoft.com/office/drawing/2014/main" id="{70B1FF22-191B-4E22-AACA-F38104069341}"/>
              </a:ext>
            </a:extLst>
          </p:cNvPr>
          <p:cNvSpPr>
            <a:spLocks xmlns:a="http://schemas.openxmlformats.org/drawingml/2006/main" noGrp="1"/>
          </p:cNvSpPr>
          <p:nvPr/>
        </p:nvSpPr>
        <p:spPr>
          <a:xfrm xmlns:a="http://schemas.openxmlformats.org/drawingml/2006/main">
            <a:off x="3981450" y="314325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F5F2E9"/>
                </a:solidFill>
                <a:latin typeface="Pretendard"/>
                <a:ea typeface="Pretendard"/>
                <a:cs typeface="Pretendard"/>
              </a:defRPr>
            </a:defPPr>
          </a:lstStyle>
          <a:p xmlns:a="http://schemas.openxmlformats.org/drawingml/2006/main">
            <a:pPr algn="ctr">
              <a:defRPr sz="2325" b="1">
                <a:solidFill>
                  <a:srgbClr val="F5F2E9"/>
                </a:solidFill>
                <a:latin typeface="Pretendard"/>
                <a:ea typeface="Pretendard"/>
                <a:cs typeface="Pretendard"/>
              </a:defRPr>
            </a:pPr>
            <a:r>
              <a:rPr sz="2325" b="1">
                <a:solidFill>
                  <a:srgbClr val="F5F2E9"/>
                </a:solidFill>
                <a:latin typeface="Pretendard"/>
                <a:ea typeface="Pretendard"/>
                <a:cs typeface="Pretendard"/>
              </a:rPr>
              <a:t>Codex</a:t>
            </a:r>
          </a:p>
        </p:txBody>
      </p:sp>
      <p:pic>
        <p:nvPicPr>
          <p:cNvPr id="16" name="">
            <a:extLst xmlns:a="http://schemas.openxmlformats.org/drawingml/2006/main">
              <a:ext uri="{FF2B5EF4-FFF2-40B4-BE49-F238E27FC236}">
                <a16:creationId xmlns:a16="http://schemas.microsoft.com/office/drawing/2014/main" id="{74DDA26C-C933-4795-8258-18CE4D2A1D73}"/>
              </a:ext>
            </a:extLst>
          </p:cNvPr>
          <p:cNvPicPr>
            <a:picLocks xmlns:a="http://schemas.openxmlformats.org/drawingml/2006/main" noChangeAspect="1"/>
          </p:cNvPicPr>
          <p:nvPr/>
        </p:nvPicPr>
        <p:blipFill>
          <a:blip xmlns:r="http://schemas.openxmlformats.org/officeDocument/2006/relationships" xmlns:a="http://schemas.openxmlformats.org/drawingml/2006/main" r:embed="R1e771b1dfc2a4028"/>
          <a:stretch xmlns:a="http://schemas.openxmlformats.org/drawingml/2006/main"/>
        </p:blipFill>
        <p:spPr>
          <a:xfrm xmlns:a="http://schemas.openxmlformats.org/drawingml/2006/main">
            <a:off x="4348163" y="1395413"/>
            <a:ext cx="447675" cy="447675"/>
          </a:xfrm>
          <a:prstGeom xmlns:a="http://schemas.openxmlformats.org/drawingml/2006/main" prst="rect">
            <a:avLst/>
          </a:prstGeom>
        </p:spPr>
      </p:pic>
      <p:sp>
        <p:nvSpPr>
          <p:cNvPr id="17" name="PRD · 페르소나">
            <a:extLst xmlns:a="http://schemas.openxmlformats.org/drawingml/2006/main">
              <a:ext uri="{FF2B5EF4-FFF2-40B4-BE49-F238E27FC236}">
                <a16:creationId xmlns:a16="http://schemas.microsoft.com/office/drawing/2014/main" id="{A8C61603-85CC-4FA0-850C-B03FE87A1448}"/>
              </a:ext>
            </a:extLst>
          </p:cNvPr>
          <p:cNvSpPr>
            <a:spLocks xmlns:a="http://schemas.openxmlformats.org/drawingml/2006/main" noGrp="1"/>
          </p:cNvSpPr>
          <p:nvPr/>
        </p:nvSpPr>
        <p:spPr>
          <a:xfrm xmlns:a="http://schemas.openxmlformats.org/drawingml/2006/main">
            <a:off x="5153025" y="142875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PRD · 페르소나</a:t>
            </a:r>
          </a:p>
        </p:txBody>
      </p:sp>
      <p:pic>
        <p:nvPicPr>
          <p:cNvPr id="18" name="">
            <a:extLst xmlns:a="http://schemas.openxmlformats.org/drawingml/2006/main">
              <a:ext uri="{FF2B5EF4-FFF2-40B4-BE49-F238E27FC236}">
                <a16:creationId xmlns:a16="http://schemas.microsoft.com/office/drawing/2014/main" id="{F4CED5C9-1A51-47F5-A00F-46EED55AE490}"/>
              </a:ext>
            </a:extLst>
          </p:cNvPr>
          <p:cNvPicPr>
            <a:picLocks xmlns:a="http://schemas.openxmlformats.org/drawingml/2006/main" noChangeAspect="1"/>
          </p:cNvPicPr>
          <p:nvPr/>
        </p:nvPicPr>
        <p:blipFill>
          <a:blip xmlns:r="http://schemas.openxmlformats.org/officeDocument/2006/relationships" xmlns:a="http://schemas.openxmlformats.org/drawingml/2006/main" r:embed="R32003bb2a910479c"/>
          <a:stretch xmlns:a="http://schemas.openxmlformats.org/drawingml/2006/main"/>
        </p:blipFill>
        <p:spPr>
          <a:xfrm xmlns:a="http://schemas.openxmlformats.org/drawingml/2006/main">
            <a:off x="6843713" y="2271713"/>
            <a:ext cx="447675" cy="447675"/>
          </a:xfrm>
          <a:prstGeom xmlns:a="http://schemas.openxmlformats.org/drawingml/2006/main" prst="rect">
            <a:avLst/>
          </a:prstGeom>
        </p:spPr>
      </p:pic>
      <p:sp>
        <p:nvSpPr>
          <p:cNvPr id="19" name="UI · 코드 · 배포">
            <a:extLst xmlns:a="http://schemas.openxmlformats.org/drawingml/2006/main">
              <a:ext uri="{FF2B5EF4-FFF2-40B4-BE49-F238E27FC236}">
                <a16:creationId xmlns:a16="http://schemas.microsoft.com/office/drawing/2014/main" id="{2D0A2236-BA99-41D8-A2B9-F140AF8C3C33}"/>
              </a:ext>
            </a:extLst>
          </p:cNvPr>
          <p:cNvSpPr>
            <a:spLocks xmlns:a="http://schemas.openxmlformats.org/drawingml/2006/main" noGrp="1"/>
          </p:cNvSpPr>
          <p:nvPr/>
        </p:nvSpPr>
        <p:spPr>
          <a:xfrm xmlns:a="http://schemas.openxmlformats.org/drawingml/2006/main">
            <a:off x="5991225" y="3086100"/>
            <a:ext cx="2200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UI · 코드 · 배포</a:t>
            </a:r>
          </a:p>
        </p:txBody>
      </p:sp>
      <p:pic>
        <p:nvPicPr>
          <p:cNvPr id="20" name="">
            <a:extLst xmlns:a="http://schemas.openxmlformats.org/drawingml/2006/main">
              <a:ext uri="{FF2B5EF4-FFF2-40B4-BE49-F238E27FC236}">
                <a16:creationId xmlns:a16="http://schemas.microsoft.com/office/drawing/2014/main" id="{0B109982-45DE-45DB-AE80-EC8E83F70C13}"/>
              </a:ext>
            </a:extLst>
          </p:cNvPr>
          <p:cNvPicPr>
            <a:picLocks xmlns:a="http://schemas.openxmlformats.org/drawingml/2006/main" noChangeAspect="1"/>
          </p:cNvPicPr>
          <p:nvPr/>
        </p:nvPicPr>
        <p:blipFill>
          <a:blip xmlns:r="http://schemas.openxmlformats.org/officeDocument/2006/relationships" xmlns:a="http://schemas.openxmlformats.org/drawingml/2006/main" r:embed="Rd58d34ab617042fe"/>
          <a:stretch xmlns:a="http://schemas.openxmlformats.org/drawingml/2006/main"/>
        </p:blipFill>
        <p:spPr>
          <a:xfrm xmlns:a="http://schemas.openxmlformats.org/drawingml/2006/main">
            <a:off x="5995988" y="3824288"/>
            <a:ext cx="447675" cy="447675"/>
          </a:xfrm>
          <a:prstGeom xmlns:a="http://schemas.openxmlformats.org/drawingml/2006/main" prst="rect">
            <a:avLst/>
          </a:prstGeom>
        </p:spPr>
      </p:pic>
      <p:sp>
        <p:nvSpPr>
          <p:cNvPr id="21" name="테스트 · UI 검수">
            <a:extLst xmlns:a="http://schemas.openxmlformats.org/drawingml/2006/main">
              <a:ext uri="{FF2B5EF4-FFF2-40B4-BE49-F238E27FC236}">
                <a16:creationId xmlns:a16="http://schemas.microsoft.com/office/drawing/2014/main" id="{E729DB1C-53C6-4129-BC17-11517CCD4C57}"/>
              </a:ext>
            </a:extLst>
          </p:cNvPr>
          <p:cNvSpPr>
            <a:spLocks xmlns:a="http://schemas.openxmlformats.org/drawingml/2006/main" noGrp="1"/>
          </p:cNvSpPr>
          <p:nvPr/>
        </p:nvSpPr>
        <p:spPr>
          <a:xfrm xmlns:a="http://schemas.openxmlformats.org/drawingml/2006/main">
            <a:off x="5114925" y="4629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테스트 · UI 검수</a:t>
            </a:r>
          </a:p>
        </p:txBody>
      </p:sp>
      <p:pic>
        <p:nvPicPr>
          <p:cNvPr id="22" name="">
            <a:extLst xmlns:a="http://schemas.openxmlformats.org/drawingml/2006/main">
              <a:ext uri="{FF2B5EF4-FFF2-40B4-BE49-F238E27FC236}">
                <a16:creationId xmlns:a16="http://schemas.microsoft.com/office/drawing/2014/main" id="{5F8A5A8D-0540-4E67-A8F8-CD124A41A877}"/>
              </a:ext>
            </a:extLst>
          </p:cNvPr>
          <p:cNvPicPr>
            <a:picLocks xmlns:a="http://schemas.openxmlformats.org/drawingml/2006/main" noChangeAspect="1"/>
          </p:cNvPicPr>
          <p:nvPr/>
        </p:nvPicPr>
        <p:blipFill>
          <a:blip xmlns:r="http://schemas.openxmlformats.org/officeDocument/2006/relationships" xmlns:a="http://schemas.openxmlformats.org/drawingml/2006/main" r:embed="R4c384e1ebccc47da"/>
          <a:stretch xmlns:a="http://schemas.openxmlformats.org/drawingml/2006/main"/>
        </p:blipFill>
        <p:spPr>
          <a:xfrm xmlns:a="http://schemas.openxmlformats.org/drawingml/2006/main">
            <a:off x="2700338" y="3824288"/>
            <a:ext cx="447675" cy="447675"/>
          </a:xfrm>
          <a:prstGeom xmlns:a="http://schemas.openxmlformats.org/drawingml/2006/main" prst="rect">
            <a:avLst/>
          </a:prstGeom>
        </p:spPr>
      </p:pic>
      <p:sp>
        <p:nvSpPr>
          <p:cNvPr id="23" name="법령 · 판례 · 필지">
            <a:extLst xmlns:a="http://schemas.openxmlformats.org/drawingml/2006/main">
              <a:ext uri="{FF2B5EF4-FFF2-40B4-BE49-F238E27FC236}">
                <a16:creationId xmlns:a16="http://schemas.microsoft.com/office/drawing/2014/main" id="{56DC5FCA-2FF3-4FF8-BAD2-1F219ED397EE}"/>
              </a:ext>
            </a:extLst>
          </p:cNvPr>
          <p:cNvSpPr>
            <a:spLocks xmlns:a="http://schemas.openxmlformats.org/drawingml/2006/main" noGrp="1"/>
          </p:cNvSpPr>
          <p:nvPr/>
        </p:nvSpPr>
        <p:spPr>
          <a:xfrm xmlns:a="http://schemas.openxmlformats.org/drawingml/2006/main">
            <a:off x="1714500" y="462915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법령 · 판례 · 필지</a:t>
            </a:r>
          </a:p>
        </p:txBody>
      </p:sp>
      <p:pic>
        <p:nvPicPr>
          <p:cNvPr id="24" name="">
            <a:extLst xmlns:a="http://schemas.openxmlformats.org/drawingml/2006/main">
              <a:ext uri="{FF2B5EF4-FFF2-40B4-BE49-F238E27FC236}">
                <a16:creationId xmlns:a16="http://schemas.microsoft.com/office/drawing/2014/main" id="{E2B9321B-7CA5-469A-9119-D83B1F2F8368}"/>
              </a:ext>
            </a:extLst>
          </p:cNvPr>
          <p:cNvPicPr>
            <a:picLocks xmlns:a="http://schemas.openxmlformats.org/drawingml/2006/main" noChangeAspect="1"/>
          </p:cNvPicPr>
          <p:nvPr/>
        </p:nvPicPr>
        <p:blipFill>
          <a:blip xmlns:r="http://schemas.openxmlformats.org/officeDocument/2006/relationships" xmlns:a="http://schemas.openxmlformats.org/drawingml/2006/main" r:embed="Rb637cf2e5d584c21"/>
          <a:stretch xmlns:a="http://schemas.openxmlformats.org/drawingml/2006/main"/>
        </p:blipFill>
        <p:spPr>
          <a:xfrm xmlns:a="http://schemas.openxmlformats.org/drawingml/2006/main">
            <a:off x="1852613" y="2271713"/>
            <a:ext cx="447675" cy="447675"/>
          </a:xfrm>
          <a:prstGeom xmlns:a="http://schemas.openxmlformats.org/drawingml/2006/main" prst="rect">
            <a:avLst/>
          </a:prstGeom>
        </p:spPr>
      </p:pic>
      <p:sp>
        <p:nvSpPr>
          <p:cNvPr id="25" name="통화 전사">
            <a:extLst xmlns:a="http://schemas.openxmlformats.org/drawingml/2006/main">
              <a:ext uri="{FF2B5EF4-FFF2-40B4-BE49-F238E27FC236}">
                <a16:creationId xmlns:a16="http://schemas.microsoft.com/office/drawing/2014/main" id="{9D100066-DA4F-492A-A980-F74D2A7DC797}"/>
              </a:ext>
            </a:extLst>
          </p:cNvPr>
          <p:cNvSpPr>
            <a:spLocks xmlns:a="http://schemas.openxmlformats.org/drawingml/2006/main" noGrp="1"/>
          </p:cNvSpPr>
          <p:nvPr/>
        </p:nvSpPr>
        <p:spPr>
          <a:xfrm xmlns:a="http://schemas.openxmlformats.org/drawingml/2006/main">
            <a:off x="942975" y="308610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통화 전사</a:t>
            </a:r>
          </a:p>
        </p:txBody>
      </p:sp>
    </p:spTree>
    <p:extLst>
      <p:ext uri="{BB962C8B-B14F-4D97-AF65-F5344CB8AC3E}">
        <p14:creationId xmlns:p14="http://schemas.microsoft.com/office/powerpoint/2010/main" val="1050940936"/>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8" name="서비스 구조">
            <a:extLst xmlns:a="http://schemas.openxmlformats.org/drawingml/2006/main">
              <a:ext uri="{FF2B5EF4-FFF2-40B4-BE49-F238E27FC236}">
                <a16:creationId xmlns:a16="http://schemas.microsoft.com/office/drawing/2014/main" id="{8EB823A8-FA91-471E-94B6-435432FEA913}"/>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서비스 구조</a:t>
            </a:r>
          </a:p>
        </p:txBody>
      </p:sp>
      <p:sp>
        <p:nvSpPr>
          <p:cNvPr id="2" name="CLJS 모듈러 모놀리스">
            <a:extLst xmlns:a="http://schemas.openxmlformats.org/drawingml/2006/main">
              <a:ext uri="{FF2B5EF4-FFF2-40B4-BE49-F238E27FC236}">
                <a16:creationId xmlns:a16="http://schemas.microsoft.com/office/drawing/2014/main" id="{A1EE5CCC-EB21-4989-9F6E-C186B9140F8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CLJS 모듈러 모놀리스</a:t>
            </a:r>
          </a:p>
        </p:txBody>
      </p:sp>
      <p:sp>
        <p:nvSpPr>
          <p:cNvPr id="3" name="24">
            <a:extLst xmlns:a="http://schemas.openxmlformats.org/drawingml/2006/main">
              <a:ext uri="{FF2B5EF4-FFF2-40B4-BE49-F238E27FC236}">
                <a16:creationId xmlns:a16="http://schemas.microsoft.com/office/drawing/2014/main" id="{EB90D79E-BC36-45EB-972F-70623AD3DBE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24</a:t>
            </a:r>
          </a:p>
        </p:txBody>
      </p:sp>
      <p:sp>
        <p:nvSpPr>
          <p:cNvPr id="4" name="">
            <a:extLst xmlns:a="http://schemas.openxmlformats.org/drawingml/2006/main">
              <a:ext uri="{FF2B5EF4-FFF2-40B4-BE49-F238E27FC236}">
                <a16:creationId xmlns:a16="http://schemas.microsoft.com/office/drawing/2014/main" id="{5C2D1229-A2C2-437C-A555-C09A7E0F584A}"/>
              </a:ext>
            </a:extLst>
          </p:cNvPr>
          <p:cNvSpPr>
            <a:spLocks xmlns:a="http://schemas.openxmlformats.org/drawingml/2006/main" noGrp="1"/>
          </p:cNvSpPr>
          <p:nvPr/>
        </p:nvSpPr>
        <p:spPr>
          <a:xfrm xmlns:a="http://schemas.openxmlformats.org/drawingml/2006/main">
            <a:off x="495300" y="1466850"/>
            <a:ext cx="8115300" cy="3152775"/>
          </a:xfrm>
          <a:prstGeom xmlns:a="http://schemas.openxmlformats.org/drawingml/2006/main" prst="roundRect">
            <a:avLst>
              <a:gd name="adj" fmla="val 2417"/>
            </a:avLst>
          </a:prstGeom>
          <a:noFill xmlns:a="http://schemas.openxmlformats.org/drawingml/2006/main"/>
          <a:ln xmlns:a="http://schemas.openxmlformats.org/drawingml/2006/main" w="19050">
            <a:solidFill>
              <a:srgbClr val="D2DCD6"/>
            </a:solidFill>
          </a:ln>
        </p:spPr>
      </p:sp>
      <p:sp>
        <p:nvSpPr>
          <p:cNvPr id="5" name="Sites">
            <a:extLst xmlns:a="http://schemas.openxmlformats.org/drawingml/2006/main">
              <a:ext uri="{FF2B5EF4-FFF2-40B4-BE49-F238E27FC236}">
                <a16:creationId xmlns:a16="http://schemas.microsoft.com/office/drawing/2014/main" id="{438763E2-4221-472F-981A-C2A82918FBD6}"/>
              </a:ext>
            </a:extLst>
          </p:cNvPr>
          <p:cNvSpPr>
            <a:spLocks xmlns:a="http://schemas.openxmlformats.org/drawingml/2006/main" noGrp="1"/>
          </p:cNvSpPr>
          <p:nvPr/>
        </p:nvSpPr>
        <p:spPr>
          <a:xfrm xmlns:a="http://schemas.openxmlformats.org/drawingml/2006/main">
            <a:off x="695325" y="1581150"/>
            <a:ext cx="747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Sites</a:t>
            </a:r>
          </a:p>
        </p:txBody>
      </p:sp>
      <p:sp>
        <p:nvSpPr>
          <p:cNvPr id="6" name="">
            <a:extLst xmlns:a="http://schemas.openxmlformats.org/drawingml/2006/main">
              <a:ext uri="{FF2B5EF4-FFF2-40B4-BE49-F238E27FC236}">
                <a16:creationId xmlns:a16="http://schemas.microsoft.com/office/drawing/2014/main" id="{78C30CA0-1E27-4D1F-A25E-EB2314316F0C}"/>
              </a:ext>
            </a:extLst>
          </p:cNvPr>
          <p:cNvSpPr>
            <a:spLocks xmlns:a="http://schemas.openxmlformats.org/drawingml/2006/main" noGrp="1"/>
          </p:cNvSpPr>
          <p:nvPr/>
        </p:nvSpPr>
        <p:spPr>
          <a:xfrm xmlns:a="http://schemas.openxmlformats.org/drawingml/2006/main">
            <a:off x="1143000" y="2486025"/>
            <a:ext cx="1266825" cy="1266825"/>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B03CA42-BF80-4773-BEC3-0C66A479D179}"/>
              </a:ext>
            </a:extLst>
          </p:cNvPr>
          <p:cNvPicPr>
            <a:picLocks xmlns:a="http://schemas.openxmlformats.org/drawingml/2006/main" noChangeAspect="1"/>
          </p:cNvPicPr>
          <p:nvPr/>
        </p:nvPicPr>
        <p:blipFill>
          <a:blip xmlns:r="http://schemas.openxmlformats.org/officeDocument/2006/relationships" xmlns:a="http://schemas.openxmlformats.org/drawingml/2006/main" r:embed="Reb29b2d5419349a5"/>
          <a:stretch xmlns:a="http://schemas.openxmlformats.org/drawingml/2006/main"/>
        </p:blipFill>
        <p:spPr>
          <a:xfrm xmlns:a="http://schemas.openxmlformats.org/drawingml/2006/main">
            <a:off x="1466850" y="2771775"/>
            <a:ext cx="628650" cy="628650"/>
          </a:xfrm>
          <a:prstGeom xmlns:a="http://schemas.openxmlformats.org/drawingml/2006/main" prst="rect">
            <a:avLst/>
          </a:prstGeom>
        </p:spPr>
      </p:pic>
      <p:sp>
        <p:nvSpPr>
          <p:cNvPr id="8" name="웹 화면">
            <a:extLst xmlns:a="http://schemas.openxmlformats.org/drawingml/2006/main">
              <a:ext uri="{FF2B5EF4-FFF2-40B4-BE49-F238E27FC236}">
                <a16:creationId xmlns:a16="http://schemas.microsoft.com/office/drawing/2014/main" id="{10071AD2-94FA-43BA-A22C-3A0D19270754}"/>
              </a:ext>
            </a:extLst>
          </p:cNvPr>
          <p:cNvSpPr>
            <a:spLocks xmlns:a="http://schemas.openxmlformats.org/drawingml/2006/main" noGrp="1"/>
          </p:cNvSpPr>
          <p:nvPr/>
        </p:nvSpPr>
        <p:spPr>
          <a:xfrm xmlns:a="http://schemas.openxmlformats.org/drawingml/2006/main">
            <a:off x="952500" y="4010025"/>
            <a:ext cx="167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183E35"/>
                </a:solidFill>
                <a:latin typeface="Pretendard"/>
                <a:ea typeface="Pretendard"/>
                <a:cs typeface="Pretendard"/>
              </a:defRPr>
            </a:defPPr>
          </a:lstStyle>
          <a:p xmlns:a="http://schemas.openxmlformats.org/drawingml/2006/main">
            <a:pPr algn="ctr">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웹 화면</a:t>
            </a:r>
          </a:p>
        </p:txBody>
      </p:sp>
      <p:sp>
        <p:nvSpPr>
          <p:cNvPr id="9" name="">
            <a:extLst xmlns:a="http://schemas.openxmlformats.org/drawingml/2006/main">
              <a:ext uri="{FF2B5EF4-FFF2-40B4-BE49-F238E27FC236}">
                <a16:creationId xmlns:a16="http://schemas.microsoft.com/office/drawing/2014/main" id="{C110827A-C869-4875-A63D-B35EB845BC43}"/>
              </a:ext>
            </a:extLst>
          </p:cNvPr>
          <p:cNvSpPr>
            <a:spLocks xmlns:a="http://schemas.openxmlformats.org/drawingml/2006/main" noGrp="1"/>
          </p:cNvSpPr>
          <p:nvPr/>
        </p:nvSpPr>
        <p:spPr>
          <a:xfrm xmlns:a="http://schemas.openxmlformats.org/drawingml/2006/main">
            <a:off x="2686050" y="3048000"/>
            <a:ext cx="4476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1817F1-3E71-4A25-B47E-F83072263A4F}"/>
              </a:ext>
            </a:extLst>
          </p:cNvPr>
          <p:cNvSpPr>
            <a:spLocks xmlns:a="http://schemas.openxmlformats.org/drawingml/2006/main" noGrp="1"/>
          </p:cNvSpPr>
          <p:nvPr/>
        </p:nvSpPr>
        <p:spPr>
          <a:xfrm xmlns:a="http://schemas.openxmlformats.org/drawingml/2006/main">
            <a:off x="3533775" y="2276475"/>
            <a:ext cx="4438650" cy="19050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1" name="업무 모듈">
            <a:extLst xmlns:a="http://schemas.openxmlformats.org/drawingml/2006/main">
              <a:ext uri="{FF2B5EF4-FFF2-40B4-BE49-F238E27FC236}">
                <a16:creationId xmlns:a16="http://schemas.microsoft.com/office/drawing/2014/main" id="{E00EB4B1-A34B-4230-8C3A-9D1B79ED9EEE}"/>
              </a:ext>
            </a:extLst>
          </p:cNvPr>
          <p:cNvSpPr>
            <a:spLocks xmlns:a="http://schemas.openxmlformats.org/drawingml/2006/main" noGrp="1"/>
          </p:cNvSpPr>
          <p:nvPr/>
        </p:nvSpPr>
        <p:spPr>
          <a:xfrm xmlns:a="http://schemas.openxmlformats.org/drawingml/2006/main">
            <a:off x="3743325" y="2419350"/>
            <a:ext cx="403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83E35"/>
                </a:solidFill>
                <a:latin typeface="Pretendard"/>
                <a:ea typeface="Pretendard"/>
                <a:cs typeface="Pretendard"/>
              </a:defRPr>
            </a:defPPr>
          </a:lstStyle>
          <a:p xmlns:a="http://schemas.openxmlformats.org/drawingml/2006/main">
            <a:pPr algn="l">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업무 모듈</a:t>
            </a:r>
          </a:p>
        </p:txBody>
      </p:sp>
      <p:sp>
        <p:nvSpPr>
          <p:cNvPr id="12" name="조직">
            <a:extLst xmlns:a="http://schemas.openxmlformats.org/drawingml/2006/main">
              <a:ext uri="{FF2B5EF4-FFF2-40B4-BE49-F238E27FC236}">
                <a16:creationId xmlns:a16="http://schemas.microsoft.com/office/drawing/2014/main" id="{5405744E-496B-4FCC-8970-66F43EA9DB80}"/>
              </a:ext>
            </a:extLst>
          </p:cNvPr>
          <p:cNvSpPr>
            <a:spLocks xmlns:a="http://schemas.openxmlformats.org/drawingml/2006/main" noGrp="1"/>
          </p:cNvSpPr>
          <p:nvPr/>
        </p:nvSpPr>
        <p:spPr>
          <a:xfrm xmlns:a="http://schemas.openxmlformats.org/drawingml/2006/main">
            <a:off x="37528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조직</a:t>
            </a:r>
          </a:p>
        </p:txBody>
      </p:sp>
      <p:sp>
        <p:nvSpPr>
          <p:cNvPr id="13" name="재산">
            <a:extLst xmlns:a="http://schemas.openxmlformats.org/drawingml/2006/main">
              <a:ext uri="{FF2B5EF4-FFF2-40B4-BE49-F238E27FC236}">
                <a16:creationId xmlns:a16="http://schemas.microsoft.com/office/drawing/2014/main" id="{764619B7-8D01-4A14-9C6D-A51F37AA18E7}"/>
              </a:ext>
            </a:extLst>
          </p:cNvPr>
          <p:cNvSpPr>
            <a:spLocks xmlns:a="http://schemas.openxmlformats.org/drawingml/2006/main" noGrp="1"/>
          </p:cNvSpPr>
          <p:nvPr/>
        </p:nvSpPr>
        <p:spPr>
          <a:xfrm xmlns:a="http://schemas.openxmlformats.org/drawingml/2006/main">
            <a:off x="51244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재산</a:t>
            </a:r>
          </a:p>
        </p:txBody>
      </p:sp>
      <p:sp>
        <p:nvSpPr>
          <p:cNvPr id="14" name="회계">
            <a:extLst xmlns:a="http://schemas.openxmlformats.org/drawingml/2006/main">
              <a:ext uri="{FF2B5EF4-FFF2-40B4-BE49-F238E27FC236}">
                <a16:creationId xmlns:a16="http://schemas.microsoft.com/office/drawing/2014/main" id="{3F2D60FC-F9B8-46E9-8E75-D35738972795}"/>
              </a:ext>
            </a:extLst>
          </p:cNvPr>
          <p:cNvSpPr>
            <a:spLocks xmlns:a="http://schemas.openxmlformats.org/drawingml/2006/main" noGrp="1"/>
          </p:cNvSpPr>
          <p:nvPr/>
        </p:nvSpPr>
        <p:spPr>
          <a:xfrm xmlns:a="http://schemas.openxmlformats.org/drawingml/2006/main">
            <a:off x="64960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회계</a:t>
            </a:r>
          </a:p>
        </p:txBody>
      </p:sp>
      <p:sp>
        <p:nvSpPr>
          <p:cNvPr id="15" name="회의">
            <a:extLst xmlns:a="http://schemas.openxmlformats.org/drawingml/2006/main">
              <a:ext uri="{FF2B5EF4-FFF2-40B4-BE49-F238E27FC236}">
                <a16:creationId xmlns:a16="http://schemas.microsoft.com/office/drawing/2014/main" id="{60E16F70-1CF0-4FC9-BF72-AF947A2AF6D1}"/>
              </a:ext>
            </a:extLst>
          </p:cNvPr>
          <p:cNvSpPr>
            <a:spLocks xmlns:a="http://schemas.openxmlformats.org/drawingml/2006/main" noGrp="1"/>
          </p:cNvSpPr>
          <p:nvPr/>
        </p:nvSpPr>
        <p:spPr>
          <a:xfrm xmlns:a="http://schemas.openxmlformats.org/drawingml/2006/main">
            <a:off x="37528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회의</a:t>
            </a:r>
          </a:p>
        </p:txBody>
      </p:sp>
      <p:sp>
        <p:nvSpPr>
          <p:cNvPr id="16" name="문서">
            <a:extLst xmlns:a="http://schemas.openxmlformats.org/drawingml/2006/main">
              <a:ext uri="{FF2B5EF4-FFF2-40B4-BE49-F238E27FC236}">
                <a16:creationId xmlns:a16="http://schemas.microsoft.com/office/drawing/2014/main" id="{D316195A-4EF8-41A4-B662-286DCE585A44}"/>
              </a:ext>
            </a:extLst>
          </p:cNvPr>
          <p:cNvSpPr>
            <a:spLocks xmlns:a="http://schemas.openxmlformats.org/drawingml/2006/main" noGrp="1"/>
          </p:cNvSpPr>
          <p:nvPr/>
        </p:nvSpPr>
        <p:spPr>
          <a:xfrm xmlns:a="http://schemas.openxmlformats.org/drawingml/2006/main">
            <a:off x="51244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문서</a:t>
            </a:r>
          </a:p>
        </p:txBody>
      </p:sp>
      <p:sp>
        <p:nvSpPr>
          <p:cNvPr id="17" name="법률">
            <a:extLst xmlns:a="http://schemas.openxmlformats.org/drawingml/2006/main">
              <a:ext uri="{FF2B5EF4-FFF2-40B4-BE49-F238E27FC236}">
                <a16:creationId xmlns:a16="http://schemas.microsoft.com/office/drawing/2014/main" id="{F0429443-C571-405A-BABC-D6C0BD40CD0C}"/>
              </a:ext>
            </a:extLst>
          </p:cNvPr>
          <p:cNvSpPr>
            <a:spLocks xmlns:a="http://schemas.openxmlformats.org/drawingml/2006/main" noGrp="1"/>
          </p:cNvSpPr>
          <p:nvPr/>
        </p:nvSpPr>
        <p:spPr>
          <a:xfrm xmlns:a="http://schemas.openxmlformats.org/drawingml/2006/main">
            <a:off x="64960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법률</a:t>
            </a:r>
          </a:p>
        </p:txBody>
      </p:sp>
    </p:spTree>
    <p:extLst>
      <p:ext uri="{BB962C8B-B14F-4D97-AF65-F5344CB8AC3E}">
        <p14:creationId xmlns:p14="http://schemas.microsoft.com/office/powerpoint/2010/main" val="1235151162"/>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7" name="AI 처리 흐름">
            <a:extLst xmlns:a="http://schemas.openxmlformats.org/drawingml/2006/main">
              <a:ext uri="{FF2B5EF4-FFF2-40B4-BE49-F238E27FC236}">
                <a16:creationId xmlns:a16="http://schemas.microsoft.com/office/drawing/2014/main" id="{DD222D17-E969-4755-A3B1-21257B87A6FD}"/>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AI 처리 흐름</a:t>
            </a:r>
          </a:p>
        </p:txBody>
      </p:sp>
      <p:sp>
        <p:nvSpPr>
          <p:cNvPr id="2" name="25">
            <a:extLst xmlns:a="http://schemas.openxmlformats.org/drawingml/2006/main">
              <a:ext uri="{FF2B5EF4-FFF2-40B4-BE49-F238E27FC236}">
                <a16:creationId xmlns:a16="http://schemas.microsoft.com/office/drawing/2014/main" id="{B8289E4E-A9BB-49CB-960A-237C7400C6B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25</a:t>
            </a:r>
          </a:p>
        </p:txBody>
      </p:sp>
      <p:sp>
        <p:nvSpPr>
          <p:cNvPr id="3" name="">
            <a:extLst xmlns:a="http://schemas.openxmlformats.org/drawingml/2006/main">
              <a:ext uri="{FF2B5EF4-FFF2-40B4-BE49-F238E27FC236}">
                <a16:creationId xmlns:a16="http://schemas.microsoft.com/office/drawing/2014/main" id="{53297AA8-3E77-4119-9310-6B88C78F1F44}"/>
              </a:ext>
            </a:extLst>
          </p:cNvPr>
          <p:cNvSpPr>
            <a:spLocks xmlns:a="http://schemas.openxmlformats.org/drawingml/2006/main" noGrp="1"/>
          </p:cNvSpPr>
          <p:nvPr/>
        </p:nvSpPr>
        <p:spPr>
          <a:xfrm xmlns:a="http://schemas.openxmlformats.org/drawingml/2006/main">
            <a:off x="1000125" y="175260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C31DE81-C51D-4698-B16A-ED080A54CF2A}"/>
              </a:ext>
            </a:extLst>
          </p:cNvPr>
          <p:cNvPicPr>
            <a:picLocks xmlns:a="http://schemas.openxmlformats.org/drawingml/2006/main" noChangeAspect="1"/>
          </p:cNvPicPr>
          <p:nvPr/>
        </p:nvPicPr>
        <p:blipFill>
          <a:blip xmlns:r="http://schemas.openxmlformats.org/officeDocument/2006/relationships" xmlns:a="http://schemas.openxmlformats.org/drawingml/2006/main" r:embed="R87f381441c06433f"/>
          <a:stretch xmlns:a="http://schemas.openxmlformats.org/drawingml/2006/main"/>
        </p:blipFill>
        <p:spPr>
          <a:xfrm xmlns:a="http://schemas.openxmlformats.org/drawingml/2006/main">
            <a:off x="1400175" y="2114550"/>
            <a:ext cx="657225" cy="657225"/>
          </a:xfrm>
          <a:prstGeom xmlns:a="http://schemas.openxmlformats.org/drawingml/2006/main" prst="rect">
            <a:avLst/>
          </a:prstGeom>
        </p:spPr>
      </p:pic>
      <p:sp>
        <p:nvSpPr>
          <p:cNvPr id="5" name="Whisper">
            <a:extLst xmlns:a="http://schemas.openxmlformats.org/drawingml/2006/main">
              <a:ext uri="{FF2B5EF4-FFF2-40B4-BE49-F238E27FC236}">
                <a16:creationId xmlns:a16="http://schemas.microsoft.com/office/drawing/2014/main" id="{1C27BAFC-2C91-459B-A480-4EEF04496CEC}"/>
              </a:ext>
            </a:extLst>
          </p:cNvPr>
          <p:cNvSpPr>
            <a:spLocks xmlns:a="http://schemas.openxmlformats.org/drawingml/2006/main" noGrp="1"/>
          </p:cNvSpPr>
          <p:nvPr/>
        </p:nvSpPr>
        <p:spPr>
          <a:xfrm xmlns:a="http://schemas.openxmlformats.org/drawingml/2006/main">
            <a:off x="6953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Whisper</a:t>
            </a:r>
          </a:p>
        </p:txBody>
      </p:sp>
      <p:sp>
        <p:nvSpPr>
          <p:cNvPr id="6" name="전사">
            <a:extLst xmlns:a="http://schemas.openxmlformats.org/drawingml/2006/main">
              <a:ext uri="{FF2B5EF4-FFF2-40B4-BE49-F238E27FC236}">
                <a16:creationId xmlns:a16="http://schemas.microsoft.com/office/drawing/2014/main" id="{93271B7B-8868-4770-B0F3-D729A0484F2D}"/>
              </a:ext>
            </a:extLst>
          </p:cNvPr>
          <p:cNvSpPr>
            <a:spLocks xmlns:a="http://schemas.openxmlformats.org/drawingml/2006/main" noGrp="1"/>
          </p:cNvSpPr>
          <p:nvPr/>
        </p:nvSpPr>
        <p:spPr>
          <a:xfrm xmlns:a="http://schemas.openxmlformats.org/drawingml/2006/main">
            <a:off x="4476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전사</a:t>
            </a:r>
          </a:p>
        </p:txBody>
      </p:sp>
      <p:sp>
        <p:nvSpPr>
          <p:cNvPr id="7" name="">
            <a:extLst xmlns:a="http://schemas.openxmlformats.org/drawingml/2006/main">
              <a:ext uri="{FF2B5EF4-FFF2-40B4-BE49-F238E27FC236}">
                <a16:creationId xmlns:a16="http://schemas.microsoft.com/office/drawing/2014/main" id="{136D1092-E26B-492D-9DD5-D9CE9215CD0C}"/>
              </a:ext>
            </a:extLst>
          </p:cNvPr>
          <p:cNvSpPr>
            <a:spLocks xmlns:a="http://schemas.openxmlformats.org/drawingml/2006/main" noGrp="1"/>
          </p:cNvSpPr>
          <p:nvPr/>
        </p:nvSpPr>
        <p:spPr>
          <a:xfrm xmlns:a="http://schemas.openxmlformats.org/drawingml/2006/main">
            <a:off x="2790825" y="2409825"/>
            <a:ext cx="476250"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9DEFF4-B23B-46A1-AF37-8DFC5C978175}"/>
              </a:ext>
            </a:extLst>
          </p:cNvPr>
          <p:cNvSpPr>
            <a:spLocks xmlns:a="http://schemas.openxmlformats.org/drawingml/2006/main" noGrp="1"/>
          </p:cNvSpPr>
          <p:nvPr/>
        </p:nvSpPr>
        <p:spPr>
          <a:xfrm xmlns:a="http://schemas.openxmlformats.org/drawingml/2006/main">
            <a:off x="3819525" y="175260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CC7C4A2C-7C3A-4489-BA3B-05D72694C7C2}"/>
              </a:ext>
            </a:extLst>
          </p:cNvPr>
          <p:cNvPicPr>
            <a:picLocks xmlns:a="http://schemas.openxmlformats.org/drawingml/2006/main" noChangeAspect="1"/>
          </p:cNvPicPr>
          <p:nvPr/>
        </p:nvPicPr>
        <p:blipFill>
          <a:blip xmlns:r="http://schemas.openxmlformats.org/officeDocument/2006/relationships" xmlns:a="http://schemas.openxmlformats.org/drawingml/2006/main" r:embed="R09dbd47c9853415c"/>
          <a:stretch xmlns:a="http://schemas.openxmlformats.org/drawingml/2006/main"/>
        </p:blipFill>
        <p:spPr>
          <a:xfrm xmlns:a="http://schemas.openxmlformats.org/drawingml/2006/main">
            <a:off x="4219575" y="2114550"/>
            <a:ext cx="657225" cy="657225"/>
          </a:xfrm>
          <a:prstGeom xmlns:a="http://schemas.openxmlformats.org/drawingml/2006/main" prst="rect">
            <a:avLst/>
          </a:prstGeom>
        </p:spPr>
      </p:pic>
      <p:sp>
        <p:nvSpPr>
          <p:cNvPr id="10" name="System 1">
            <a:extLst xmlns:a="http://schemas.openxmlformats.org/drawingml/2006/main">
              <a:ext uri="{FF2B5EF4-FFF2-40B4-BE49-F238E27FC236}">
                <a16:creationId xmlns:a16="http://schemas.microsoft.com/office/drawing/2014/main" id="{B5796D98-B69C-460C-9D5B-BD1A79DBEE80}"/>
              </a:ext>
            </a:extLst>
          </p:cNvPr>
          <p:cNvSpPr>
            <a:spLocks xmlns:a="http://schemas.openxmlformats.org/drawingml/2006/main" noGrp="1"/>
          </p:cNvSpPr>
          <p:nvPr/>
        </p:nvSpPr>
        <p:spPr>
          <a:xfrm xmlns:a="http://schemas.openxmlformats.org/drawingml/2006/main">
            <a:off x="35147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System 1</a:t>
            </a:r>
          </a:p>
        </p:txBody>
      </p:sp>
      <p:sp>
        <p:nvSpPr>
          <p:cNvPr id="11" name="모델 선택 · 매칭 추천">
            <a:extLst xmlns:a="http://schemas.openxmlformats.org/drawingml/2006/main">
              <a:ext uri="{FF2B5EF4-FFF2-40B4-BE49-F238E27FC236}">
                <a16:creationId xmlns:a16="http://schemas.microsoft.com/office/drawing/2014/main" id="{3522ED0A-D37F-4C76-A452-3A5C52A1BE6A}"/>
              </a:ext>
            </a:extLst>
          </p:cNvPr>
          <p:cNvSpPr>
            <a:spLocks xmlns:a="http://schemas.openxmlformats.org/drawingml/2006/main" noGrp="1"/>
          </p:cNvSpPr>
          <p:nvPr/>
        </p:nvSpPr>
        <p:spPr>
          <a:xfrm xmlns:a="http://schemas.openxmlformats.org/drawingml/2006/main">
            <a:off x="32670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모델 선택 · 매칭 추천</a:t>
            </a:r>
          </a:p>
        </p:txBody>
      </p:sp>
      <p:sp>
        <p:nvSpPr>
          <p:cNvPr id="12" name="">
            <a:extLst xmlns:a="http://schemas.openxmlformats.org/drawingml/2006/main">
              <a:ext uri="{FF2B5EF4-FFF2-40B4-BE49-F238E27FC236}">
                <a16:creationId xmlns:a16="http://schemas.microsoft.com/office/drawing/2014/main" id="{12936C8B-39F8-4D83-9C5E-2C2550CA9DDB}"/>
              </a:ext>
            </a:extLst>
          </p:cNvPr>
          <p:cNvSpPr>
            <a:spLocks xmlns:a="http://schemas.openxmlformats.org/drawingml/2006/main" noGrp="1"/>
          </p:cNvSpPr>
          <p:nvPr/>
        </p:nvSpPr>
        <p:spPr>
          <a:xfrm xmlns:a="http://schemas.openxmlformats.org/drawingml/2006/main">
            <a:off x="5610225" y="2409825"/>
            <a:ext cx="476250"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0EFFBA-4397-437A-82C6-C428B85AD7CE}"/>
              </a:ext>
            </a:extLst>
          </p:cNvPr>
          <p:cNvSpPr>
            <a:spLocks xmlns:a="http://schemas.openxmlformats.org/drawingml/2006/main" noGrp="1"/>
          </p:cNvSpPr>
          <p:nvPr/>
        </p:nvSpPr>
        <p:spPr>
          <a:xfrm xmlns:a="http://schemas.openxmlformats.org/drawingml/2006/main">
            <a:off x="6638925" y="175260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C93A824-7A45-4DF1-8C39-CE28219822F8}"/>
              </a:ext>
            </a:extLst>
          </p:cNvPr>
          <p:cNvPicPr>
            <a:picLocks xmlns:a="http://schemas.openxmlformats.org/drawingml/2006/main" noChangeAspect="1"/>
          </p:cNvPicPr>
          <p:nvPr/>
        </p:nvPicPr>
        <p:blipFill>
          <a:blip xmlns:r="http://schemas.openxmlformats.org/officeDocument/2006/relationships" xmlns:a="http://schemas.openxmlformats.org/drawingml/2006/main" r:embed="Ra11084548e7e4122"/>
          <a:stretch xmlns:a="http://schemas.openxmlformats.org/drawingml/2006/main"/>
        </p:blipFill>
        <p:spPr>
          <a:xfrm xmlns:a="http://schemas.openxmlformats.org/drawingml/2006/main">
            <a:off x="7038975" y="2114550"/>
            <a:ext cx="657225" cy="657225"/>
          </a:xfrm>
          <a:prstGeom xmlns:a="http://schemas.openxmlformats.org/drawingml/2006/main" prst="rect">
            <a:avLst/>
          </a:prstGeom>
        </p:spPr>
      </p:pic>
      <p:sp>
        <p:nvSpPr>
          <p:cNvPr id="15" name="고지능 LLM">
            <a:extLst xmlns:a="http://schemas.openxmlformats.org/drawingml/2006/main">
              <a:ext uri="{FF2B5EF4-FFF2-40B4-BE49-F238E27FC236}">
                <a16:creationId xmlns:a16="http://schemas.microsoft.com/office/drawing/2014/main" id="{38F60378-1292-4844-B460-245C97753311}"/>
              </a:ext>
            </a:extLst>
          </p:cNvPr>
          <p:cNvSpPr>
            <a:spLocks xmlns:a="http://schemas.openxmlformats.org/drawingml/2006/main" noGrp="1"/>
          </p:cNvSpPr>
          <p:nvPr/>
        </p:nvSpPr>
        <p:spPr>
          <a:xfrm xmlns:a="http://schemas.openxmlformats.org/drawingml/2006/main">
            <a:off x="63341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고지능 LLM</a:t>
            </a:r>
          </a:p>
        </p:txBody>
      </p:sp>
      <p:sp>
        <p:nvSpPr>
          <p:cNvPr id="16" name="분석">
            <a:extLst xmlns:a="http://schemas.openxmlformats.org/drawingml/2006/main">
              <a:ext uri="{FF2B5EF4-FFF2-40B4-BE49-F238E27FC236}">
                <a16:creationId xmlns:a16="http://schemas.microsoft.com/office/drawing/2014/main" id="{3E4BD2BE-F9A5-4A18-B759-130F8ADB1456}"/>
              </a:ext>
            </a:extLst>
          </p:cNvPr>
          <p:cNvSpPr>
            <a:spLocks xmlns:a="http://schemas.openxmlformats.org/drawingml/2006/main" noGrp="1"/>
          </p:cNvSpPr>
          <p:nvPr/>
        </p:nvSpPr>
        <p:spPr>
          <a:xfrm xmlns:a="http://schemas.openxmlformats.org/drawingml/2006/main">
            <a:off x="60864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분석</a:t>
            </a:r>
          </a:p>
        </p:txBody>
      </p:sp>
    </p:spTree>
    <p:extLst>
      <p:ext uri="{BB962C8B-B14F-4D97-AF65-F5344CB8AC3E}">
        <p14:creationId xmlns:p14="http://schemas.microsoft.com/office/powerpoint/2010/main" val="634195365"/>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2" name="하네스">
            <a:extLst xmlns:a="http://schemas.openxmlformats.org/drawingml/2006/main">
              <a:ext uri="{FF2B5EF4-FFF2-40B4-BE49-F238E27FC236}">
                <a16:creationId xmlns:a16="http://schemas.microsoft.com/office/drawing/2014/main" id="{9AD6EF67-460E-4E60-B199-DF70EDB9E53B}"/>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하네스</a:t>
            </a:r>
          </a:p>
        </p:txBody>
      </p:sp>
      <p:sp>
        <p:nvSpPr>
          <p:cNvPr id="2" name="26">
            <a:extLst xmlns:a="http://schemas.openxmlformats.org/drawingml/2006/main">
              <a:ext uri="{FF2B5EF4-FFF2-40B4-BE49-F238E27FC236}">
                <a16:creationId xmlns:a16="http://schemas.microsoft.com/office/drawing/2014/main" id="{E7F3E4DA-DF87-4393-A2CF-3ED21A84798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26</a:t>
            </a:r>
          </a:p>
        </p:txBody>
      </p:sp>
      <p:sp>
        <p:nvSpPr>
          <p:cNvPr id="3" name="">
            <a:extLst xmlns:a="http://schemas.openxmlformats.org/drawingml/2006/main">
              <a:ext uri="{FF2B5EF4-FFF2-40B4-BE49-F238E27FC236}">
                <a16:creationId xmlns:a16="http://schemas.microsoft.com/office/drawing/2014/main" id="{7CAB9AE0-85BC-4363-A002-3BD4F94BB16F}"/>
              </a:ext>
            </a:extLst>
          </p:cNvPr>
          <p:cNvSpPr>
            <a:spLocks xmlns:a="http://schemas.openxmlformats.org/drawingml/2006/main" noGrp="1"/>
          </p:cNvSpPr>
          <p:nvPr/>
        </p:nvSpPr>
        <p:spPr>
          <a:xfrm xmlns:a="http://schemas.openxmlformats.org/drawingml/2006/main">
            <a:off x="781050"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03C88F1-2C8D-4498-943D-DFBABB681E5A}"/>
              </a:ext>
            </a:extLst>
          </p:cNvPr>
          <p:cNvPicPr>
            <a:picLocks xmlns:a="http://schemas.openxmlformats.org/drawingml/2006/main" noChangeAspect="1"/>
          </p:cNvPicPr>
          <p:nvPr/>
        </p:nvPicPr>
        <p:blipFill>
          <a:blip xmlns:r="http://schemas.openxmlformats.org/officeDocument/2006/relationships" xmlns:a="http://schemas.openxmlformats.org/drawingml/2006/main" r:embed="Rb2f87b5f1d4146ee"/>
          <a:stretch xmlns:a="http://schemas.openxmlformats.org/drawingml/2006/main"/>
        </p:blipFill>
        <p:spPr>
          <a:xfrm xmlns:a="http://schemas.openxmlformats.org/drawingml/2006/main">
            <a:off x="1123950" y="2152650"/>
            <a:ext cx="628650" cy="628650"/>
          </a:xfrm>
          <a:prstGeom xmlns:a="http://schemas.openxmlformats.org/drawingml/2006/main" prst="rect">
            <a:avLst/>
          </a:prstGeom>
        </p:spPr>
      </p:pic>
      <p:sp>
        <p:nvSpPr>
          <p:cNvPr id="5" name="PRD">
            <a:extLst xmlns:a="http://schemas.openxmlformats.org/drawingml/2006/main">
              <a:ext uri="{FF2B5EF4-FFF2-40B4-BE49-F238E27FC236}">
                <a16:creationId xmlns:a16="http://schemas.microsoft.com/office/drawing/2014/main" id="{0CF94ADC-AC87-4172-A2B6-84816C89B179}"/>
              </a:ext>
            </a:extLst>
          </p:cNvPr>
          <p:cNvSpPr>
            <a:spLocks xmlns:a="http://schemas.openxmlformats.org/drawingml/2006/main" noGrp="1"/>
          </p:cNvSpPr>
          <p:nvPr/>
        </p:nvSpPr>
        <p:spPr>
          <a:xfrm xmlns:a="http://schemas.openxmlformats.org/drawingml/2006/main">
            <a:off x="514350"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PRD</a:t>
            </a:r>
          </a:p>
        </p:txBody>
      </p:sp>
      <p:sp>
        <p:nvSpPr>
          <p:cNvPr id="6" name="요구사항 · 완료 조건">
            <a:extLst xmlns:a="http://schemas.openxmlformats.org/drawingml/2006/main">
              <a:ext uri="{FF2B5EF4-FFF2-40B4-BE49-F238E27FC236}">
                <a16:creationId xmlns:a16="http://schemas.microsoft.com/office/drawing/2014/main" id="{7A51938E-5F07-4BCC-8FB5-118A4A9C7317}"/>
              </a:ext>
            </a:extLst>
          </p:cNvPr>
          <p:cNvSpPr>
            <a:spLocks xmlns:a="http://schemas.openxmlformats.org/drawingml/2006/main" noGrp="1"/>
          </p:cNvSpPr>
          <p:nvPr/>
        </p:nvSpPr>
        <p:spPr>
          <a:xfrm xmlns:a="http://schemas.openxmlformats.org/drawingml/2006/main">
            <a:off x="466725"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요구사항 · 완료 조건</a:t>
            </a:r>
          </a:p>
        </p:txBody>
      </p:sp>
      <p:sp>
        <p:nvSpPr>
          <p:cNvPr id="7" name="">
            <a:extLst xmlns:a="http://schemas.openxmlformats.org/drawingml/2006/main">
              <a:ext uri="{FF2B5EF4-FFF2-40B4-BE49-F238E27FC236}">
                <a16:creationId xmlns:a16="http://schemas.microsoft.com/office/drawing/2014/main" id="{86B66478-FBBC-465D-B6E9-FEE9B1041E56}"/>
              </a:ext>
            </a:extLst>
          </p:cNvPr>
          <p:cNvSpPr>
            <a:spLocks xmlns:a="http://schemas.openxmlformats.org/drawingml/2006/main" noGrp="1"/>
          </p:cNvSpPr>
          <p:nvPr/>
        </p:nvSpPr>
        <p:spPr>
          <a:xfrm xmlns:a="http://schemas.openxmlformats.org/drawingml/2006/main">
            <a:off x="2295525"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676C4B-AD90-44A4-9CBC-EF66A6F37174}"/>
              </a:ext>
            </a:extLst>
          </p:cNvPr>
          <p:cNvSpPr>
            <a:spLocks xmlns:a="http://schemas.openxmlformats.org/drawingml/2006/main" noGrp="1"/>
          </p:cNvSpPr>
          <p:nvPr/>
        </p:nvSpPr>
        <p:spPr>
          <a:xfrm xmlns:a="http://schemas.openxmlformats.org/drawingml/2006/main">
            <a:off x="2962275"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D1C0D11-28B7-46B9-AA3B-6B9BA4943B70}"/>
              </a:ext>
            </a:extLst>
          </p:cNvPr>
          <p:cNvPicPr>
            <a:picLocks xmlns:a="http://schemas.openxmlformats.org/drawingml/2006/main" noChangeAspect="1"/>
          </p:cNvPicPr>
          <p:nvPr/>
        </p:nvPicPr>
        <p:blipFill>
          <a:blip xmlns:r="http://schemas.openxmlformats.org/officeDocument/2006/relationships" xmlns:a="http://schemas.openxmlformats.org/drawingml/2006/main" r:embed="R8a36e409ca1f4e9a"/>
          <a:stretch xmlns:a="http://schemas.openxmlformats.org/drawingml/2006/main"/>
        </p:blipFill>
        <p:spPr>
          <a:xfrm xmlns:a="http://schemas.openxmlformats.org/drawingml/2006/main">
            <a:off x="3305175" y="2152650"/>
            <a:ext cx="628650" cy="628650"/>
          </a:xfrm>
          <a:prstGeom xmlns:a="http://schemas.openxmlformats.org/drawingml/2006/main" prst="rect">
            <a:avLst/>
          </a:prstGeom>
        </p:spPr>
      </p:pic>
      <p:sp>
        <p:nvSpPr>
          <p:cNvPr id="10" name="유스케이스">
            <a:extLst xmlns:a="http://schemas.openxmlformats.org/drawingml/2006/main">
              <a:ext uri="{FF2B5EF4-FFF2-40B4-BE49-F238E27FC236}">
                <a16:creationId xmlns:a16="http://schemas.microsoft.com/office/drawing/2014/main" id="{D7801969-15A2-4940-91C0-5104A0287341}"/>
              </a:ext>
            </a:extLst>
          </p:cNvPr>
          <p:cNvSpPr>
            <a:spLocks xmlns:a="http://schemas.openxmlformats.org/drawingml/2006/main" noGrp="1"/>
          </p:cNvSpPr>
          <p:nvPr/>
        </p:nvSpPr>
        <p:spPr>
          <a:xfrm xmlns:a="http://schemas.openxmlformats.org/drawingml/2006/main">
            <a:off x="2695575"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유스케이스</a:t>
            </a:r>
          </a:p>
        </p:txBody>
      </p:sp>
      <p:sp>
        <p:nvSpPr>
          <p:cNvPr id="11" name="정상 · 예외">
            <a:extLst xmlns:a="http://schemas.openxmlformats.org/drawingml/2006/main">
              <a:ext uri="{FF2B5EF4-FFF2-40B4-BE49-F238E27FC236}">
                <a16:creationId xmlns:a16="http://schemas.microsoft.com/office/drawing/2014/main" id="{C6D2B16F-3808-4316-B940-227DA1D4573D}"/>
              </a:ext>
            </a:extLst>
          </p:cNvPr>
          <p:cNvSpPr>
            <a:spLocks xmlns:a="http://schemas.openxmlformats.org/drawingml/2006/main" noGrp="1"/>
          </p:cNvSpPr>
          <p:nvPr/>
        </p:nvSpPr>
        <p:spPr>
          <a:xfrm xmlns:a="http://schemas.openxmlformats.org/drawingml/2006/main">
            <a:off x="2647950"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정상 · 예외</a:t>
            </a:r>
          </a:p>
        </p:txBody>
      </p:sp>
      <p:sp>
        <p:nvSpPr>
          <p:cNvPr id="12" name="">
            <a:extLst xmlns:a="http://schemas.openxmlformats.org/drawingml/2006/main">
              <a:ext uri="{FF2B5EF4-FFF2-40B4-BE49-F238E27FC236}">
                <a16:creationId xmlns:a16="http://schemas.microsoft.com/office/drawing/2014/main" id="{64D1D572-554D-483C-952B-A083F3DF3E68}"/>
              </a:ext>
            </a:extLst>
          </p:cNvPr>
          <p:cNvSpPr>
            <a:spLocks xmlns:a="http://schemas.openxmlformats.org/drawingml/2006/main" noGrp="1"/>
          </p:cNvSpPr>
          <p:nvPr/>
        </p:nvSpPr>
        <p:spPr>
          <a:xfrm xmlns:a="http://schemas.openxmlformats.org/drawingml/2006/main">
            <a:off x="4476750"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017B60-092E-4AC6-8729-52EF8365DA14}"/>
              </a:ext>
            </a:extLst>
          </p:cNvPr>
          <p:cNvSpPr>
            <a:spLocks xmlns:a="http://schemas.openxmlformats.org/drawingml/2006/main" noGrp="1"/>
          </p:cNvSpPr>
          <p:nvPr/>
        </p:nvSpPr>
        <p:spPr>
          <a:xfrm xmlns:a="http://schemas.openxmlformats.org/drawingml/2006/main">
            <a:off x="5143500" y="1809750"/>
            <a:ext cx="1314450" cy="131445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5E434617-3805-4D6D-9E03-150207236BD0}"/>
              </a:ext>
            </a:extLst>
          </p:cNvPr>
          <p:cNvPicPr>
            <a:picLocks xmlns:a="http://schemas.openxmlformats.org/drawingml/2006/main" noChangeAspect="1"/>
          </p:cNvPicPr>
          <p:nvPr/>
        </p:nvPicPr>
        <p:blipFill>
          <a:blip xmlns:r="http://schemas.openxmlformats.org/officeDocument/2006/relationships" xmlns:a="http://schemas.openxmlformats.org/drawingml/2006/main" r:embed="R0142fc77568d4567"/>
          <a:stretch xmlns:a="http://schemas.openxmlformats.org/drawingml/2006/main"/>
        </p:blipFill>
        <p:spPr>
          <a:xfrm xmlns:a="http://schemas.openxmlformats.org/drawingml/2006/main">
            <a:off x="5486400" y="2152650"/>
            <a:ext cx="628650" cy="628650"/>
          </a:xfrm>
          <a:prstGeom xmlns:a="http://schemas.openxmlformats.org/drawingml/2006/main" prst="rect">
            <a:avLst/>
          </a:prstGeom>
        </p:spPr>
      </p:pic>
      <p:sp>
        <p:nvSpPr>
          <p:cNvPr id="15" name="PBT">
            <a:extLst xmlns:a="http://schemas.openxmlformats.org/drawingml/2006/main">
              <a:ext uri="{FF2B5EF4-FFF2-40B4-BE49-F238E27FC236}">
                <a16:creationId xmlns:a16="http://schemas.microsoft.com/office/drawing/2014/main" id="{5A4CD7AE-D680-4EC6-8C30-C14B7E93EBD8}"/>
              </a:ext>
            </a:extLst>
          </p:cNvPr>
          <p:cNvSpPr>
            <a:spLocks xmlns:a="http://schemas.openxmlformats.org/drawingml/2006/main" noGrp="1"/>
          </p:cNvSpPr>
          <p:nvPr/>
        </p:nvSpPr>
        <p:spPr>
          <a:xfrm xmlns:a="http://schemas.openxmlformats.org/drawingml/2006/main">
            <a:off x="4876800"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PBT</a:t>
            </a:r>
          </a:p>
        </p:txBody>
      </p:sp>
      <p:sp>
        <p:nvSpPr>
          <p:cNvPr id="16" name="속성 기반 테스트">
            <a:extLst xmlns:a="http://schemas.openxmlformats.org/drawingml/2006/main">
              <a:ext uri="{FF2B5EF4-FFF2-40B4-BE49-F238E27FC236}">
                <a16:creationId xmlns:a16="http://schemas.microsoft.com/office/drawing/2014/main" id="{CA01F726-06B7-4978-884C-93251C64AD09}"/>
              </a:ext>
            </a:extLst>
          </p:cNvPr>
          <p:cNvSpPr>
            <a:spLocks xmlns:a="http://schemas.openxmlformats.org/drawingml/2006/main" noGrp="1"/>
          </p:cNvSpPr>
          <p:nvPr/>
        </p:nvSpPr>
        <p:spPr>
          <a:xfrm xmlns:a="http://schemas.openxmlformats.org/drawingml/2006/main">
            <a:off x="4829175"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속성 기반 테스트</a:t>
            </a:r>
          </a:p>
        </p:txBody>
      </p:sp>
      <p:sp>
        <p:nvSpPr>
          <p:cNvPr id="17" name="">
            <a:extLst xmlns:a="http://schemas.openxmlformats.org/drawingml/2006/main">
              <a:ext uri="{FF2B5EF4-FFF2-40B4-BE49-F238E27FC236}">
                <a16:creationId xmlns:a16="http://schemas.microsoft.com/office/drawing/2014/main" id="{0CC6F703-534F-45D9-B54D-E310C72C47CA}"/>
              </a:ext>
            </a:extLst>
          </p:cNvPr>
          <p:cNvSpPr>
            <a:spLocks xmlns:a="http://schemas.openxmlformats.org/drawingml/2006/main" noGrp="1"/>
          </p:cNvSpPr>
          <p:nvPr/>
        </p:nvSpPr>
        <p:spPr>
          <a:xfrm xmlns:a="http://schemas.openxmlformats.org/drawingml/2006/main">
            <a:off x="6657975"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EAC2E0-2BB1-4454-B717-3E3C3DC5AD34}"/>
              </a:ext>
            </a:extLst>
          </p:cNvPr>
          <p:cNvSpPr>
            <a:spLocks xmlns:a="http://schemas.openxmlformats.org/drawingml/2006/main" noGrp="1"/>
          </p:cNvSpPr>
          <p:nvPr/>
        </p:nvSpPr>
        <p:spPr>
          <a:xfrm xmlns:a="http://schemas.openxmlformats.org/drawingml/2006/main">
            <a:off x="7324725"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FF06BB25-84DD-4139-8EF9-284383D65F1B}"/>
              </a:ext>
            </a:extLst>
          </p:cNvPr>
          <p:cNvPicPr>
            <a:picLocks xmlns:a="http://schemas.openxmlformats.org/drawingml/2006/main" noChangeAspect="1"/>
          </p:cNvPicPr>
          <p:nvPr/>
        </p:nvPicPr>
        <p:blipFill>
          <a:blip xmlns:r="http://schemas.openxmlformats.org/officeDocument/2006/relationships" xmlns:a="http://schemas.openxmlformats.org/drawingml/2006/main" r:embed="Rbcc28e7cec614b34"/>
          <a:stretch xmlns:a="http://schemas.openxmlformats.org/drawingml/2006/main"/>
        </p:blipFill>
        <p:spPr>
          <a:xfrm xmlns:a="http://schemas.openxmlformats.org/drawingml/2006/main">
            <a:off x="7667625" y="2152650"/>
            <a:ext cx="628650" cy="628650"/>
          </a:xfrm>
          <a:prstGeom xmlns:a="http://schemas.openxmlformats.org/drawingml/2006/main" prst="rect">
            <a:avLst/>
          </a:prstGeom>
        </p:spPr>
      </p:pic>
      <p:sp>
        <p:nvSpPr>
          <p:cNvPr id="20" name="UI 검수">
            <a:extLst xmlns:a="http://schemas.openxmlformats.org/drawingml/2006/main">
              <a:ext uri="{FF2B5EF4-FFF2-40B4-BE49-F238E27FC236}">
                <a16:creationId xmlns:a16="http://schemas.microsoft.com/office/drawing/2014/main" id="{9BFCE824-8C45-4281-9D3C-FC3D2B2AC5AC}"/>
              </a:ext>
            </a:extLst>
          </p:cNvPr>
          <p:cNvSpPr>
            <a:spLocks xmlns:a="http://schemas.openxmlformats.org/drawingml/2006/main" noGrp="1"/>
          </p:cNvSpPr>
          <p:nvPr/>
        </p:nvSpPr>
        <p:spPr>
          <a:xfrm xmlns:a="http://schemas.openxmlformats.org/drawingml/2006/main">
            <a:off x="7058025"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UI 검수</a:t>
            </a:r>
          </a:p>
        </p:txBody>
      </p:sp>
      <p:sp>
        <p:nvSpPr>
          <p:cNvPr id="21" name="화면 · 반응형">
            <a:extLst xmlns:a="http://schemas.openxmlformats.org/drawingml/2006/main">
              <a:ext uri="{FF2B5EF4-FFF2-40B4-BE49-F238E27FC236}">
                <a16:creationId xmlns:a16="http://schemas.microsoft.com/office/drawing/2014/main" id="{D695B146-6C5E-4B75-A9EA-26507ED608E4}"/>
              </a:ext>
            </a:extLst>
          </p:cNvPr>
          <p:cNvSpPr>
            <a:spLocks xmlns:a="http://schemas.openxmlformats.org/drawingml/2006/main" noGrp="1"/>
          </p:cNvSpPr>
          <p:nvPr/>
        </p:nvSpPr>
        <p:spPr>
          <a:xfrm xmlns:a="http://schemas.openxmlformats.org/drawingml/2006/main">
            <a:off x="7010400"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화면 · 반응형</a:t>
            </a:r>
          </a:p>
        </p:txBody>
      </p:sp>
    </p:spTree>
    <p:extLst>
      <p:ext uri="{BB962C8B-B14F-4D97-AF65-F5344CB8AC3E}">
        <p14:creationId xmlns:p14="http://schemas.microsoft.com/office/powerpoint/2010/main" val="2114371363"/>
      </p:ext>
    </p:extLst>
  </p:cSld>
</p:sld>
</file>

<file path=ppt/slides/slide27.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3" name="One More">
            <a:extLst xmlns:a="http://schemas.openxmlformats.org/drawingml/2006/main">
              <a:ext uri="{FF2B5EF4-FFF2-40B4-BE49-F238E27FC236}">
                <a16:creationId xmlns:a16="http://schemas.microsoft.com/office/drawing/2014/main" id="{CC25E6D7-A06A-4BFD-AD6D-AFA8FEC85D4B}"/>
              </a:ext>
            </a:extLst>
          </p:cNvPr>
          <p:cNvSpPr>
            <a:spLocks xmlns:a="http://schemas.openxmlformats.org/drawingml/2006/main" noGrp="1"/>
          </p:cNvSpPr>
          <p:nvPr/>
        </p:nvSpPr>
        <p:spPr>
          <a:xfrm xmlns:a="http://schemas.openxmlformats.org/drawingml/2006/main">
            <a:off x="619125" y="1095375"/>
            <a:ext cx="7962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1">
                <a:solidFill>
                  <a:srgbClr val="F5F2E9"/>
                </a:solidFill>
                <a:latin typeface="Pretendard"/>
                <a:ea typeface="Pretendard"/>
                <a:cs typeface="Pretendard"/>
              </a:defRPr>
            </a:defPPr>
          </a:lstStyle>
          <a:p xmlns:a="http://schemas.openxmlformats.org/drawingml/2006/main">
            <a:pPr algn="l">
              <a:defRPr sz="6600" b="1">
                <a:solidFill>
                  <a:srgbClr val="F5F2E9"/>
                </a:solidFill>
                <a:latin typeface="Pretendard"/>
                <a:ea typeface="Pretendard"/>
                <a:cs typeface="Pretendard"/>
              </a:defRPr>
            </a:pPr>
            <a:r>
              <a:rPr sz="6600" b="1">
                <a:solidFill>
                  <a:srgbClr val="F5F2E9"/>
                </a:solidFill>
                <a:latin typeface="Pretendard"/>
                <a:ea typeface="Pretendard"/>
                <a:cs typeface="Pretendard"/>
              </a:rPr>
              <a:t>One More</a:t>
            </a:r>
          </a:p>
        </p:txBody>
      </p:sp>
      <p:sp>
        <p:nvSpPr>
          <p:cNvPr id="2" name="Thing">
            <a:extLst xmlns:a="http://schemas.openxmlformats.org/drawingml/2006/main">
              <a:ext uri="{FF2B5EF4-FFF2-40B4-BE49-F238E27FC236}">
                <a16:creationId xmlns:a16="http://schemas.microsoft.com/office/drawing/2014/main" id="{B2791D99-87C6-4D8C-B1C1-B415609545F7}"/>
              </a:ext>
            </a:extLst>
          </p:cNvPr>
          <p:cNvSpPr>
            <a:spLocks xmlns:a="http://schemas.openxmlformats.org/drawingml/2006/main" noGrp="1"/>
          </p:cNvSpPr>
          <p:nvPr/>
        </p:nvSpPr>
        <p:spPr>
          <a:xfrm xmlns:a="http://schemas.openxmlformats.org/drawingml/2006/main">
            <a:off x="590550" y="2390775"/>
            <a:ext cx="7991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F5F2E9"/>
                </a:solidFill>
                <a:latin typeface="Pretendard"/>
                <a:ea typeface="Pretendard"/>
                <a:cs typeface="Pretendard"/>
              </a:defRPr>
            </a:defPPr>
          </a:lstStyle>
          <a:p xmlns:a="http://schemas.openxmlformats.org/drawingml/2006/main">
            <a:pPr algn="l">
              <a:defRPr sz="7725" b="1">
                <a:solidFill>
                  <a:srgbClr val="F5F2E9"/>
                </a:solidFill>
                <a:latin typeface="Pretendard"/>
                <a:ea typeface="Pretendard"/>
                <a:cs typeface="Pretendard"/>
              </a:defRPr>
            </a:pPr>
            <a:r>
              <a:rPr sz="7725" b="1">
                <a:solidFill>
                  <a:srgbClr val="F5F2E9"/>
                </a:solidFill>
                <a:latin typeface="Pretendard"/>
                <a:ea typeface="Pretendard"/>
                <a:cs typeface="Pretendard"/>
              </a:rPr>
              <a:t>Thing</a:t>
            </a:r>
          </a:p>
        </p:txBody>
      </p:sp>
    </p:spTree>
    <p:extLst>
      <p:ext uri="{BB962C8B-B14F-4D97-AF65-F5344CB8AC3E}">
        <p14:creationId xmlns:p14="http://schemas.microsoft.com/office/powerpoint/2010/main" val="880866014"/>
      </p:ext>
    </p:extLst>
  </p:cSld>
</p:sld>
</file>

<file path=ppt/slides/slide2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6" name="One More Thing">
            <a:extLst xmlns:a="http://schemas.openxmlformats.org/drawingml/2006/main">
              <a:ext uri="{FF2B5EF4-FFF2-40B4-BE49-F238E27FC236}">
                <a16:creationId xmlns:a16="http://schemas.microsoft.com/office/drawing/2014/main" id="{F7DB0B1D-8425-4C8A-AE8C-49F16304843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ChatGPT 연동">
            <a:extLst xmlns:a="http://schemas.openxmlformats.org/drawingml/2006/main">
              <a:ext uri="{FF2B5EF4-FFF2-40B4-BE49-F238E27FC236}">
                <a16:creationId xmlns:a16="http://schemas.microsoft.com/office/drawing/2014/main" id="{D1EC38EF-E84A-40DC-81FA-CF2410995972}"/>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ChatGPT 연동</a:t>
            </a:r>
          </a:p>
        </p:txBody>
      </p:sp>
      <p:sp>
        <p:nvSpPr>
          <p:cNvPr id="3" name="28">
            <a:extLst xmlns:a="http://schemas.openxmlformats.org/drawingml/2006/main">
              <a:ext uri="{FF2B5EF4-FFF2-40B4-BE49-F238E27FC236}">
                <a16:creationId xmlns:a16="http://schemas.microsoft.com/office/drawing/2014/main" id="{6ABAF824-43E1-4E15-83BE-D842CD36B68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28</a:t>
            </a:r>
          </a:p>
        </p:txBody>
      </p:sp>
      <p:sp>
        <p:nvSpPr>
          <p:cNvPr id="4" name="">
            <a:extLst xmlns:a="http://schemas.openxmlformats.org/drawingml/2006/main">
              <a:ext uri="{FF2B5EF4-FFF2-40B4-BE49-F238E27FC236}">
                <a16:creationId xmlns:a16="http://schemas.microsoft.com/office/drawing/2014/main" id="{8D7FE199-2BC3-4904-AB5E-D02CBA9DFD48}"/>
              </a:ext>
            </a:extLst>
          </p:cNvPr>
          <p:cNvSpPr>
            <a:spLocks xmlns:a="http://schemas.openxmlformats.org/drawingml/2006/main" noGrp="1"/>
          </p:cNvSpPr>
          <p:nvPr/>
        </p:nvSpPr>
        <p:spPr>
          <a:xfrm xmlns:a="http://schemas.openxmlformats.org/drawingml/2006/main">
            <a:off x="10096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30D239D-F5FF-4D58-BB4E-A82E863A7A9B}"/>
              </a:ext>
            </a:extLst>
          </p:cNvPr>
          <p:cNvPicPr>
            <a:picLocks xmlns:a="http://schemas.openxmlformats.org/drawingml/2006/main" noChangeAspect="1"/>
          </p:cNvPicPr>
          <p:nvPr/>
        </p:nvPicPr>
        <p:blipFill>
          <a:blip xmlns:r="http://schemas.openxmlformats.org/officeDocument/2006/relationships" xmlns:a="http://schemas.openxmlformats.org/drawingml/2006/main" r:embed="R3f62a68a17194f3d"/>
          <a:stretch xmlns:a="http://schemas.openxmlformats.org/drawingml/2006/main"/>
        </p:blipFill>
        <p:spPr>
          <a:xfrm xmlns:a="http://schemas.openxmlformats.org/drawingml/2006/main">
            <a:off x="1390650" y="2114550"/>
            <a:ext cx="685800" cy="685800"/>
          </a:xfrm>
          <a:prstGeom xmlns:a="http://schemas.openxmlformats.org/drawingml/2006/main" prst="rect">
            <a:avLst/>
          </a:prstGeom>
        </p:spPr>
      </p:pic>
      <p:sp>
        <p:nvSpPr>
          <p:cNvPr id="6" name="Skills">
            <a:extLst xmlns:a="http://schemas.openxmlformats.org/drawingml/2006/main">
              <a:ext uri="{FF2B5EF4-FFF2-40B4-BE49-F238E27FC236}">
                <a16:creationId xmlns:a16="http://schemas.microsoft.com/office/drawing/2014/main" id="{9361708D-433A-4AA4-8047-9F597138B485}"/>
              </a:ext>
            </a:extLst>
          </p:cNvPr>
          <p:cNvSpPr>
            <a:spLocks xmlns:a="http://schemas.openxmlformats.org/drawingml/2006/main" noGrp="1"/>
          </p:cNvSpPr>
          <p:nvPr/>
        </p:nvSpPr>
        <p:spPr>
          <a:xfrm xmlns:a="http://schemas.openxmlformats.org/drawingml/2006/main">
            <a:off x="5524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Skills</a:t>
            </a:r>
          </a:p>
        </p:txBody>
      </p:sp>
      <p:sp>
        <p:nvSpPr>
          <p:cNvPr id="7" name="업무 절차">
            <a:extLst xmlns:a="http://schemas.openxmlformats.org/drawingml/2006/main">
              <a:ext uri="{FF2B5EF4-FFF2-40B4-BE49-F238E27FC236}">
                <a16:creationId xmlns:a16="http://schemas.microsoft.com/office/drawing/2014/main" id="{4E45A39D-9CA8-4C1F-B8D9-A1F10AE43713}"/>
              </a:ext>
            </a:extLst>
          </p:cNvPr>
          <p:cNvSpPr>
            <a:spLocks xmlns:a="http://schemas.openxmlformats.org/drawingml/2006/main" noGrp="1"/>
          </p:cNvSpPr>
          <p:nvPr/>
        </p:nvSpPr>
        <p:spPr>
          <a:xfrm xmlns:a="http://schemas.openxmlformats.org/drawingml/2006/main">
            <a:off x="7048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업무 절차</a:t>
            </a:r>
          </a:p>
        </p:txBody>
      </p:sp>
      <p:sp>
        <p:nvSpPr>
          <p:cNvPr id="8" name="">
            <a:extLst xmlns:a="http://schemas.openxmlformats.org/drawingml/2006/main">
              <a:ext uri="{FF2B5EF4-FFF2-40B4-BE49-F238E27FC236}">
                <a16:creationId xmlns:a16="http://schemas.microsoft.com/office/drawing/2014/main" id="{615EABBF-F63A-4BF3-B66F-6A3254B1588F}"/>
              </a:ext>
            </a:extLst>
          </p:cNvPr>
          <p:cNvSpPr>
            <a:spLocks xmlns:a="http://schemas.openxmlformats.org/drawingml/2006/main" noGrp="1"/>
          </p:cNvSpPr>
          <p:nvPr/>
        </p:nvSpPr>
        <p:spPr>
          <a:xfrm xmlns:a="http://schemas.openxmlformats.org/drawingml/2006/main">
            <a:off x="3829050" y="173355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B486E1F-F9EC-4BF1-A505-1CA8CA29B8A5}"/>
              </a:ext>
            </a:extLst>
          </p:cNvPr>
          <p:cNvPicPr>
            <a:picLocks xmlns:a="http://schemas.openxmlformats.org/drawingml/2006/main" noChangeAspect="1"/>
          </p:cNvPicPr>
          <p:nvPr/>
        </p:nvPicPr>
        <p:blipFill>
          <a:blip xmlns:r="http://schemas.openxmlformats.org/officeDocument/2006/relationships" xmlns:a="http://schemas.openxmlformats.org/drawingml/2006/main" r:embed="R0fd2a0a987614481"/>
          <a:stretch xmlns:a="http://schemas.openxmlformats.org/drawingml/2006/main"/>
        </p:blipFill>
        <p:spPr>
          <a:xfrm xmlns:a="http://schemas.openxmlformats.org/drawingml/2006/main">
            <a:off x="4210050" y="2114550"/>
            <a:ext cx="685800" cy="685800"/>
          </a:xfrm>
          <a:prstGeom xmlns:a="http://schemas.openxmlformats.org/drawingml/2006/main" prst="rect">
            <a:avLst/>
          </a:prstGeom>
        </p:spPr>
      </p:pic>
      <p:sp>
        <p:nvSpPr>
          <p:cNvPr id="10" name="MCP">
            <a:extLst xmlns:a="http://schemas.openxmlformats.org/drawingml/2006/main">
              <a:ext uri="{FF2B5EF4-FFF2-40B4-BE49-F238E27FC236}">
                <a16:creationId xmlns:a16="http://schemas.microsoft.com/office/drawing/2014/main" id="{9794E987-F3AE-4F14-94CD-A29711E956AD}"/>
              </a:ext>
            </a:extLst>
          </p:cNvPr>
          <p:cNvSpPr>
            <a:spLocks xmlns:a="http://schemas.openxmlformats.org/drawingml/2006/main" noGrp="1"/>
          </p:cNvSpPr>
          <p:nvPr/>
        </p:nvSpPr>
        <p:spPr>
          <a:xfrm xmlns:a="http://schemas.openxmlformats.org/drawingml/2006/main">
            <a:off x="33718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a:t>
            </a:r>
          </a:p>
        </p:txBody>
      </p:sp>
      <p:sp>
        <p:nvSpPr>
          <p:cNvPr id="11" name="조회 · 실행">
            <a:extLst xmlns:a="http://schemas.openxmlformats.org/drawingml/2006/main">
              <a:ext uri="{FF2B5EF4-FFF2-40B4-BE49-F238E27FC236}">
                <a16:creationId xmlns:a16="http://schemas.microsoft.com/office/drawing/2014/main" id="{E0FAB399-EDD2-45F7-B35D-FB6F2C56793B}"/>
              </a:ext>
            </a:extLst>
          </p:cNvPr>
          <p:cNvSpPr>
            <a:spLocks xmlns:a="http://schemas.openxmlformats.org/drawingml/2006/main" noGrp="1"/>
          </p:cNvSpPr>
          <p:nvPr/>
        </p:nvSpPr>
        <p:spPr>
          <a:xfrm xmlns:a="http://schemas.openxmlformats.org/drawingml/2006/main">
            <a:off x="35242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조회 · 실행</a:t>
            </a:r>
          </a:p>
        </p:txBody>
      </p:sp>
      <p:sp>
        <p:nvSpPr>
          <p:cNvPr id="12" name="">
            <a:extLst xmlns:a="http://schemas.openxmlformats.org/drawingml/2006/main">
              <a:ext uri="{FF2B5EF4-FFF2-40B4-BE49-F238E27FC236}">
                <a16:creationId xmlns:a16="http://schemas.microsoft.com/office/drawing/2014/main" id="{90CFEAFC-F92A-4D44-B757-B59D29F479D6}"/>
              </a:ext>
            </a:extLst>
          </p:cNvPr>
          <p:cNvSpPr>
            <a:spLocks xmlns:a="http://schemas.openxmlformats.org/drawingml/2006/main" noGrp="1"/>
          </p:cNvSpPr>
          <p:nvPr/>
        </p:nvSpPr>
        <p:spPr>
          <a:xfrm xmlns:a="http://schemas.openxmlformats.org/drawingml/2006/main">
            <a:off x="66484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DF87F08D-A64F-4A49-8A91-FF489275C043}"/>
              </a:ext>
            </a:extLst>
          </p:cNvPr>
          <p:cNvPicPr>
            <a:picLocks xmlns:a="http://schemas.openxmlformats.org/drawingml/2006/main" noChangeAspect="1"/>
          </p:cNvPicPr>
          <p:nvPr/>
        </p:nvPicPr>
        <p:blipFill>
          <a:blip xmlns:r="http://schemas.openxmlformats.org/officeDocument/2006/relationships" xmlns:a="http://schemas.openxmlformats.org/drawingml/2006/main" r:embed="Rafea0dcd945c4697"/>
          <a:stretch xmlns:a="http://schemas.openxmlformats.org/drawingml/2006/main"/>
        </p:blipFill>
        <p:spPr>
          <a:xfrm xmlns:a="http://schemas.openxmlformats.org/drawingml/2006/main">
            <a:off x="7029450" y="2114550"/>
            <a:ext cx="685800" cy="685800"/>
          </a:xfrm>
          <a:prstGeom xmlns:a="http://schemas.openxmlformats.org/drawingml/2006/main" prst="rect">
            <a:avLst/>
          </a:prstGeom>
        </p:spPr>
      </p:pic>
      <p:sp>
        <p:nvSpPr>
          <p:cNvPr id="14" name="MCP Events">
            <a:extLst xmlns:a="http://schemas.openxmlformats.org/drawingml/2006/main">
              <a:ext uri="{FF2B5EF4-FFF2-40B4-BE49-F238E27FC236}">
                <a16:creationId xmlns:a16="http://schemas.microsoft.com/office/drawing/2014/main" id="{1B1F5D4D-7ACC-48D3-BC6A-087B169C3951}"/>
              </a:ext>
            </a:extLst>
          </p:cNvPr>
          <p:cNvSpPr>
            <a:spLocks xmlns:a="http://schemas.openxmlformats.org/drawingml/2006/main" noGrp="1"/>
          </p:cNvSpPr>
          <p:nvPr/>
        </p:nvSpPr>
        <p:spPr>
          <a:xfrm xmlns:a="http://schemas.openxmlformats.org/drawingml/2006/main">
            <a:off x="61912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 Events</a:t>
            </a:r>
          </a:p>
        </p:txBody>
      </p:sp>
      <p:sp>
        <p:nvSpPr>
          <p:cNvPr id="15" name="변경 알림">
            <a:extLst xmlns:a="http://schemas.openxmlformats.org/drawingml/2006/main">
              <a:ext uri="{FF2B5EF4-FFF2-40B4-BE49-F238E27FC236}">
                <a16:creationId xmlns:a16="http://schemas.microsoft.com/office/drawing/2014/main" id="{CDB5D497-E67E-43DC-9E20-FD125676ACF0}"/>
              </a:ext>
            </a:extLst>
          </p:cNvPr>
          <p:cNvSpPr>
            <a:spLocks xmlns:a="http://schemas.openxmlformats.org/drawingml/2006/main" noGrp="1"/>
          </p:cNvSpPr>
          <p:nvPr/>
        </p:nvSpPr>
        <p:spPr>
          <a:xfrm xmlns:a="http://schemas.openxmlformats.org/drawingml/2006/main">
            <a:off x="63436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변경 알림</a:t>
            </a:r>
          </a:p>
        </p:txBody>
      </p:sp>
    </p:spTree>
    <p:extLst>
      <p:ext uri="{BB962C8B-B14F-4D97-AF65-F5344CB8AC3E}">
        <p14:creationId xmlns:p14="http://schemas.microsoft.com/office/powerpoint/2010/main" val="663763929"/>
      </p:ext>
    </p:extLst>
  </p:cSld>
</p:sld>
</file>

<file path=ppt/slides/slide2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4D1F669-94B9-466F-8CBF-D13072CA2E5E}"/>
              </a:ext>
            </a:extLst>
          </p:cNvPr>
          <p:cNvPicPr>
            <a:picLocks xmlns:a="http://schemas.openxmlformats.org/drawingml/2006/main" noChangeAspect="1"/>
          </p:cNvPicPr>
          <p:nvPr/>
        </p:nvPicPr>
        <p:blipFill>
          <a:blip xmlns:r="http://schemas.openxmlformats.org/officeDocument/2006/relationships" xmlns:a="http://schemas.openxmlformats.org/drawingml/2006/main" r:embed="R0f540adf598243b1"/>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F134B329-CAC1-427E-853C-78F9BDB65C2B}"/>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9CD2A458-8BC6-4CE2-8C5F-797E1F319A0B}"/>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1003D76C-2C7E-4D73-962F-B6A0A4BF6D59}"/>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77434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2026-10-09T05:22:21.2020000Z</dcterms:created>
  <dcterms:modified xsi:type="dcterms:W3CDTF">2026-10-09T05:22:21.2020000Z</dcterms:modified>
</coreProperties>
</file>