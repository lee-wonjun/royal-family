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2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de27ee24e44b24" /><Relationship Type="http://schemas.openxmlformats.org/officeDocument/2006/relationships/extended-properties" Target="/docProps/app.xml" Id="Rb62ca8e5ddaf4b6e" /><Relationship Type="http://schemas.openxmlformats.org/officeDocument/2006/relationships/officeDocument" Target="/ppt/presentation.xml" Id="R7b31435eb90447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bb8c39e3304a6f"/>
  </p:sldMasterIdLst>
  <p:notesMasterIdLst>
    <p:notesMasterId xmlns:r="http://schemas.openxmlformats.org/officeDocument/2006/relationships" r:id="R097fd00b02ec4290"/>
  </p:notesMasterIdLst>
  <p:sldIdLst>
    <p:sldId xmlns:r="http://schemas.openxmlformats.org/officeDocument/2006/relationships" id="256" r:id="R85f7590c62584461"/>
    <p:sldId xmlns:r="http://schemas.openxmlformats.org/officeDocument/2006/relationships" id="257" r:id="Rd3398b4a73bd40e5"/>
    <p:sldId xmlns:r="http://schemas.openxmlformats.org/officeDocument/2006/relationships" id="258" r:id="Rc9aa31bd9af143e5"/>
    <p:sldId xmlns:r="http://schemas.openxmlformats.org/officeDocument/2006/relationships" id="259" r:id="R6201ec94fb3b491e"/>
    <p:sldId xmlns:r="http://schemas.openxmlformats.org/officeDocument/2006/relationships" id="260" r:id="R7fdbba1c7ae74ce3"/>
    <p:sldId xmlns:r="http://schemas.openxmlformats.org/officeDocument/2006/relationships" id="261" r:id="Rcc7cf37e68374d5c"/>
    <p:sldId xmlns:r="http://schemas.openxmlformats.org/officeDocument/2006/relationships" id="262" r:id="R83d27291dd30460f"/>
    <p:sldId xmlns:r="http://schemas.openxmlformats.org/officeDocument/2006/relationships" id="263" r:id="R62aae3c9070244ba"/>
    <p:sldId xmlns:r="http://schemas.openxmlformats.org/officeDocument/2006/relationships" id="264" r:id="Reee6d090d7bd42cd"/>
    <p:sldId xmlns:r="http://schemas.openxmlformats.org/officeDocument/2006/relationships" id="265" r:id="Rf0e9596f42224678"/>
    <p:sldId xmlns:r="http://schemas.openxmlformats.org/officeDocument/2006/relationships" id="266" r:id="Ref5b4ffe89c34516"/>
    <p:sldId xmlns:r="http://schemas.openxmlformats.org/officeDocument/2006/relationships" id="267" r:id="R041869e758a04510"/>
    <p:sldId xmlns:r="http://schemas.openxmlformats.org/officeDocument/2006/relationships" id="268" r:id="Rb0a00cf61b1f4d5d"/>
    <p:sldId xmlns:r="http://schemas.openxmlformats.org/officeDocument/2006/relationships" id="269" r:id="Rc974a47c6fd04277"/>
    <p:sldId xmlns:r="http://schemas.openxmlformats.org/officeDocument/2006/relationships" id="270" r:id="Rd8d44da931b642f2"/>
    <p:sldId xmlns:r="http://schemas.openxmlformats.org/officeDocument/2006/relationships" id="271" r:id="R61465aefd38d44e9"/>
    <p:sldId xmlns:r="http://schemas.openxmlformats.org/officeDocument/2006/relationships" id="272" r:id="Reefa5b95ac754952"/>
    <p:sldId xmlns:r="http://schemas.openxmlformats.org/officeDocument/2006/relationships" id="273" r:id="R7aed40938f664ad4"/>
    <p:sldId xmlns:r="http://schemas.openxmlformats.org/officeDocument/2006/relationships" id="274" r:id="Rd4dbfa1373294fa0"/>
    <p:sldId xmlns:r="http://schemas.openxmlformats.org/officeDocument/2006/relationships" id="275" r:id="Rca168a650bc449fc"/>
    <p:sldId xmlns:r="http://schemas.openxmlformats.org/officeDocument/2006/relationships" id="276" r:id="Rf81436de13df43b0"/>
    <p:sldId xmlns:r="http://schemas.openxmlformats.org/officeDocument/2006/relationships" id="277" r:id="R928cf4eb2606415e"/>
    <p:sldId xmlns:r="http://schemas.openxmlformats.org/officeDocument/2006/relationships" id="278" r:id="Rcaa5f453d1224f71"/>
    <p:sldId xmlns:r="http://schemas.openxmlformats.org/officeDocument/2006/relationships" id="279" r:id="Rda5dec5b0f134d22"/>
    <p:sldId xmlns:r="http://schemas.openxmlformats.org/officeDocument/2006/relationships" id="280" r:id="R5a52450909d44b1c"/>
    <p:sldId xmlns:r="http://schemas.openxmlformats.org/officeDocument/2006/relationships" id="281" r:id="R7096d1d0af1444af"/>
    <p:sldId xmlns:r="http://schemas.openxmlformats.org/officeDocument/2006/relationships" id="282" r:id="R784380f99e2c492f"/>
    <p:sldId xmlns:r="http://schemas.openxmlformats.org/officeDocument/2006/relationships" id="283" r:id="Rd2965056cfb94ea7"/>
    <p:sldId xmlns:r="http://schemas.openxmlformats.org/officeDocument/2006/relationships" id="284" r:id="R3c01d226ac044193"/>
  </p:sldIdLst>
  <p:sldSz cx="9144000" cy="51435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95dfb4b884461d" /><Relationship Type="http://schemas.openxmlformats.org/officeDocument/2006/relationships/slideMaster" Target="/ppt/slideMasters/slideMaster1.xml" Id="Rb8bb8c39e3304a6f" /><Relationship Type="http://schemas.openxmlformats.org/officeDocument/2006/relationships/notesMaster" Target="/ppt/notesMasters/notesMaster1.xml" Id="R097fd00b02ec4290" /><Relationship Type="http://schemas.openxmlformats.org/officeDocument/2006/relationships/presProps" Target="/ppt/presProps.xml" Id="R30976b946b7f4d95" /><Relationship Type="http://schemas.openxmlformats.org/officeDocument/2006/relationships/viewProps" Target="/ppt/viewProps.xml" Id="R253f0f6d580e45a7" /><Relationship Type="http://schemas.openxmlformats.org/officeDocument/2006/relationships/tableStyles" Target="/ppt/tableStyles.xml" Id="Rf34f2730255c4b52" /><Relationship Type="http://schemas.openxmlformats.org/officeDocument/2006/relationships/slide" Target="/ppt/slides/slide1.xml" Id="R85f7590c62584461" /><Relationship Type="http://schemas.openxmlformats.org/officeDocument/2006/relationships/slide" Target="/ppt/slides/slide2.xml" Id="Rd3398b4a73bd40e5" /><Relationship Type="http://schemas.openxmlformats.org/officeDocument/2006/relationships/slide" Target="/ppt/slides/slide3.xml" Id="Rc9aa31bd9af143e5" /><Relationship Type="http://schemas.openxmlformats.org/officeDocument/2006/relationships/slide" Target="/ppt/slides/slide4.xml" Id="R6201ec94fb3b491e" /><Relationship Type="http://schemas.openxmlformats.org/officeDocument/2006/relationships/slide" Target="/ppt/slides/slide5.xml" Id="R7fdbba1c7ae74ce3" /><Relationship Type="http://schemas.openxmlformats.org/officeDocument/2006/relationships/slide" Target="/ppt/slides/slide6.xml" Id="Rcc7cf37e68374d5c" /><Relationship Type="http://schemas.openxmlformats.org/officeDocument/2006/relationships/slide" Target="/ppt/slides/slide7.xml" Id="R83d27291dd30460f" /><Relationship Type="http://schemas.openxmlformats.org/officeDocument/2006/relationships/slide" Target="/ppt/slides/slide8.xml" Id="R62aae3c9070244ba" /><Relationship Type="http://schemas.openxmlformats.org/officeDocument/2006/relationships/slide" Target="/ppt/slides/slide9.xml" Id="Reee6d090d7bd42cd" /><Relationship Type="http://schemas.openxmlformats.org/officeDocument/2006/relationships/slide" Target="/ppt/slides/slide10.xml" Id="Rf0e9596f42224678" /><Relationship Type="http://schemas.openxmlformats.org/officeDocument/2006/relationships/slide" Target="/ppt/slides/slide11.xml" Id="Ref5b4ffe89c34516" /><Relationship Type="http://schemas.openxmlformats.org/officeDocument/2006/relationships/slide" Target="/ppt/slides/slide12.xml" Id="R041869e758a04510" /><Relationship Type="http://schemas.openxmlformats.org/officeDocument/2006/relationships/slide" Target="/ppt/slides/slide13.xml" Id="Rb0a00cf61b1f4d5d" /><Relationship Type="http://schemas.openxmlformats.org/officeDocument/2006/relationships/slide" Target="/ppt/slides/slide14.xml" Id="Rc974a47c6fd04277" /><Relationship Type="http://schemas.openxmlformats.org/officeDocument/2006/relationships/slide" Target="/ppt/slides/slide15.xml" Id="Rd8d44da931b642f2" /><Relationship Type="http://schemas.openxmlformats.org/officeDocument/2006/relationships/slide" Target="/ppt/slides/slide16.xml" Id="R61465aefd38d44e9" /><Relationship Type="http://schemas.openxmlformats.org/officeDocument/2006/relationships/slide" Target="/ppt/slides/slide17.xml" Id="Reefa5b95ac754952" /><Relationship Type="http://schemas.openxmlformats.org/officeDocument/2006/relationships/slide" Target="/ppt/slides/slide18.xml" Id="R7aed40938f664ad4" /><Relationship Type="http://schemas.openxmlformats.org/officeDocument/2006/relationships/slide" Target="/ppt/slides/slide19.xml" Id="Rd4dbfa1373294fa0" /><Relationship Type="http://schemas.openxmlformats.org/officeDocument/2006/relationships/slide" Target="/ppt/slides/slide20.xml" Id="Rca168a650bc449fc" /><Relationship Type="http://schemas.openxmlformats.org/officeDocument/2006/relationships/slide" Target="/ppt/slides/slide21.xml" Id="Rf81436de13df43b0" /><Relationship Type="http://schemas.openxmlformats.org/officeDocument/2006/relationships/slide" Target="/ppt/slides/slide22.xml" Id="R928cf4eb2606415e" /><Relationship Type="http://schemas.openxmlformats.org/officeDocument/2006/relationships/slide" Target="/ppt/slides/slide23.xml" Id="Rcaa5f453d1224f71" /><Relationship Type="http://schemas.openxmlformats.org/officeDocument/2006/relationships/slide" Target="/ppt/slides/slide24.xml" Id="Rda5dec5b0f134d22" /><Relationship Type="http://schemas.openxmlformats.org/officeDocument/2006/relationships/slide" Target="/ppt/slides/slide25.xml" Id="R5a52450909d44b1c" /><Relationship Type="http://schemas.openxmlformats.org/officeDocument/2006/relationships/slide" Target="/ppt/slides/slide26.xml" Id="R7096d1d0af1444af" /><Relationship Type="http://schemas.openxmlformats.org/officeDocument/2006/relationships/slide" Target="/ppt/slides/slide27.xml" Id="R784380f99e2c492f" /><Relationship Type="http://schemas.openxmlformats.org/officeDocument/2006/relationships/slide" Target="/ppt/slides/slide28.xml" Id="Rd2965056cfb94ea7" /><Relationship Type="http://schemas.openxmlformats.org/officeDocument/2006/relationships/slide" Target="/ppt/slides/slide29.xml" Id="R3c01d226ac04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31006b08a42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437f729f2f4068" /><Relationship Type="http://schemas.openxmlformats.org/officeDocument/2006/relationships/notesMaster" Target="/ppt/notesMasters/notesMaster1.xml" Id="R27ba1f058d3248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9bae44d944092" /><Relationship Type="http://schemas.openxmlformats.org/officeDocument/2006/relationships/notesMaster" Target="/ppt/notesMasters/notesMaster1.xml" Id="Rc1fdf0abf6ea42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a9a4d22bc64a06" /><Relationship Type="http://schemas.openxmlformats.org/officeDocument/2006/relationships/notesMaster" Target="/ppt/notesMasters/notesMaster1.xml" Id="R08142b96fcd3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b1b6f16924cb0" /><Relationship Type="http://schemas.openxmlformats.org/officeDocument/2006/relationships/notesMaster" Target="/ppt/notesMasters/notesMaster1.xml" Id="R5bf5823724c546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7a5a8d85db48b5" /><Relationship Type="http://schemas.openxmlformats.org/officeDocument/2006/relationships/notesMaster" Target="/ppt/notesMasters/notesMaster1.xml" Id="Rc226e7bbd6be43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c0ab111c3244d3" /><Relationship Type="http://schemas.openxmlformats.org/officeDocument/2006/relationships/notesMaster" Target="/ppt/notesMasters/notesMaster1.xml" Id="R97851c5dd79845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eca5f832704417" /><Relationship Type="http://schemas.openxmlformats.org/officeDocument/2006/relationships/notesMaster" Target="/ppt/notesMasters/notesMaster1.xml" Id="R617a1d25e0544a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c5be8b4bd849bc" /><Relationship Type="http://schemas.openxmlformats.org/officeDocument/2006/relationships/notesMaster" Target="/ppt/notesMasters/notesMaster1.xml" Id="Re7c32f24752a40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93aa2486aa45c6" /><Relationship Type="http://schemas.openxmlformats.org/officeDocument/2006/relationships/notesMaster" Target="/ppt/notesMasters/notesMaster1.xml" Id="Rd15bdc47e70348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021365b631485e" /><Relationship Type="http://schemas.openxmlformats.org/officeDocument/2006/relationships/notesMaster" Target="/ppt/notesMasters/notesMaster1.xml" Id="Rf68da53759c244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11184d24044eae" /><Relationship Type="http://schemas.openxmlformats.org/officeDocument/2006/relationships/notesMaster" Target="/ppt/notesMasters/notesMaster1.xml" Id="R4772c093afea46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912bf5c44a4415" /><Relationship Type="http://schemas.openxmlformats.org/officeDocument/2006/relationships/notesMaster" Target="/ppt/notesMasters/notesMaster1.xml" Id="R8cf585cbffe140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69af82c0a84d30" /><Relationship Type="http://schemas.openxmlformats.org/officeDocument/2006/relationships/notesMaster" Target="/ppt/notesMasters/notesMaster1.xml" Id="R7ae27b64f2694a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a74cdd380f4b25" /><Relationship Type="http://schemas.openxmlformats.org/officeDocument/2006/relationships/notesMaster" Target="/ppt/notesMasters/notesMaster1.xml" Id="R1d22e6bbcbc04c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747489712d46f0" /><Relationship Type="http://schemas.openxmlformats.org/officeDocument/2006/relationships/notesMaster" Target="/ppt/notesMasters/notesMaster1.xml" Id="Rb80e1e617f384a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420089a1454149" /><Relationship Type="http://schemas.openxmlformats.org/officeDocument/2006/relationships/notesMaster" Target="/ppt/notesMasters/notesMaster1.xml" Id="R785653287033423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83c59dad1b4530" /><Relationship Type="http://schemas.openxmlformats.org/officeDocument/2006/relationships/notesMaster" Target="/ppt/notesMasters/notesMaster1.xml" Id="R506490f9fff7437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cd221d2e0548b5" /><Relationship Type="http://schemas.openxmlformats.org/officeDocument/2006/relationships/notesMaster" Target="/ppt/notesMasters/notesMaster1.xml" Id="R53147ee45c2b4ef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ee36e46c6854fb3" /><Relationship Type="http://schemas.openxmlformats.org/officeDocument/2006/relationships/notesMaster" Target="/ppt/notesMasters/notesMaster1.xml" Id="R1d9ffcc89e4343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533f25ab2846ca" /><Relationship Type="http://schemas.openxmlformats.org/officeDocument/2006/relationships/notesMaster" Target="/ppt/notesMasters/notesMaster1.xml" Id="R8afea10f20cb47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80d460132b41e0" /><Relationship Type="http://schemas.openxmlformats.org/officeDocument/2006/relationships/notesMaster" Target="/ppt/notesMasters/notesMaster1.xml" Id="R843c13b9141c40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c40a36f022474f" /><Relationship Type="http://schemas.openxmlformats.org/officeDocument/2006/relationships/notesMaster" Target="/ppt/notesMasters/notesMaster1.xml" Id="R5dbfa068dd7f48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b9d3216ea545b8" /><Relationship Type="http://schemas.openxmlformats.org/officeDocument/2006/relationships/notesMaster" Target="/ppt/notesMasters/notesMaster1.xml" Id="Rf490b0da00c640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494ef82b504b73" /><Relationship Type="http://schemas.openxmlformats.org/officeDocument/2006/relationships/notesMaster" Target="/ppt/notesMasters/notesMaster1.xml" Id="R44fec7851edc488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de9ead3e004472" /><Relationship Type="http://schemas.openxmlformats.org/officeDocument/2006/relationships/notesMaster" Target="/ppt/notesMasters/notesMaster1.xml" Id="Reca9a63489ce40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603bdac08a4184" /><Relationship Type="http://schemas.openxmlformats.org/officeDocument/2006/relationships/notesMaster" Target="/ppt/notesMasters/notesMaster1.xml" Id="R1ed7cdf2ccf640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976ae632e2345a6" /><Relationship Type="http://schemas.openxmlformats.org/officeDocument/2006/relationships/notesMaster" Target="/ppt/notesMasters/notesMaster1.xml" Id="R47a2b3030ebe48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f27763aa9041e2" /><Relationship Type="http://schemas.openxmlformats.org/officeDocument/2006/relationships/notesMaster" Target="/ppt/notesMasters/notesMaster1.xml" Id="R136aa6ebd4d04b0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42fa832e72c4b29" /><Relationship Type="http://schemas.openxmlformats.org/officeDocument/2006/relationships/notesMaster" Target="/ppt/notesMasters/notesMaster1.xml" Id="R35ae2ffdfe7b49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발표자는 통화 녹음을 외부 플레이어로 재생한다.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D:/Project/royal-family/rawdata/TTS/02_전사_보완본.md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청중에게 자신의 종중을 떠올릴 시간을 준다.</a:t>
            </a:r>
          </a:p>
          <a:p xmlns:a="http://schemas.openxmlformats.org/drawingml/2006/main">
            <a:r>
              <a:t>출처: D:/Project/royal-family/rawdata/PPTPlan/script.md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전주이씨임영대군파종중 은 안녕하지 않습니다 ㅠㅠ</a:t>
            </a:r>
            <a:endParaRPr/>
          </a:p>
          <a:p xmlns:a="http://schemas.openxmlformats.org/drawingml/2006/main">
            <a:r>
              <a:t>사용자 제공 가족 대화·지도 캡처. 대화 속 주장과 지도 표시의 소유권, 매각 면적은 별도 검증하지 않았다. 원본 비율 유지. 출처: ppt/assets/family-land-chat.png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뿌리와 종원, 공동재산, 기록을 소개한다. 임야, 농지, 대지와 건물 등 재산 종류로 서비스 범위를 제한하지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전주MBC 2026-09-22 보도. 종중 대표를 사칭한 사람과의 토지 거래 및 소송 사례. 발표자 가문의 경험과는 다른 사례다.</a:t>
            </a:r>
          </a:p>
          <a:p xmlns:a="http://schemas.openxmlformats.org/drawingml/2006/main">
            <a:r>
              <a:t>출처: https://www.jmbc.co.kr/news/view/68182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종손 지위 사건, 임대 계약에 대한 양측의 주장, 대표권 없는 매매와 대금 반환 쟁점을 소개한다. 개별 사건에 대한 법적 판단을 일반화하지 않는다.</a:t>
            </a:r>
          </a:p>
          <a:p xmlns:a="http://schemas.openxmlformats.org/drawingml/2006/main">
            <a:r>
              <a:t>출처: https://www.bubb.co.kr/news/articleView.html?idxno=4550</a:t>
            </a:r>
          </a:p>
          <a:p xmlns:a="http://schemas.openxmlformats.org/drawingml/2006/main">
            <a:r>
              <a:t>출처: https://www.cctoday.co.kr/news/articleView.html?idxno=2233033</a:t>
            </a:r>
          </a:p>
          <a:p xmlns:a="http://schemas.openxmlformats.org/drawingml/2006/main">
            <a:r>
              <a:t>출처: https://magazine.hankyung.com/business/article/202607168245b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국가법령정보센터, 검색어 종중, 전체 검색, 기간 제한 없음. 2026-10-09 화면에 1416건이 표시됐다. 검색 항목에는 같은 사건의 심급과 요약 등 중복, 조세 사건이 포함될 수 있다. 전국 연간 분쟁 건수나 고유 사건 수를 측정한 통계가 아니다.</a:t>
            </a:r>
          </a:p>
          <a:p xmlns:a="http://schemas.openxmlformats.org/drawingml/2006/main">
            <a:r>
              <a:t>출처: https://www.law.go.kr/precSc.do?menuId=7&amp;query=%EC%A2%85%EC%A4%91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판례의 선고연도별 검색 결과 수</a:t>
            </a:r>
          </a:p>
          <a:p xmlns:a="http://schemas.openxmlformats.org/drawingml/2006/main">
            <a:r>
              <a:t>같은 사건의 심급과 요약, 조세 사건 등이 포함될 수 있으며 전국의 연간 신규 분쟁이나 고유 사건 수가 아님. 공개 수록 범위의 차이 때문에 분쟁 증감을 결론 내릴 수 없음.</a:t>
            </a:r>
          </a:p>
          <a:p xmlns:a="http://schemas.openxmlformats.org/drawingml/2006/main">
            <a:r>
              <a:t>조회 조건: 판례본문 종중, 법원 전체, 사건대상 전체. 각 연도 1월1일~12월31일의 선고일자. 조회일 2026-10-09.</a:t>
            </a:r>
          </a:p>
          <a:p xmlns:a="http://schemas.openxmlformats.org/drawingml/2006/main">
            <a:r>
              <a:t>[{"year":2021,"entries":32,"start":"20210101","end":"20211231","evidence":"evidence/precedent-years/2021.jpg"},{"year":2022,"entries":37,"start":"20220101","end":"20221231","evidence":"evidence/precedent-years/2022.jpg"},{"year":2023,"entries":34,"start":"20230101","end":"20231231","evidence":"evidence/precedent-years/2023.jpg"},{"year":2024,"entries":23,"start":"20240101","end":"20241231","evidence":"evidence/precedent-years/2024.jpg"},{"year":2025,"entries":12,"start":"20250101","end":"20251231","evidence":"evidence/precedent-years/2025.jpg"}]</a:t>
            </a:r>
          </a:p>
          <a:p xmlns:a="http://schemas.openxmlformats.org/drawingml/2006/main">
            <a:r>
              <a:t>출처: https://www.law.go.kr/precSc.do?menuId=7&amp;query=%EC%A2%85%EC%A4%91</a:t>
            </a:r>
          </a:p>
          <a:p xmlns:a="http://schemas.openxmlformats.org/drawingml/2006/main">
            <a:r>
              <a:t>데이터: ppt/data/precedent-year-search-20261009.json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전주MBC는 4년 가까운 법정 다툼을 보도했다. 한경BUSINESS는 41억8500만원의 매매계약 사례를 소개했다. 두 수치는 서로 다른 사건이며, 41.85억원은 매매대금으로 피해액이나 분쟁비용이 아니다.</a:t>
            </a:r>
          </a:p>
          <a:p xmlns:a="http://schemas.openxmlformats.org/drawingml/2006/main">
            <a:r>
              <a:t>출처: https://www.jmbc.co.kr/news/view/68182</a:t>
            </a:r>
          </a:p>
          <a:p xmlns:a="http://schemas.openxmlformats.org/drawingml/2006/main">
            <a:r>
              <a:t>출처: https://magazine.hankyung.com/business/article/202607168245b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과거의 유산과 현재의 일상, 다음 세대 인수인계를 설명한다. 발표 대본의 수정 내용을 반영했다.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D:/Project/royal-family/rawdata/TTS/02_전사_보완본.md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발표자가 과거에 종중 관련 서비스를 창업했다가 실패한 경험을 이야기한다.</a:t>
            </a:r>
          </a:p>
          <a:p xmlns:a="http://schemas.openxmlformats.org/drawingml/2006/main">
            <a:r>
              <a:t>출처: D:/Project/royal-family/rawdata/PPTPlan/script.md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전사, 문서 초안, 자료 비교는 이번 서비스의 구현 목표다.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제품명 명문가를 소개한다. 소나무와 종가 삽화는 특정 종중의 실제 장소가 아닌 개념 이미지다.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삽화: built-in image_gen으로 생성한 개념 이미지. 실제 종중 현장이나 서비스 화면을 촬영한 자료가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설계안. CLJS와 Vinext에서 모듈 공개 기능을 호출한다. 순수 업무 규칙과 저장소, AI, 발송 경계를 분리한다. 외부 업무는 mock으로 교체한다. PBT는 검증 계획이다.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D:/Project/royal-family/docs/architecture/system-design.md</a:t>
            </a:r>
          </a:p>
          <a:p xmlns:a="http://schemas.openxmlformats.org/drawingml/2006/main">
            <a:r>
              <a:t>출처: D:/Project/royal-family/docs/architecture/testing.md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종중 설립 준비에서 운영, 동의 수집, 법률 확인까지 이어지는 구현 목표.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UC-01 서류: 보유 서류와 추가 확인 항목을 정리해 준비 문서 초안을 만든다.</a:t>
            </a:r>
          </a:p>
          <a:p xmlns:a="http://schemas.openxmlformats.org/drawingml/2006/main">
            <a:r>
              <a:t>UC-01 추천: 가상 후보와 추천 근거를 제시한다. 실제 제휴나 접수를 뜻하지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UC-02: 원문에 연결한 전사와 회의록 초안.</a:t>
            </a:r>
          </a:p>
          <a:p xmlns:a="http://schemas.openxmlformats.org/drawingml/2006/main">
            <a:r>
              <a:t>UC-03: 당시 규약, 참석 기록과 문서 버전을 조회.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UC-04: 근거 자료를 이용해 문서 초안을 만들고 담당자가 검토한다.</a:t>
            </a:r>
          </a:p>
          <a:p xmlns:a="http://schemas.openxmlformats.org/drawingml/2006/main">
            <a:r>
              <a:t>UC-05: 찬성, 거절, 미응답을 구분해 기록한다. 동의 기록을 법적 결의 효력으로 확정하지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UC-06: 공식 원문과 등록한 규약의 출처를 분리해 조회.</a:t>
            </a:r>
          </a:p>
          <a:p xmlns:a="http://schemas.openxmlformats.org/drawingml/2006/main">
            <a:r>
              <a:t>UC-07: 소유자 표시 등의 변화와 근거를 비교한다. 시연에는 모의 후속 자료를 사용한다.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UC-08 점검: 자료에 근거한 누락과 불일치. 위법 여부를 자동 확정하지 않는다.</a:t>
            </a:r>
          </a:p>
          <a:p xmlns:a="http://schemas.openxmlformats.org/drawingml/2006/main">
            <a:r>
              <a:t>UC-08 추천: 조건에 맞는 가상 후보와 전달자료를 준비한다. 실제 수임 완료를 뜻하지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제1회 등기법포럼 발표자료, 인쇄면 9쪽, 김영대. 국토부 부동산종합공부시스템 조회 결과 인용.</a:t>
            </a:r>
          </a:p>
          <a:p xmlns:a="http://schemas.openxmlformats.org/drawingml/2006/main">
            <a:r>
              <a:t>부동산등기용 등록 종중. 모든 자연발생 종중이나 유료 구매자를 센 통계가 아님.</a:t>
            </a:r>
          </a:p>
          <a:p xmlns:a="http://schemas.openxmlformats.org/drawingml/2006/main">
            <a:r>
              <a:t>서비스는 임야, 농지, 대지, 건물 등 재산 종류와 무관하게 종중의 설립 준비와 운영 기록을 다룬다.</a:t>
            </a:r>
          </a:p>
          <a:p xmlns:a="http://schemas.openxmlformats.org/drawingml/2006/main">
            <a:r>
              <a:t>출처: https://ebook.kabl.kr/registrationforum/202409/11/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ZUZU Fund Service의 20억 원 미만 투자조합 운영·관리 공개 요금: 연 500000원, VAT 별도, 2026-10-09 브라우저 확인.</a:t>
            </a:r>
          </a:p>
          <a:p xmlns:a="http://schemas.openxmlformats.org/drawingml/2006/main">
            <a:r>
              <a:t>다른 고객군의 인접 서비스 요금을 계산 기준으로 참고. 종중의 지불 의사나 명문가의 확정 판매 가격은 검증 전. 전문가 수임료와 일회성 설립비 제외.</a:t>
            </a:r>
          </a:p>
          <a:p xmlns:a="http://schemas.openxmlformats.org/drawingml/2006/main">
            <a:r>
              <a:t>출처: https://fundservice.zuzu.network/fund-pricing/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TAM과 SAM은 각 모수 전체가 가정 구독료를 낼 때의 연간 매출 환산. SOM은 3년 도달 시점의 연환산 매출 시나리오. 토지 자산가치, 현재 매출이나 3년 누적 매출 아님.</a:t>
            </a:r>
          </a:p>
          <a:p xmlns:a="http://schemas.openxmlformats.org/drawingml/2006/main">
            <a:r>
              <a:t>전담 인력과 관리 체계를 갖춘 종중. 사용자 확인 기준. 수익사업이나 토지 종류만으로 제외하지 않음.</a:t>
            </a:r>
          </a:p>
          <a:p xmlns:a="http://schemas.openxmlformats.org/drawingml/2006/main">
            <a:r>
              <a:t>직접 집계된 전국 통계가 확인되지 않아 사용한 초안 시나리오. 실제 사업형 종중 비중으로 제시하지 않음.</a:t>
            </a:r>
          </a:p>
          <a:p xmlns:a="http://schemas.openxmlformats.org/drawingml/2006/main">
            <a:r>
              <a:t>중첩 원은 집합의 포함 관계. 원 면적은 시장 규모나 비율에 비례하지 않음.</a:t>
            </a:r>
          </a:p>
          <a:p xmlns:a="http://schemas.openxmlformats.org/drawingml/2006/main">
            <a:r>
              <a:t>SAM 고객 수와 SOM 고객 수는 각각 계산 후 정수 반올림. 억원 표시는 원 금액에서 0.01억원 단위 반올림.</a:t>
            </a:r>
          </a:p>
          <a:p xmlns:a="http://schemas.openxmlformats.org/drawingml/2006/main">
            <a:r>
              <a:t>출처: https://ebook.kabl.kr/registrationforum/202409/11/</a:t>
            </a:r>
          </a:p>
          <a:p xmlns:a="http://schemas.openxmlformats.org/drawingml/2006/main">
            <a:r>
              <a:t>출처: https://fundservice.zuzu.network/fund-pricing/</a:t>
            </a:r>
          </a:p>
          <a:p xmlns:a="http://schemas.openxmlformats.org/drawingml/2006/main">
            <a:r>
              <a:t>계산: ppt/data/market-estimate-v6.json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TAM과 SAM은 각 모수 전체가 가정 구독료를 낼 때의 연간 매출 환산. SOM은 3년 도달 시점의 연환산 매출 시나리오. 토지 자산가치, 현재 매출이나 3년 누적 매출 아님.</a:t>
            </a:r>
          </a:p>
          <a:p xmlns:a="http://schemas.openxmlformats.org/drawingml/2006/main">
            <a:r>
              <a:t>[{"penetration_assumption":0.005,"clans":948,"annual_run_rate_won":474000000,"display_eok":4.74},{"penetration_assumption":0.01,"clans":1897,"annual_run_rate_won":948500000,"display_eok":9.49},{"penetration_assumption":0.02,"clans":3793,"annual_run_rate_won":1896500000,"display_eok":18.97}]</a:t>
            </a:r>
          </a:p>
          <a:p xmlns:a="http://schemas.openxmlformats.org/drawingml/2006/main">
            <a:r>
              <a:t>SAM: 전담 관리 종중 20% 제외 가정. 구독료 연 50만원. 3년 내 확보율은 실제 구매율이 아닌 시나리오.</a:t>
            </a:r>
          </a:p>
          <a:p xmlns:a="http://schemas.openxmlformats.org/drawingml/2006/main">
            <a:r>
              <a:t>계산: ppt/data/market-estimate-v6.json</a:t>
            </a:r>
          </a:p>
          <a:p xmlns:a="http://schemas.openxmlformats.org/drawingml/2006/main">
            <a:r>
              <a:t>출처: https://ebook.kabl.kr/registrationforum/202409/11/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통화 전사와 제출서로 PRD와 업무 흐름을 정리했다. ZUZU는 UI와 워크플로우 참고 대상이다. 통화 기반 가상 종원 페르소나를 구성했다. 서비스 UI 구현 완료를 뜻하지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출처: D:/Project/royal-family/qa/scenarios/hackathon-use-cases.md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K-GeoP 공개 조회 기준값: 공주시 태봉동 산41-1, 임야 14154.0㎡, 조회일 2026-10-09. 소유권 확정 자료가 아니다. 오른쪽은 제공된 크레딧 적용 요청 화면으로 적용 완료와 잔액을 증명하지 않는다.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D:/Project/royal-family/docs/prd/hackathon-prd.md</a:t>
            </a:r>
          </a:p>
          <a:p xmlns:a="http://schemas.openxmlformats.org/drawingml/2006/main">
            <a:r>
              <a:t>출처: https://www.kgeop.go.kr/info/infoMap.do?initMode=L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skills와 MCP Events 연동 목표를 소개한다.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변화 이벤트를 보내고 ChatGPT가 도구로 근거를 조회하는 연동 목표. 실제 수신과 응답은 구현 후 검증한다.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출처: D:/Project/royal-family/docs/architecture/mcp-and-skills.md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질문을 받는다.</a:t>
            </a:r>
          </a:p>
          <a:p xmlns:a="http://schemas.openxmlformats.org/drawingml/2006/main">
            <a:r>
              <a:t>출처: D:/Project/royal-family/rawdata/PPTPlan/script.md</a:t>
            </a:r>
          </a:p>
          <a:p xmlns:a="http://schemas.openxmlformats.org/drawingml/2006/main">
            <a:r>
              <a:t>디자인 참고: C:\Users\dldnj\OneDrive\문서\Premium Cloud Widescreen Multicolored.pptx</a:t>
            </a:r>
          </a:p>
          <a:p xmlns:a="http://schemas.openxmlformats.org/drawingml/2006/main">
            <a:r>
              <a:t>픽토그램: Lucide Icons, ISC License, https://lucide.dev/icons/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0539599bbf4b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84f7a6ac149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faf30fbaa4c8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6db5845d44d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62bde49da4a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feafe7b2140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E68C83-0632-4912-961B-E23415ACDF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8E08B4-3DC6-405B-8B6E-177FCC79E8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C72331-9A50-43DF-9422-AA7B1CD997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452E77-7DDD-46B2-BC66-F9720DA27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3C6E4F-6F72-456D-9434-3AE211B2CE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FDDF6E-E712-4647-B804-AA34FB294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146F72-72ED-4FF8-98BE-002F550A44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289BC3F-3D56-4D71-AA84-77B2119609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92EEC0-544B-4BCF-825C-2281E5878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04064D-26FB-4BB8-AA94-094DF63819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04daaac3d4e80" /><Relationship Type="http://schemas.openxmlformats.org/officeDocument/2006/relationships/slideLayout" Target="/ppt/slideLayouts/slideLayout1.xml" Id="R6ffa5afcd4864fd1" /><Relationship Type="http://schemas.openxmlformats.org/officeDocument/2006/relationships/slideLayout" Target="/ppt/slideLayouts/slideLayout2.xml" Id="R32b5bbd69b414d6a" /><Relationship Type="http://schemas.openxmlformats.org/officeDocument/2006/relationships/slideLayout" Target="/ppt/slideLayouts/slideLayout3.xml" Id="R609bc9d25e8f4eb5" /><Relationship Type="http://schemas.openxmlformats.org/officeDocument/2006/relationships/slideLayout" Target="/ppt/slideLayouts/slideLayout4.xml" Id="Re87c70187cff405e" /><Relationship Type="http://schemas.openxmlformats.org/officeDocument/2006/relationships/slideLayout" Target="/ppt/slideLayouts/slideLayout5.xml" Id="R5ba0f53138934d02" /><Relationship Type="http://schemas.openxmlformats.org/officeDocument/2006/relationships/slideLayout" Target="/ppt/slideLayouts/slideLayout6.xml" Id="Rb1e72723aec845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fa5afcd4864fd1"/>
    <p:sldLayoutId xmlns:r="http://schemas.openxmlformats.org/officeDocument/2006/relationships" id="2147483650" r:id="R32b5bbd69b414d6a"/>
    <p:sldLayoutId xmlns:r="http://schemas.openxmlformats.org/officeDocument/2006/relationships" id="2147483651" r:id="R609bc9d25e8f4eb5"/>
    <p:sldLayoutId xmlns:r="http://schemas.openxmlformats.org/officeDocument/2006/relationships" id="2147483652" r:id="Re87c70187cff405e"/>
    <p:sldLayoutId xmlns:r="http://schemas.openxmlformats.org/officeDocument/2006/relationships" id="2147483653" r:id="R5ba0f53138934d02"/>
    <p:sldLayoutId xmlns:r="http://schemas.openxmlformats.org/officeDocument/2006/relationships" id="2147483654" r:id="Rb1e72723aec845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ed72a612847d8" /><Relationship Type="http://schemas.openxmlformats.org/officeDocument/2006/relationships/image" Target="/ppt/media/image.png" Id="R7332d1ad57164cbc" /><Relationship Type="http://schemas.openxmlformats.org/officeDocument/2006/relationships/notesSlide" Target="/ppt/notesSlides/notesSlide1.xml" Id="R5206da5f45904d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3ef73d3b49413f" /><Relationship Type="http://schemas.openxmlformats.org/officeDocument/2006/relationships/notesSlide" Target="/ppt/notesSlides/notesSlide2.xml" Id="R7e8f02e3607f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64900cdfc4746" /><Relationship Type="http://schemas.openxmlformats.org/officeDocument/2006/relationships/image" Target="/ppt/media/image2.png" Id="R394106df84394519" /><Relationship Type="http://schemas.openxmlformats.org/officeDocument/2006/relationships/notesSlide" Target="/ppt/notesSlides/notesSlide3.xml" Id="R2cb4eedc2fd648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ba3d583aa47bf" /><Relationship Type="http://schemas.openxmlformats.org/officeDocument/2006/relationships/image" Target="/ppt/media/image3.png" Id="R041a86a95f154cfc" /><Relationship Type="http://schemas.openxmlformats.org/officeDocument/2006/relationships/image" Target="/ppt/media/image4.png" Id="Rc73f5bc211474d5c" /><Relationship Type="http://schemas.openxmlformats.org/officeDocument/2006/relationships/image" Target="/ppt/media/image5.png" Id="R3820bc84b89f4621" /><Relationship Type="http://schemas.openxmlformats.org/officeDocument/2006/relationships/image" Target="/ppt/media/image6.png" Id="R017dcd4e094e4379" /><Relationship Type="http://schemas.openxmlformats.org/officeDocument/2006/relationships/notesSlide" Target="/ppt/notesSlides/notesSlide4.xml" Id="Rda94a835eee6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2d8d3c92246bc" /><Relationship Type="http://schemas.openxmlformats.org/officeDocument/2006/relationships/image" Target="/ppt/media/image.jpeg" Id="R02737105bd0f4247" /><Relationship Type="http://schemas.openxmlformats.org/officeDocument/2006/relationships/hyperlink" Target="https://www.jmbc.co.kr/news/view/68182" TargetMode="External" Id="Raa3d3505320e49cc" /><Relationship Type="http://schemas.openxmlformats.org/officeDocument/2006/relationships/notesSlide" Target="/ppt/notesSlides/notesSlide5.xml" Id="R086a814b6e8f4d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8c11bd9f67453e" /><Relationship Type="http://schemas.openxmlformats.org/officeDocument/2006/relationships/image" Target="/ppt/media/image6.png" Id="R087e9c3cf41c4f92" /><Relationship Type="http://schemas.openxmlformats.org/officeDocument/2006/relationships/image" Target="/ppt/media/image2.jpeg" Id="R08e0772b9908456c" /><Relationship Type="http://schemas.openxmlformats.org/officeDocument/2006/relationships/hyperlink" Target="https://www.bubb.co.kr/news/articleView.html?idxno=4550" TargetMode="External" Id="Rfb835a400c0243c1" /><Relationship Type="http://schemas.openxmlformats.org/officeDocument/2006/relationships/image" Target="/ppt/media/image4.png" Id="R89044cfacb794adb" /><Relationship Type="http://schemas.openxmlformats.org/officeDocument/2006/relationships/image" Target="/ppt/media/image3.jpeg" Id="Rc5f56c9343aa442a" /><Relationship Type="http://schemas.openxmlformats.org/officeDocument/2006/relationships/hyperlink" Target="https://www.cctoday.co.kr/news/articleView.html?idxno=2233033" TargetMode="External" Id="R5c28a5803ad14b1f" /><Relationship Type="http://schemas.openxmlformats.org/officeDocument/2006/relationships/image" Target="/ppt/media/image7.png" Id="R55bda7535aac4ab3" /><Relationship Type="http://schemas.openxmlformats.org/officeDocument/2006/relationships/image" Target="/ppt/media/image4.jpeg" Id="R65e1edf99f2d41bb" /><Relationship Type="http://schemas.openxmlformats.org/officeDocument/2006/relationships/hyperlink" Target="https://magazine.hankyung.com/business/article/202607168245b" TargetMode="External" Id="Re291c99865014d48" /><Relationship Type="http://schemas.openxmlformats.org/officeDocument/2006/relationships/notesSlide" Target="/ppt/notesSlides/notesSlide6.xml" Id="R53aec9496d93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d4d9fc92646d3" /><Relationship Type="http://schemas.openxmlformats.org/officeDocument/2006/relationships/image" Target="/ppt/media/image8.png" Id="R4379c81c499347b3" /><Relationship Type="http://schemas.openxmlformats.org/officeDocument/2006/relationships/image" Target="/ppt/media/image5.jpeg" Id="Rf774f46495ff4ff4" /><Relationship Type="http://schemas.openxmlformats.org/officeDocument/2006/relationships/notesSlide" Target="/ppt/notesSlides/notesSlide7.xml" Id="Rb3ebc6527a014d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8a00077b94415a" /><Relationship Type="http://schemas.openxmlformats.org/officeDocument/2006/relationships/chart" Target="/ppt/slides/charts/chart1.xml" Id="R1e8db397f6b943fc" /><Relationship Type="http://schemas.openxmlformats.org/officeDocument/2006/relationships/notesSlide" Target="/ppt/notesSlides/notesSlide8.xml" Id="Rff5cb1d1863348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df2bf15cc4463" /><Relationship Type="http://schemas.openxmlformats.org/officeDocument/2006/relationships/notesSlide" Target="/ppt/notesSlides/notesSlide9.xml" Id="Rb9f6e16b91c140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d32d7aa104049" /><Relationship Type="http://schemas.openxmlformats.org/officeDocument/2006/relationships/image" Target="/ppt/media/image4.png" Id="R9fc4eccb8c0a4ab0" /><Relationship Type="http://schemas.openxmlformats.org/officeDocument/2006/relationships/image" Target="/ppt/media/image9.png" Id="Rd497a18e8ea14e30" /><Relationship Type="http://schemas.openxmlformats.org/officeDocument/2006/relationships/image" Target="/ppt/media/image10.png" Id="R668a7d566da24813" /><Relationship Type="http://schemas.openxmlformats.org/officeDocument/2006/relationships/notesSlide" Target="/ppt/notesSlides/notesSlide10.xml" Id="R4748405b1dd843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79b7f9b084556" /><Relationship Type="http://schemas.openxmlformats.org/officeDocument/2006/relationships/notesSlide" Target="/ppt/notesSlides/notesSlide11.xml" Id="R964468a7283648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33ccc4665e485c" /><Relationship Type="http://schemas.openxmlformats.org/officeDocument/2006/relationships/image" Target="/ppt/media/image11.png" Id="R0cf10ef7c4eb4357" /><Relationship Type="http://schemas.openxmlformats.org/officeDocument/2006/relationships/image" Target="/ppt/media/image12.png" Id="R06a534effb81428f" /><Relationship Type="http://schemas.openxmlformats.org/officeDocument/2006/relationships/image" Target="/ppt/media/image13.png" Id="R8f11c74b52444a73" /><Relationship Type="http://schemas.openxmlformats.org/officeDocument/2006/relationships/notesSlide" Target="/ppt/notesSlides/notesSlide12.xml" Id="R12dd0efac2c3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9e38f416884d5d" /><Relationship Type="http://schemas.openxmlformats.org/officeDocument/2006/relationships/image" Target="/ppt/media/image14.png" Id="R5d7f74cb7abc41e9" /><Relationship Type="http://schemas.openxmlformats.org/officeDocument/2006/relationships/notesSlide" Target="/ppt/notesSlides/notesSlide13.xml" Id="R6469f2777f3a4a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282ecbb3a4c64" /><Relationship Type="http://schemas.openxmlformats.org/officeDocument/2006/relationships/image" Target="/ppt/media/image15.png" Id="R06999a9096fe48d3" /><Relationship Type="http://schemas.openxmlformats.org/officeDocument/2006/relationships/image" Target="/ppt/media/image16.png" Id="R7c06401c053744c4" /><Relationship Type="http://schemas.openxmlformats.org/officeDocument/2006/relationships/image" Target="/ppt/media/image17.png" Id="Rf9dfe8881ff34c62" /><Relationship Type="http://schemas.openxmlformats.org/officeDocument/2006/relationships/image" Target="/ppt/media/image18.png" Id="R61c9b3e794f84d02" /><Relationship Type="http://schemas.openxmlformats.org/officeDocument/2006/relationships/image" Target="/ppt/media/image19.png" Id="R80a0504aea544f8b" /><Relationship Type="http://schemas.openxmlformats.org/officeDocument/2006/relationships/notesSlide" Target="/ppt/notesSlides/notesSlide14.xml" Id="Rdf4f7de6655d42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2ddd2e20384894" /><Relationship Type="http://schemas.openxmlformats.org/officeDocument/2006/relationships/image" Target="/ppt/media/image20.png" Id="R7566bf52f8d44977" /><Relationship Type="http://schemas.openxmlformats.org/officeDocument/2006/relationships/image" Target="/ppt/media/image16.png" Id="Rc2a26e644dfe43cc" /><Relationship Type="http://schemas.openxmlformats.org/officeDocument/2006/relationships/image" Target="/ppt/media/image21.png" Id="R9dc7db1b3ecf4ada" /><Relationship Type="http://schemas.openxmlformats.org/officeDocument/2006/relationships/image" Target="/ppt/media/image22.png" Id="R8862a1faca844424" /><Relationship Type="http://schemas.openxmlformats.org/officeDocument/2006/relationships/image" Target="/ppt/media/image8.png" Id="Rd804173c069848ba" /><Relationship Type="http://schemas.openxmlformats.org/officeDocument/2006/relationships/notesSlide" Target="/ppt/notesSlides/notesSlide15.xml" Id="R9fa565460ffa4e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a49b0ed4f9495c" /><Relationship Type="http://schemas.openxmlformats.org/officeDocument/2006/relationships/image" Target="/ppt/media/image12.png" Id="Rf5fa6bb93b4c4c15" /><Relationship Type="http://schemas.openxmlformats.org/officeDocument/2006/relationships/image" Target="/ppt/media/image7.png" Id="R3679a7f03bb74be2" /><Relationship Type="http://schemas.openxmlformats.org/officeDocument/2006/relationships/notesSlide" Target="/ppt/notesSlides/notesSlide16.xml" Id="Rb601e8550b6744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e1410c38504986" /><Relationship Type="http://schemas.openxmlformats.org/officeDocument/2006/relationships/image" Target="/ppt/media/image11.png" Id="R694314bf1c39434a" /><Relationship Type="http://schemas.openxmlformats.org/officeDocument/2006/relationships/image" Target="/ppt/media/image13.png" Id="Rad7b9b3176654e18" /><Relationship Type="http://schemas.openxmlformats.org/officeDocument/2006/relationships/notesSlide" Target="/ppt/notesSlides/notesSlide17.xml" Id="R55213591f9f040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0a59f36604801" /><Relationship Type="http://schemas.openxmlformats.org/officeDocument/2006/relationships/image" Target="/ppt/media/image12.png" Id="R76be032f5341495a" /><Relationship Type="http://schemas.openxmlformats.org/officeDocument/2006/relationships/image" Target="/ppt/media/image23.png" Id="R735371c52dd14b8a" /><Relationship Type="http://schemas.openxmlformats.org/officeDocument/2006/relationships/notesSlide" Target="/ppt/notesSlides/notesSlide18.xml" Id="R73888634bb8344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45a530fac94938" /><Relationship Type="http://schemas.openxmlformats.org/officeDocument/2006/relationships/image" Target="/ppt/media/image24.png" Id="Rf2228cc534c64fc0" /><Relationship Type="http://schemas.openxmlformats.org/officeDocument/2006/relationships/image" Target="/ppt/media/image25.png" Id="R35114437b0574065" /><Relationship Type="http://schemas.openxmlformats.org/officeDocument/2006/relationships/notesSlide" Target="/ppt/notesSlides/notesSlide19.xml" Id="R547028bc79f54c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90beedb9540f1" /><Relationship Type="http://schemas.openxmlformats.org/officeDocument/2006/relationships/image" Target="/ppt/media/image9.png" Id="R29935c4f74034b6e" /><Relationship Type="http://schemas.openxmlformats.org/officeDocument/2006/relationships/image" Target="/ppt/media/image7.png" Id="R6700ceb39d4c4df6" /><Relationship Type="http://schemas.openxmlformats.org/officeDocument/2006/relationships/notesSlide" Target="/ppt/notesSlides/notesSlide20.xml" Id="Re4d18e2599b14f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846be79c442c1" /><Relationship Type="http://schemas.openxmlformats.org/officeDocument/2006/relationships/image" Target="/ppt/media/image3.png" Id="R8fd509d2c59541ee" /><Relationship Type="http://schemas.openxmlformats.org/officeDocument/2006/relationships/image" Target="/ppt/media/image25.png" Id="Rae05c68b05584fc2" /><Relationship Type="http://schemas.openxmlformats.org/officeDocument/2006/relationships/image" Target="/ppt/media/image26.png" Id="R894a747c9e7b4d16" /><Relationship Type="http://schemas.openxmlformats.org/officeDocument/2006/relationships/image" Target="/ppt/media/image4.png" Id="R4b2201d70a1b407c" /><Relationship Type="http://schemas.openxmlformats.org/officeDocument/2006/relationships/notesSlide" Target="/ppt/notesSlides/notesSlide21.xml" Id="R1fd0ba7e53564e6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c58f81a8048cf" /><Relationship Type="http://schemas.openxmlformats.org/officeDocument/2006/relationships/image" Target="/ppt/media/image27.png" Id="R5cedb26ea078409a" /><Relationship Type="http://schemas.openxmlformats.org/officeDocument/2006/relationships/notesSlide" Target="/ppt/notesSlides/notesSlide22.xml" Id="R8c736b61347145a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6da67415d54355" /><Relationship Type="http://schemas.openxmlformats.org/officeDocument/2006/relationships/notesSlide" Target="/ppt/notesSlides/notesSlide23.xml" Id="R356bdc8e2803457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f69f4a1e04bc5" /><Relationship Type="http://schemas.openxmlformats.org/officeDocument/2006/relationships/chart" Target="/ppt/slides/charts/chart2.xml" Id="R00a34a867ac84768" /><Relationship Type="http://schemas.openxmlformats.org/officeDocument/2006/relationships/notesSlide" Target="/ppt/notesSlides/notesSlide24.xml" Id="Rc158ca20f3ab46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c22cc2af94ad9" /><Relationship Type="http://schemas.openxmlformats.org/officeDocument/2006/relationships/image" Target="/ppt/media/image11.png" Id="R854be82e094f45bb" /><Relationship Type="http://schemas.openxmlformats.org/officeDocument/2006/relationships/image" Target="/ppt/media/image16.png" Id="Rc248be3e79fc49d2" /><Relationship Type="http://schemas.openxmlformats.org/officeDocument/2006/relationships/image" Target="/ppt/media/image28.png" Id="R4a717b545ce84b95" /><Relationship Type="http://schemas.openxmlformats.org/officeDocument/2006/relationships/image" Target="/ppt/media/image9.png" Id="R7ecdaa73715e4805" /><Relationship Type="http://schemas.openxmlformats.org/officeDocument/2006/relationships/image" Target="/ppt/media/image29.png" Id="R8df73f9af55a43f1" /><Relationship Type="http://schemas.openxmlformats.org/officeDocument/2006/relationships/image" Target="/ppt/media/image6.png" Id="R1109a77389484179" /><Relationship Type="http://schemas.openxmlformats.org/officeDocument/2006/relationships/notesSlide" Target="/ppt/notesSlides/notesSlide25.xml" Id="R3b1a7c34ba8f471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ae3a52fcd45d6" /><Relationship Type="http://schemas.openxmlformats.org/officeDocument/2006/relationships/image" Target="/ppt/media/image26.png" Id="Rb22e0cc1e5144ad3" /><Relationship Type="http://schemas.openxmlformats.org/officeDocument/2006/relationships/image" Target="/ppt/media/image30.png" Id="R6189572f82d44822" /><Relationship Type="http://schemas.openxmlformats.org/officeDocument/2006/relationships/notesSlide" Target="/ppt/notesSlides/notesSlide26.xml" Id="Radf63c0aeffc4a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6a09cb2e0409c" /><Relationship Type="http://schemas.openxmlformats.org/officeDocument/2006/relationships/notesSlide" Target="/ppt/notesSlides/notesSlide27.xml" Id="R093a8837d5854f9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17ad701874aef" /><Relationship Type="http://schemas.openxmlformats.org/officeDocument/2006/relationships/image" Target="/ppt/media/image25.png" Id="R378aab22f3c14d72" /><Relationship Type="http://schemas.openxmlformats.org/officeDocument/2006/relationships/image" Target="/ppt/media/image16.png" Id="R57e54667d94140f9" /><Relationship Type="http://schemas.openxmlformats.org/officeDocument/2006/relationships/image" Target="/ppt/media/image23.png" Id="R1b96cd55d70f4b6d" /><Relationship Type="http://schemas.openxmlformats.org/officeDocument/2006/relationships/image" Target="/ppt/media/image31.png" Id="Rd7c2a84c50854c30" /><Relationship Type="http://schemas.openxmlformats.org/officeDocument/2006/relationships/notesSlide" Target="/ppt/notesSlides/notesSlide28.xml" Id="R42983e16855649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98c45e8d14975" /><Relationship Type="http://schemas.openxmlformats.org/officeDocument/2006/relationships/notesSlide" Target="/ppt/notesSlides/notesSlide29.xml" Id="Rc6487044521343d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공개 판례 검색 건수</c:v>
          </c:tx>
          <c:spPr>
            <a:solidFill xmlns:a="http://schemas.openxmlformats.org/drawingml/2006/main">
              <a:srgbClr val="567D89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32</c:v>
                </c:pt>
                <c:pt idx="1">
                  <c:v>37</c:v>
                </c:pt>
                <c:pt idx="2">
                  <c:v>34</c:v>
                </c:pt>
                <c:pt idx="3">
                  <c:v>23</c:v>
                </c:pt>
                <c:pt idx="4">
                  <c:v>12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183E3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DE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D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5F2E9"/>
        </a:solidFill>
      </c:spPr>
    </c:plotArea>
    <c:plotVisOnly val="1"/>
  </c:chart>
  <c:spPr>
    <a:solidFill xmlns:a="http://schemas.openxmlformats.org/drawingml/2006/main">
      <a:srgbClr val="F5F2E9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연환산 매출</c:v>
          </c:tx>
          <c:dPt>
            <c:idx val="0"/>
            <c:invertIfNegative val="0"/>
            <c:spPr>
              <a:solidFill xmlns:a="http://schemas.openxmlformats.org/drawingml/2006/main">
                <a:srgbClr val="183E3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2969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85437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0.5%  948개</c:v>
                </c:pt>
                <c:pt idx="1">
                  <c:v>1%  1,897개</c:v>
                </c:pt>
                <c:pt idx="2">
                  <c:v>2%  3,793개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4.74</c:v>
                </c:pt>
                <c:pt idx="1">
                  <c:v>9.49</c:v>
                </c:pt>
                <c:pt idx="2">
                  <c:v>18.97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183E35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D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KR"/>
                    <a:ea typeface="Noto Sans KR"/>
                    <a:cs typeface="Noto Sans KR"/>
                  </a:rPr>
                  <a:t>억원 / 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5F2E9"/>
        </a:solidFill>
      </c:spPr>
    </c:plotArea>
    <c:plotVisOnly val="1"/>
  </c:chart>
  <c:spPr>
    <a:solidFill xmlns:a="http://schemas.openxmlformats.org/drawingml/2006/main">
      <a:srgbClr val="F5F2E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" name="Template artwork 10000">
            <a:extLst xmlns:a="http://schemas.openxmlformats.org/drawingml/2006/main">
              <a:ext uri="{FF2B5EF4-FFF2-40B4-BE49-F238E27FC236}">
                <a16:creationId xmlns:a16="http://schemas.microsoft.com/office/drawing/2014/main" id="{F44DF430-8EE8-44FA-A2CF-8CD792A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01" name="Template artwork 10001">
            <a:extLst xmlns:a="http://schemas.openxmlformats.org/drawingml/2006/main">
              <a:ext uri="{FF2B5EF4-FFF2-40B4-BE49-F238E27FC236}">
                <a16:creationId xmlns:a16="http://schemas.microsoft.com/office/drawing/2014/main" id="{103A3570-9828-4B14-ADE9-E4B7BD4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02" name="Template artwork 10002">
            <a:extLst xmlns:a="http://schemas.openxmlformats.org/drawingml/2006/main">
              <a:ext uri="{FF2B5EF4-FFF2-40B4-BE49-F238E27FC236}">
                <a16:creationId xmlns:a16="http://schemas.microsoft.com/office/drawing/2014/main" id="{8A874D70-C0A2-4827-93A2-B313C4C0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097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1">
            <a:extLst xmlns:a="http://schemas.openxmlformats.org/drawingml/2006/main">
              <a:ext uri="{FF2B5EF4-FFF2-40B4-BE49-F238E27FC236}">
                <a16:creationId xmlns:a16="http://schemas.microsoft.com/office/drawing/2014/main" id="{4C06BA6C-D750-4A6E-8801-F3319C0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8835013-D323-4806-BD02-EAC9F13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아버지와의 통화">
            <a:extLst xmlns:a="http://schemas.openxmlformats.org/drawingml/2006/main">
              <a:ext uri="{FF2B5EF4-FFF2-40B4-BE49-F238E27FC236}">
                <a16:creationId xmlns:a16="http://schemas.microsoft.com/office/drawing/2014/main" id="{EE5A402B-315C-4273-9C3E-56342CB1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아버지와의 통화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AE39F012-1F97-4C7F-BE5C-BB1B10E5D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2d1ad57164cbc"/>
          <a:stretch xmlns:a="http://schemas.openxmlformats.org/drawingml/2006/main"/>
        </p:blipFill>
        <p:spPr>
          <a:xfrm xmlns:a="http://schemas.openxmlformats.org/drawingml/2006/main">
            <a:off x="3878580" y="1954530"/>
            <a:ext cx="1386840" cy="1386840"/>
          </a:xfrm>
          <a:prstGeom xmlns:a="http://schemas.openxmlformats.org/drawingml/2006/main" prst="rect">
            <a:avLst/>
          </a:prstGeom>
        </p:spPr>
      </p:pic>
      <p:sp>
        <p:nvSpPr>
          <p:cNvPr id="5" name="통화 녹음">
            <a:extLst xmlns:a="http://schemas.openxmlformats.org/drawingml/2006/main">
              <a:ext uri="{FF2B5EF4-FFF2-40B4-BE49-F238E27FC236}">
                <a16:creationId xmlns:a16="http://schemas.microsoft.com/office/drawing/2014/main" id="{D6E3D3E8-E972-47DC-B21E-69EEF56D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200525"/>
            <a:ext cx="826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통화 녹음</a:t>
            </a:r>
          </a:p>
        </p:txBody>
      </p:sp>
    </p:spTree>
    <p:extLst>
      <p:ext uri="{BB962C8B-B14F-4D97-AF65-F5344CB8AC3E}">
        <p14:creationId xmlns:p14="http://schemas.microsoft.com/office/powerpoint/2010/main" val="972838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여러분의 종중은 안녕하십니까?">
            <a:extLst xmlns:a="http://schemas.openxmlformats.org/drawingml/2006/main">
              <a:ext uri="{FF2B5EF4-FFF2-40B4-BE49-F238E27FC236}">
                <a16:creationId xmlns:a16="http://schemas.microsoft.com/office/drawing/2014/main" id="{775C09C3-0EC4-45EF-B46D-1B87BFCC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8744"/>
            <a:ext cx="8001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defTabSz="685800">
              <a:buNone/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여러분의</a:t>
            </a:r>
            <a:r>
              <a:rPr sz="45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45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종중은</a:t>
            </a:r>
            <a:endParaRPr sz="4500" b="1">
              <a:solidFill>
                <a:srgbClr val="F5F2E9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defTabSz="685800">
              <a:buNone/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8000" b="1">
                <a:solidFill>
                  <a:srgbClr val="FF0000"/>
                </a:solidFill>
                <a:latin typeface="Noto Sans KR"/>
                <a:ea typeface="Noto Sans KR"/>
                <a:cs typeface="Noto Sans KR"/>
              </a:rPr>
              <a:t>안녕</a:t>
            </a:r>
            <a:r>
              <a:rPr sz="8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하십니까</a:t>
            </a:r>
            <a:r>
              <a:rPr sz="8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45791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전주이씨 임영대군파종중">
            <a:extLst xmlns:a="http://schemas.openxmlformats.org/drawingml/2006/main">
              <a:ext uri="{FF2B5EF4-FFF2-40B4-BE49-F238E27FC236}">
                <a16:creationId xmlns:a16="http://schemas.microsoft.com/office/drawing/2014/main" id="{6EABEF4E-F729-42B0-8D33-58097E7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"/>
            <a:ext cx="8267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 defTabSz="685800">
              <a:buNone/>
              <a:defRPr sz="34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전주이씨</a:t>
            </a: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550" b="1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임영대군파종중</a:t>
            </a:r>
            <a:endParaRPr sz="4400" b="1">
              <a:solidFill>
                <a:srgbClr val="183E35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035D9-2573-4AE0-AFBB-01A7F14AA9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106df84394519"/>
          <a:stretch xmlns:a="http://schemas.openxmlformats.org/drawingml/2006/main"/>
        </p:blipFill>
        <p:spPr>
          <a:xfrm xmlns:a="http://schemas.openxmlformats.org/drawingml/2006/main">
            <a:off x="3168650" y="952500"/>
            <a:ext cx="2806700" cy="4048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98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8" name="Template artwork 10008">
            <a:extLst xmlns:a="http://schemas.openxmlformats.org/drawingml/2006/main">
              <a:ext uri="{FF2B5EF4-FFF2-40B4-BE49-F238E27FC236}">
                <a16:creationId xmlns:a16="http://schemas.microsoft.com/office/drawing/2014/main" id="{1674F13E-F581-4B4D-8F01-6798165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09" name="Template artwork 10009">
            <a:extLst xmlns:a="http://schemas.openxmlformats.org/drawingml/2006/main">
              <a:ext uri="{FF2B5EF4-FFF2-40B4-BE49-F238E27FC236}">
                <a16:creationId xmlns:a16="http://schemas.microsoft.com/office/drawing/2014/main" id="{888826E1-6FFC-4467-BC06-88C4E89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0" name="Template artwork 10010">
            <a:extLst xmlns:a="http://schemas.openxmlformats.org/drawingml/2006/main">
              <a:ext uri="{FF2B5EF4-FFF2-40B4-BE49-F238E27FC236}">
                <a16:creationId xmlns:a16="http://schemas.microsoft.com/office/drawing/2014/main" id="{AE2E8B61-BE14-4234-A05A-840FD13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581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1" name="Template artwork 10011">
            <a:extLst xmlns:a="http://schemas.openxmlformats.org/drawingml/2006/main">
              <a:ext uri="{FF2B5EF4-FFF2-40B4-BE49-F238E27FC236}">
                <a16:creationId xmlns:a16="http://schemas.microsoft.com/office/drawing/2014/main" id="{7CC332E0-276E-4CCD-B482-4FFE74A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581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2" name="Template artwork 10012">
            <a:extLst xmlns:a="http://schemas.openxmlformats.org/drawingml/2006/main">
              <a:ext uri="{FF2B5EF4-FFF2-40B4-BE49-F238E27FC236}">
                <a16:creationId xmlns:a16="http://schemas.microsoft.com/office/drawing/2014/main" id="{6D2A9B0D-E9CD-4699-A4F4-7EA15C69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581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3" name="Template artwork 10013">
            <a:extLst xmlns:a="http://schemas.openxmlformats.org/drawingml/2006/main">
              <a:ext uri="{FF2B5EF4-FFF2-40B4-BE49-F238E27FC236}">
                <a16:creationId xmlns:a16="http://schemas.microsoft.com/office/drawing/2014/main" id="{AB3C0F16-DE9A-456A-A939-BD57B31A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811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4">
            <a:extLst xmlns:a="http://schemas.openxmlformats.org/drawingml/2006/main">
              <a:ext uri="{FF2B5EF4-FFF2-40B4-BE49-F238E27FC236}">
                <a16:creationId xmlns:a16="http://schemas.microsoft.com/office/drawing/2014/main" id="{74ABE93D-B737-4D68-8997-11130D3E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4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5F38CCE-2D52-4F73-97BC-A25CBA4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종중">
            <a:extLst xmlns:a="http://schemas.openxmlformats.org/drawingml/2006/main">
              <a:ext uri="{FF2B5EF4-FFF2-40B4-BE49-F238E27FC236}">
                <a16:creationId xmlns:a16="http://schemas.microsoft.com/office/drawing/2014/main" id="{040F798E-1190-42D9-96D1-548DD02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38460E3E-E6F0-47A6-8058-3956804F3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a86a95f154cfc"/>
          <a:stretch xmlns:a="http://schemas.openxmlformats.org/drawingml/2006/main"/>
        </p:blipFill>
        <p:spPr>
          <a:xfrm xmlns:a="http://schemas.openxmlformats.org/drawingml/2006/main">
            <a:off x="857250" y="18954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5" name="뿌리">
            <a:extLst xmlns:a="http://schemas.openxmlformats.org/drawingml/2006/main">
              <a:ext uri="{FF2B5EF4-FFF2-40B4-BE49-F238E27FC236}">
                <a16:creationId xmlns:a16="http://schemas.microsoft.com/office/drawing/2014/main" id="{00A8C668-9A3C-4A08-BC24-A0AC6C76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400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뿌리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C576448B-46A1-4C0F-8C13-725B16AF15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f5bc211474d5c"/>
          <a:stretch xmlns:a="http://schemas.openxmlformats.org/drawingml/2006/main"/>
        </p:blipFill>
        <p:spPr>
          <a:xfrm xmlns:a="http://schemas.openxmlformats.org/drawingml/2006/main">
            <a:off x="3067050" y="18954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7" name="공동재산">
            <a:extLst xmlns:a="http://schemas.openxmlformats.org/drawingml/2006/main">
              <a:ext uri="{FF2B5EF4-FFF2-40B4-BE49-F238E27FC236}">
                <a16:creationId xmlns:a16="http://schemas.microsoft.com/office/drawing/2014/main" id="{369F22D0-94A0-4EE5-9168-E2953EC5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00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공동재산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F1429D35-3009-4513-B16E-7E3AE3FC40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0bc84b89f4621"/>
          <a:stretch xmlns:a="http://schemas.openxmlformats.org/drawingml/2006/main"/>
        </p:blipFill>
        <p:spPr>
          <a:xfrm xmlns:a="http://schemas.openxmlformats.org/drawingml/2006/main">
            <a:off x="5276850" y="18954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9" name="기록">
            <a:extLst xmlns:a="http://schemas.openxmlformats.org/drawingml/2006/main">
              <a:ext uri="{FF2B5EF4-FFF2-40B4-BE49-F238E27FC236}">
                <a16:creationId xmlns:a16="http://schemas.microsoft.com/office/drawing/2014/main" id="{68368B66-EC3A-4D54-9FF9-A314C745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00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D576D03A-3CC8-4FBD-B9F3-126114E632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dcd4e094e4379"/>
          <a:stretch xmlns:a="http://schemas.openxmlformats.org/drawingml/2006/main"/>
        </p:blipFill>
        <p:spPr>
          <a:xfrm xmlns:a="http://schemas.openxmlformats.org/drawingml/2006/main">
            <a:off x="7486650" y="18954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11" name="종원">
            <a:extLst xmlns:a="http://schemas.openxmlformats.org/drawingml/2006/main">
              <a:ext uri="{FF2B5EF4-FFF2-40B4-BE49-F238E27FC236}">
                <a16:creationId xmlns:a16="http://schemas.microsoft.com/office/drawing/2014/main" id="{44D61334-682B-42BF-8CDD-235A49E9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004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종원</a:t>
            </a:r>
          </a:p>
        </p:txBody>
      </p:sp>
    </p:spTree>
    <p:extLst>
      <p:ext uri="{BB962C8B-B14F-4D97-AF65-F5344CB8AC3E}">
        <p14:creationId xmlns:p14="http://schemas.microsoft.com/office/powerpoint/2010/main" val="182572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4" name="Template artwork 10014">
            <a:extLst xmlns:a="http://schemas.openxmlformats.org/drawingml/2006/main">
              <a:ext uri="{FF2B5EF4-FFF2-40B4-BE49-F238E27FC236}">
                <a16:creationId xmlns:a16="http://schemas.microsoft.com/office/drawing/2014/main" id="{1AB00B64-3265-430D-A757-63C87946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5" name="Template artwork 10015">
            <a:extLst xmlns:a="http://schemas.openxmlformats.org/drawingml/2006/main">
              <a:ext uri="{FF2B5EF4-FFF2-40B4-BE49-F238E27FC236}">
                <a16:creationId xmlns:a16="http://schemas.microsoft.com/office/drawing/2014/main" id="{EEEAAAC9-D5CE-4795-9D32-FCBD536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D9FC2938-587A-4422-8350-6F03CCC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5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8D969F58-72DC-46E5-9F26-C9451F3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종중 재산 분쟁">
            <a:extLst xmlns:a="http://schemas.openxmlformats.org/drawingml/2006/main">
              <a:ext uri="{FF2B5EF4-FFF2-40B4-BE49-F238E27FC236}">
                <a16:creationId xmlns:a16="http://schemas.microsoft.com/office/drawing/2014/main" id="{BA1B87F1-197D-42FC-8389-D101331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 재산 분쟁</a:t>
            </a:r>
          </a:p>
        </p:txBody>
      </p:sp>
      <p:sp>
        <p:nvSpPr>
          <p:cNvPr id="4" name="가짜 대표 땅거래 소송">
            <a:extLst xmlns:a="http://schemas.openxmlformats.org/drawingml/2006/main">
              <a:ext uri="{FF2B5EF4-FFF2-40B4-BE49-F238E27FC236}">
                <a16:creationId xmlns:a16="http://schemas.microsoft.com/office/drawing/2014/main" id="{218D12FB-6A20-4107-92B1-7D21DB36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52575"/>
            <a:ext cx="25050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rPr>
              <a:t>가짜 대표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rPr>
              <a:t>땅거래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0">
                <a:solidFill>
                  <a:srgbClr val="A85437"/>
                </a:solidFill>
                <a:latin typeface="Noto Sans KR"/>
                <a:ea typeface="Noto Sans KR"/>
                <a:cs typeface="Noto Sans KR"/>
              </a:rPr>
              <a:t>소송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9F152C72-482B-41E4-848A-8AF1F7CF5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37105bd0f4247"/>
          <a:stretch xmlns:a="http://schemas.openxmlformats.org/drawingml/2006/main"/>
        </p:blipFill>
        <p:spPr>
          <a:xfrm xmlns:a="http://schemas.openxmlformats.org/drawingml/2006/main">
            <a:off x="3133725" y="1344444"/>
            <a:ext cx="5534025" cy="3111838"/>
          </a:xfrm>
          <a:prstGeom xmlns:a="http://schemas.openxmlformats.org/drawingml/2006/main" prst="rect">
            <a:avLst/>
          </a:prstGeom>
        </p:spPr>
      </p:pic>
      <p:sp>
        <p:nvSpPr>
          <p:cNvPr id="6" name="전주MBC 2026.09.22">
            <a:extLst xmlns:a="http://schemas.openxmlformats.org/drawingml/2006/main">
              <a:ext uri="{FF2B5EF4-FFF2-40B4-BE49-F238E27FC236}">
                <a16:creationId xmlns:a16="http://schemas.microsoft.com/office/drawing/2014/main" id="{5A20AA23-5B20-4663-9013-972A713D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62475"/>
            <a:ext cx="5543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aa3d3505320e49cc"/>
              </a:rPr>
              <a:t>전주MBC 2026.09.22</a:t>
            </a:r>
          </a:p>
        </p:txBody>
      </p:sp>
    </p:spTree>
    <p:extLst>
      <p:ext uri="{BB962C8B-B14F-4D97-AF65-F5344CB8AC3E}">
        <p14:creationId xmlns:p14="http://schemas.microsoft.com/office/powerpoint/2010/main" val="1876578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16" name="Template artwork 10016">
            <a:extLst xmlns:a="http://schemas.openxmlformats.org/drawingml/2006/main">
              <a:ext uri="{FF2B5EF4-FFF2-40B4-BE49-F238E27FC236}">
                <a16:creationId xmlns:a16="http://schemas.microsoft.com/office/drawing/2014/main" id="{C8248242-C99F-4362-B6CA-82D2AC60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7" name="Template artwork 10017">
            <a:extLst xmlns:a="http://schemas.openxmlformats.org/drawingml/2006/main">
              <a:ext uri="{FF2B5EF4-FFF2-40B4-BE49-F238E27FC236}">
                <a16:creationId xmlns:a16="http://schemas.microsoft.com/office/drawing/2014/main" id="{17FF2F3C-7700-4FC3-AB6A-2D1A0103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8" name="Template artwork 10018">
            <a:extLst xmlns:a="http://schemas.openxmlformats.org/drawingml/2006/main">
              <a:ext uri="{FF2B5EF4-FFF2-40B4-BE49-F238E27FC236}">
                <a16:creationId xmlns:a16="http://schemas.microsoft.com/office/drawing/2014/main" id="{EF391FC7-924A-40E4-ADB3-491DC198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19" name="Template artwork 10019">
            <a:extLst xmlns:a="http://schemas.openxmlformats.org/drawingml/2006/main">
              <a:ext uri="{FF2B5EF4-FFF2-40B4-BE49-F238E27FC236}">
                <a16:creationId xmlns:a16="http://schemas.microsoft.com/office/drawing/2014/main" id="{6B9FF817-017F-4A1A-9E29-BF22DF34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0" name="Template artwork 10020">
            <a:extLst xmlns:a="http://schemas.openxmlformats.org/drawingml/2006/main">
              <a:ext uri="{FF2B5EF4-FFF2-40B4-BE49-F238E27FC236}">
                <a16:creationId xmlns:a16="http://schemas.microsoft.com/office/drawing/2014/main" id="{8EB07F04-7B43-4DAE-A08B-CC3C166F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6">
            <a:extLst xmlns:a="http://schemas.openxmlformats.org/drawingml/2006/main">
              <a:ext uri="{FF2B5EF4-FFF2-40B4-BE49-F238E27FC236}">
                <a16:creationId xmlns:a16="http://schemas.microsoft.com/office/drawing/2014/main" id="{164B318F-FFA8-4017-A59B-96B3FC23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6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B8CEE90-43AF-47BC-A45C-FCF2C85F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종손 지위와 토지 계약">
            <a:extLst xmlns:a="http://schemas.openxmlformats.org/drawingml/2006/main">
              <a:ext uri="{FF2B5EF4-FFF2-40B4-BE49-F238E27FC236}">
                <a16:creationId xmlns:a16="http://schemas.microsoft.com/office/drawing/2014/main" id="{43A4100F-C5F1-450F-8E9C-F4E187C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종손 지위와 토지 계약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217F0DFA-C8A9-4A78-A61C-6FB03BD4F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e9c3cf41c4f92"/>
          <a:stretch xmlns:a="http://schemas.openxmlformats.org/drawingml/2006/main"/>
        </p:blipFill>
        <p:spPr>
          <a:xfrm xmlns:a="http://schemas.openxmlformats.org/drawingml/2006/main">
            <a:off x="743903" y="1401128"/>
            <a:ext cx="293370" cy="293370"/>
          </a:xfrm>
          <a:prstGeom xmlns:a="http://schemas.openxmlformats.org/drawingml/2006/main" prst="rect">
            <a:avLst/>
          </a:prstGeom>
        </p:spPr>
      </p:pic>
      <p:sp>
        <p:nvSpPr>
          <p:cNvPr id="5" name="종손 지위">
            <a:extLst xmlns:a="http://schemas.openxmlformats.org/drawingml/2006/main">
              <a:ext uri="{FF2B5EF4-FFF2-40B4-BE49-F238E27FC236}">
                <a16:creationId xmlns:a16="http://schemas.microsoft.com/office/drawing/2014/main" id="{F47E04D6-894E-4BA1-AE64-D1E6FC6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8764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종손 지위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68B6507D-8E6F-40A9-A438-8D324C5877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0772b9908456c"/>
          <a:stretch xmlns:a="http://schemas.openxmlformats.org/drawingml/2006/main"/>
        </p:blipFill>
        <p:spPr>
          <a:xfrm xmlns:a="http://schemas.openxmlformats.org/drawingml/2006/main">
            <a:off x="2390775" y="1385398"/>
            <a:ext cx="6276975" cy="401029"/>
          </a:xfrm>
          <a:prstGeom xmlns:a="http://schemas.openxmlformats.org/drawingml/2006/main" prst="rect">
            <a:avLst/>
          </a:prstGeom>
        </p:spPr>
      </p:pic>
      <p:sp>
        <p:nvSpPr>
          <p:cNvPr id="7" name="법치뉴스 2026.04.28">
            <a:extLst xmlns:a="http://schemas.openxmlformats.org/drawingml/2006/main">
              <a:ext uri="{FF2B5EF4-FFF2-40B4-BE49-F238E27FC236}">
                <a16:creationId xmlns:a16="http://schemas.microsoft.com/office/drawing/2014/main" id="{565B7E53-8FCB-431D-92D2-E74838C6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fb835a400c0243c1"/>
              </a:rPr>
              <a:t>법치뉴스 2026.04.28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DDD6F1A2-45B0-4888-80D1-9A7E2B4C8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44cfacb794adb"/>
          <a:stretch xmlns:a="http://schemas.openxmlformats.org/drawingml/2006/main"/>
        </p:blipFill>
        <p:spPr>
          <a:xfrm xmlns:a="http://schemas.openxmlformats.org/drawingml/2006/main">
            <a:off x="743903" y="2534603"/>
            <a:ext cx="293370" cy="293370"/>
          </a:xfrm>
          <a:prstGeom xmlns:a="http://schemas.openxmlformats.org/drawingml/2006/main" prst="rect">
            <a:avLst/>
          </a:prstGeom>
        </p:spPr>
      </p:pic>
      <p:sp>
        <p:nvSpPr>
          <p:cNvPr id="9" name="임대 계약">
            <a:extLst xmlns:a="http://schemas.openxmlformats.org/drawingml/2006/main">
              <a:ext uri="{FF2B5EF4-FFF2-40B4-BE49-F238E27FC236}">
                <a16:creationId xmlns:a16="http://schemas.microsoft.com/office/drawing/2014/main" id="{B6BC3A20-081D-4084-B141-6EBC85D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0099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임대 계약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16BC43AB-0209-429A-877D-853EDFC07C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56c9343aa442a"/>
          <a:stretch xmlns:a="http://schemas.openxmlformats.org/drawingml/2006/main"/>
        </p:blipFill>
        <p:spPr>
          <a:xfrm xmlns:a="http://schemas.openxmlformats.org/drawingml/2006/main">
            <a:off x="2390775" y="2539215"/>
            <a:ext cx="6276975" cy="360345"/>
          </a:xfrm>
          <a:prstGeom xmlns:a="http://schemas.openxmlformats.org/drawingml/2006/main" prst="rect">
            <a:avLst/>
          </a:prstGeom>
        </p:spPr>
      </p:pic>
      <p:sp>
        <p:nvSpPr>
          <p:cNvPr id="11" name="충청투데이 2026.07.10">
            <a:extLst xmlns:a="http://schemas.openxmlformats.org/drawingml/2006/main">
              <a:ext uri="{FF2B5EF4-FFF2-40B4-BE49-F238E27FC236}">
                <a16:creationId xmlns:a16="http://schemas.microsoft.com/office/drawing/2014/main" id="{5DBAB526-33C1-446F-93CC-7167FDB5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33725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5c28a5803ad14b1f"/>
              </a:rPr>
              <a:t>충청투데이 2026.07.10</a:t>
            </a:r>
          </a:p>
        </p:txBody>
      </p:sp>
      <p:pic>
        <p:nvPicPr>
          <p:cNvPr id="12" name="그림 11">
            <a:extLst xmlns:a="http://schemas.openxmlformats.org/drawingml/2006/main">
              <a:ext uri="{FF2B5EF4-FFF2-40B4-BE49-F238E27FC236}">
                <a16:creationId xmlns:a16="http://schemas.microsoft.com/office/drawing/2014/main" id="{F663D30F-EA2E-4EFB-80CE-CFFA1B1AF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da7535aac4ab3"/>
          <a:stretch xmlns:a="http://schemas.openxmlformats.org/drawingml/2006/main"/>
        </p:blipFill>
        <p:spPr>
          <a:xfrm xmlns:a="http://schemas.openxmlformats.org/drawingml/2006/main">
            <a:off x="743903" y="3668078"/>
            <a:ext cx="293370" cy="293370"/>
          </a:xfrm>
          <a:prstGeom xmlns:a="http://schemas.openxmlformats.org/drawingml/2006/main" prst="rect">
            <a:avLst/>
          </a:prstGeom>
        </p:spPr>
      </p:pic>
      <p:sp>
        <p:nvSpPr>
          <p:cNvPr id="13" name="대표권">
            <a:extLst xmlns:a="http://schemas.openxmlformats.org/drawingml/2006/main">
              <a:ext uri="{FF2B5EF4-FFF2-40B4-BE49-F238E27FC236}">
                <a16:creationId xmlns:a16="http://schemas.microsoft.com/office/drawing/2014/main" id="{788B6AD8-D799-4D3A-87CD-65932952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14337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대표권</a:t>
            </a:r>
          </a:p>
        </p:txBody>
      </p:sp>
      <p:pic>
        <p:nvPicPr>
          <p:cNvPr id="14" name="그림 13">
            <a:extLst xmlns:a="http://schemas.openxmlformats.org/drawingml/2006/main">
              <a:ext uri="{FF2B5EF4-FFF2-40B4-BE49-F238E27FC236}">
                <a16:creationId xmlns:a16="http://schemas.microsoft.com/office/drawing/2014/main" id="{D9072131-8728-4457-BA80-D0E1F6B452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1edf99f2d41bb"/>
          <a:stretch xmlns:a="http://schemas.openxmlformats.org/drawingml/2006/main"/>
        </p:blipFill>
        <p:spPr>
          <a:xfrm xmlns:a="http://schemas.openxmlformats.org/drawingml/2006/main">
            <a:off x="2390775" y="3523577"/>
            <a:ext cx="6276975" cy="839545"/>
          </a:xfrm>
          <a:prstGeom xmlns:a="http://schemas.openxmlformats.org/drawingml/2006/main" prst="rect">
            <a:avLst/>
          </a:prstGeom>
        </p:spPr>
      </p:pic>
      <p:sp>
        <p:nvSpPr>
          <p:cNvPr id="15" name="한경BUSINESS 2026.07.24">
            <a:extLst xmlns:a="http://schemas.openxmlformats.org/drawingml/2006/main">
              <a:ext uri="{FF2B5EF4-FFF2-40B4-BE49-F238E27FC236}">
                <a16:creationId xmlns:a16="http://schemas.microsoft.com/office/drawing/2014/main" id="{C2265609-B91A-4195-95C9-B47BB254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67225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83E35"/>
                </a:solidFill>
                <a:latin typeface="Noto Sans KR"/>
                <a:ea typeface="Noto Sans KR"/>
                <a:cs typeface="Noto Sans KR"/>
                <a:hlinkClick xmlns:r="http://schemas.openxmlformats.org/officeDocument/2006/relationships" r:id="Re291c99865014d48"/>
              </a:rPr>
              <a:t>한경BUSINESS 2026.07.24</a:t>
            </a:r>
          </a:p>
        </p:txBody>
      </p:sp>
    </p:spTree>
    <p:extLst>
      <p:ext uri="{BB962C8B-B14F-4D97-AF65-F5344CB8AC3E}">
        <p14:creationId xmlns:p14="http://schemas.microsoft.com/office/powerpoint/2010/main" val="267775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1" name="Template artwork 10021">
            <a:extLst xmlns:a="http://schemas.openxmlformats.org/drawingml/2006/main">
              <a:ext uri="{FF2B5EF4-FFF2-40B4-BE49-F238E27FC236}">
                <a16:creationId xmlns:a16="http://schemas.microsoft.com/office/drawing/2014/main" id="{F184420A-242F-434C-831F-B0A84C3A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2" name="Template artwork 10022">
            <a:extLst xmlns:a="http://schemas.openxmlformats.org/drawingml/2006/main">
              <a:ext uri="{FF2B5EF4-FFF2-40B4-BE49-F238E27FC236}">
                <a16:creationId xmlns:a16="http://schemas.microsoft.com/office/drawing/2014/main" id="{766CE99B-C2CA-409B-91F6-77E4BEB4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3" name="Template artwork 10023">
            <a:extLst xmlns:a="http://schemas.openxmlformats.org/drawingml/2006/main">
              <a:ext uri="{FF2B5EF4-FFF2-40B4-BE49-F238E27FC236}">
                <a16:creationId xmlns:a16="http://schemas.microsoft.com/office/drawing/2014/main" id="{8FD3FC0C-3D89-457F-BAF0-BB3283B2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4097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7">
            <a:extLst xmlns:a="http://schemas.openxmlformats.org/drawingml/2006/main">
              <a:ext uri="{FF2B5EF4-FFF2-40B4-BE49-F238E27FC236}">
                <a16:creationId xmlns:a16="http://schemas.microsoft.com/office/drawing/2014/main" id="{C581D2D6-7D86-40CC-A8E1-E1CF12D5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7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FD0457E9-4810-4CAE-AC2D-98952793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종중 관련 공개 판례 검색">
            <a:extLst xmlns:a="http://schemas.openxmlformats.org/drawingml/2006/main">
              <a:ext uri="{FF2B5EF4-FFF2-40B4-BE49-F238E27FC236}">
                <a16:creationId xmlns:a16="http://schemas.microsoft.com/office/drawing/2014/main" id="{6ADAABD4-051E-431F-A496-BC3E2CC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 관련 공개 판례 검색</a:t>
            </a:r>
          </a:p>
        </p:txBody>
      </p:sp>
      <p:sp>
        <p:nvSpPr>
          <p:cNvPr id="4" name="누적 검색 결과    연간 분쟁 건수와 다름    2026.10.09 조회">
            <a:extLst xmlns:a="http://schemas.openxmlformats.org/drawingml/2006/main">
              <a:ext uri="{FF2B5EF4-FFF2-40B4-BE49-F238E27FC236}">
                <a16:creationId xmlns:a16="http://schemas.microsoft.com/office/drawing/2014/main" id="{362C6206-FACB-46EE-A818-EA85934C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누적 검색 결과    연간 분쟁 건수와 다름    2026.10.09 조회</a:t>
            </a:r>
          </a:p>
        </p:txBody>
      </p:sp>
      <p:sp>
        <p:nvSpPr>
          <p:cNvPr id="5" name="1,416">
            <a:extLst xmlns:a="http://schemas.openxmlformats.org/drawingml/2006/main">
              <a:ext uri="{FF2B5EF4-FFF2-40B4-BE49-F238E27FC236}">
                <a16:creationId xmlns:a16="http://schemas.microsoft.com/office/drawing/2014/main" id="{E343A625-26FA-4BE0-A710-24B79E6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990600"/>
            <a:ext cx="605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3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buNone/>
              <a:defRPr sz="113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pPr>
            <a:r>
              <a:rPr sz="113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rPr>
              <a:t>1,416</a:t>
            </a:r>
          </a:p>
        </p:txBody>
      </p:sp>
      <p:sp>
        <p:nvSpPr>
          <p:cNvPr id="6" name="건">
            <a:extLst xmlns:a="http://schemas.openxmlformats.org/drawingml/2006/main">
              <a:ext uri="{FF2B5EF4-FFF2-40B4-BE49-F238E27FC236}">
                <a16:creationId xmlns:a16="http://schemas.microsoft.com/office/drawing/2014/main" id="{72FF5254-33E1-4199-A75E-0ACD806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76450"/>
            <a:ext cx="1066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925" b="0">
                <a:solidFill>
                  <a:srgbClr val="A85437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0">
                <a:solidFill>
                  <a:srgbClr val="A85437"/>
                </a:solidFill>
                <a:latin typeface="Noto Sans KR"/>
                <a:ea typeface="Noto Sans KR"/>
                <a:cs typeface="Noto Sans KR"/>
              </a:rPr>
              <a:t>건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621553D3-3185-4E6C-9BF5-D304921386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9c81c499347b3"/>
          <a:stretch xmlns:a="http://schemas.openxmlformats.org/drawingml/2006/main"/>
        </p:blipFill>
        <p:spPr>
          <a:xfrm xmlns:a="http://schemas.openxmlformats.org/drawingml/2006/main">
            <a:off x="7801928" y="1629728"/>
            <a:ext cx="560070" cy="560070"/>
          </a:xfrm>
          <a:prstGeom xmlns:a="http://schemas.openxmlformats.org/drawingml/2006/main" prst="rect">
            <a:avLst/>
          </a:prstGeom>
        </p:spPr>
      </p:pic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2642F602-7A9E-4E3B-BA14-B57BF8550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4f46495ff4ff4"/>
          <a:stretch xmlns:a="http://schemas.openxmlformats.org/drawingml/2006/main"/>
        </p:blipFill>
        <p:spPr>
          <a:xfrm xmlns:a="http://schemas.openxmlformats.org/drawingml/2006/main">
            <a:off x="1294911" y="3019425"/>
            <a:ext cx="6582753" cy="13525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627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" name="Template artwork 10000">
            <a:extLst xmlns:a="http://schemas.openxmlformats.org/drawingml/2006/main">
              <a:ext uri="{FF2B5EF4-FFF2-40B4-BE49-F238E27FC236}">
                <a16:creationId xmlns:a16="http://schemas.microsoft.com/office/drawing/2014/main" id="{F44DF430-8EE8-44FA-A2CF-8CD792A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01" name="Template artwork 10001">
            <a:extLst xmlns:a="http://schemas.openxmlformats.org/drawingml/2006/main">
              <a:ext uri="{FF2B5EF4-FFF2-40B4-BE49-F238E27FC236}">
                <a16:creationId xmlns:a16="http://schemas.microsoft.com/office/drawing/2014/main" id="{103A3570-9828-4B14-ADE9-E4B7BD4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8">
            <a:extLst xmlns:a="http://schemas.openxmlformats.org/drawingml/2006/main">
              <a:ext uri="{FF2B5EF4-FFF2-40B4-BE49-F238E27FC236}">
                <a16:creationId xmlns:a16="http://schemas.microsoft.com/office/drawing/2014/main" id="{4C06BA6C-D750-4A6E-8801-F3319C0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8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8835013-D323-4806-BD02-EAC9F13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5" name="종중 관련 판례, 선고연도별">
            <a:extLst xmlns:a="http://schemas.openxmlformats.org/drawingml/2006/main">
              <a:ext uri="{FF2B5EF4-FFF2-40B4-BE49-F238E27FC236}">
                <a16:creationId xmlns:a16="http://schemas.microsoft.com/office/drawing/2014/main" id="{5525FE19-5A0A-43C2-94FD-704DE56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 관련 판례, 선고연도별</a:t>
            </a:r>
          </a:p>
        </p:txBody>
      </p:sp>
      <p:sp>
        <p:nvSpPr>
          <p:cNvPr id="10002" name="검색 건수">
            <a:extLst xmlns:a="http://schemas.openxmlformats.org/drawingml/2006/main">
              <a:ext uri="{FF2B5EF4-FFF2-40B4-BE49-F238E27FC236}">
                <a16:creationId xmlns:a16="http://schemas.microsoft.com/office/drawing/2014/main" id="{0BEB17E2-F374-4763-870C-B7F50C0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검색 건수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0A67195-D8A5-42D0-AE06-53AB6C5143FC}"/>
              </a:ext>
            </a:extLst>
          </p:cNvPr>
          <p:cNvGraphicFramePr/>
          <p:nvPr/>
        </p:nvGraphicFramePr>
        <p:xfrm>
          <a:off xmlns:a="http://schemas.openxmlformats.org/drawingml/2006/main" x="581025" y="1362075"/>
          <a:ext xmlns:a="http://schemas.openxmlformats.org/drawingml/2006/main" cx="7915275" cy="2886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8db397f6b943fc"/>
          </a:graphicData>
        </a:graphic>
      </p:graphicFrame>
      <p:sp>
        <p:nvSpPr>
          <p:cNvPr id="4" name="판례본문 “종중”, 선고일자 기준. 동일 사건의 심급·요약 포함 가능. 신규 분쟁 수와 다름">
            <a:extLst xmlns:a="http://schemas.openxmlformats.org/drawingml/2006/main">
              <a:ext uri="{FF2B5EF4-FFF2-40B4-BE49-F238E27FC236}">
                <a16:creationId xmlns:a16="http://schemas.microsoft.com/office/drawing/2014/main" id="{8F5FB4B7-B73A-4301-8C3E-1333D094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62475"/>
            <a:ext cx="82581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판례본문 “종중”, 선고일자 기준. 동일 사건의 심급·요약 포함 가능. 신규 분쟁 수와 다름</a:t>
            </a:r>
          </a:p>
        </p:txBody>
      </p:sp>
    </p:spTree>
    <p:extLst>
      <p:ext uri="{BB962C8B-B14F-4D97-AF65-F5344CB8AC3E}">
        <p14:creationId xmlns:p14="http://schemas.microsoft.com/office/powerpoint/2010/main" val="1355371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4" name="Template artwork 10024">
            <a:extLst xmlns:a="http://schemas.openxmlformats.org/drawingml/2006/main">
              <a:ext uri="{FF2B5EF4-FFF2-40B4-BE49-F238E27FC236}">
                <a16:creationId xmlns:a16="http://schemas.microsoft.com/office/drawing/2014/main" id="{AF69A023-52D9-4F64-B775-13231D7B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5" name="Template artwork 10025">
            <a:extLst xmlns:a="http://schemas.openxmlformats.org/drawingml/2006/main">
              <a:ext uri="{FF2B5EF4-FFF2-40B4-BE49-F238E27FC236}">
                <a16:creationId xmlns:a16="http://schemas.microsoft.com/office/drawing/2014/main" id="{4DCC0089-5CA6-4EBB-BCFD-66866C79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9">
            <a:extLst xmlns:a="http://schemas.openxmlformats.org/drawingml/2006/main">
              <a:ext uri="{FF2B5EF4-FFF2-40B4-BE49-F238E27FC236}">
                <a16:creationId xmlns:a16="http://schemas.microsoft.com/office/drawing/2014/main" id="{D01308E5-DE01-403A-8578-F1BF0F12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9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6DA39781-A303-4A37-85D9-2AC8A42A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보도 사례의 시간과 금액">
            <a:extLst xmlns:a="http://schemas.openxmlformats.org/drawingml/2006/main">
              <a:ext uri="{FF2B5EF4-FFF2-40B4-BE49-F238E27FC236}">
                <a16:creationId xmlns:a16="http://schemas.microsoft.com/office/drawing/2014/main" id="{B10092B7-061D-46BC-9872-B3AB031D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보도 사례의 시간과 금액</a:t>
            </a:r>
          </a:p>
        </p:txBody>
      </p:sp>
      <p:sp>
        <p:nvSpPr>
          <p:cNvPr id="4" name="약 4년">
            <a:extLst xmlns:a="http://schemas.openxmlformats.org/drawingml/2006/main">
              <a:ext uri="{FF2B5EF4-FFF2-40B4-BE49-F238E27FC236}">
                <a16:creationId xmlns:a16="http://schemas.microsoft.com/office/drawing/2014/main" id="{A38E6A8D-001F-4534-89EE-C2F65D48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19225"/>
            <a:ext cx="3581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72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72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72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약 4년</a:t>
            </a:r>
          </a:p>
        </p:txBody>
      </p:sp>
      <p:sp>
        <p:nvSpPr>
          <p:cNvPr id="5" name="법정 다툼">
            <a:extLst xmlns:a="http://schemas.openxmlformats.org/drawingml/2006/main">
              <a:ext uri="{FF2B5EF4-FFF2-40B4-BE49-F238E27FC236}">
                <a16:creationId xmlns:a16="http://schemas.microsoft.com/office/drawing/2014/main" id="{693FA8E5-AEA8-4ED5-B5B5-DEFF70C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법정 다툼</a:t>
            </a:r>
          </a:p>
        </p:txBody>
      </p:sp>
      <p:sp>
        <p:nvSpPr>
          <p:cNvPr id="6" name="전주MBC 보도 사례">
            <a:extLst xmlns:a="http://schemas.openxmlformats.org/drawingml/2006/main">
              <a:ext uri="{FF2B5EF4-FFF2-40B4-BE49-F238E27FC236}">
                <a16:creationId xmlns:a16="http://schemas.microsoft.com/office/drawing/2014/main" id="{779D023A-367C-4BE9-8357-26164810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581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전주MBC 보도 사례</a:t>
            </a:r>
          </a:p>
        </p:txBody>
      </p:sp>
      <p:sp>
        <p:nvSpPr>
          <p:cNvPr id="7" name="41.85">
            <a:extLst xmlns:a="http://schemas.openxmlformats.org/drawingml/2006/main">
              <a:ext uri="{FF2B5EF4-FFF2-40B4-BE49-F238E27FC236}">
                <a16:creationId xmlns:a16="http://schemas.microsoft.com/office/drawing/2014/main" id="{55D4807F-1AEB-4A5A-A922-93A6DC7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81125"/>
            <a:ext cx="400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80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80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pPr>
            <a:r>
              <a:rPr sz="802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rPr>
              <a:t>41.85</a:t>
            </a:r>
          </a:p>
        </p:txBody>
      </p:sp>
      <p:sp>
        <p:nvSpPr>
          <p:cNvPr id="8" name="억원의 매매대금">
            <a:extLst xmlns:a="http://schemas.openxmlformats.org/drawingml/2006/main">
              <a:ext uri="{FF2B5EF4-FFF2-40B4-BE49-F238E27FC236}">
                <a16:creationId xmlns:a16="http://schemas.microsoft.com/office/drawing/2014/main" id="{C15D8C57-9CF1-48CC-A0DE-20529639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242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억원의 매매대금</a:t>
            </a:r>
          </a:p>
        </p:txBody>
      </p:sp>
      <p:sp>
        <p:nvSpPr>
          <p:cNvPr id="9" name="한경BUSINESS 보도 사례">
            <a:extLst xmlns:a="http://schemas.openxmlformats.org/drawingml/2006/main">
              <a:ext uri="{FF2B5EF4-FFF2-40B4-BE49-F238E27FC236}">
                <a16:creationId xmlns:a16="http://schemas.microsoft.com/office/drawing/2014/main" id="{30AF10CD-C5CE-4F5E-AD6D-865DB6CF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4810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한경BUSINESS 보도 사례</a:t>
            </a:r>
          </a:p>
        </p:txBody>
      </p:sp>
    </p:spTree>
    <p:extLst>
      <p:ext uri="{BB962C8B-B14F-4D97-AF65-F5344CB8AC3E}">
        <p14:creationId xmlns:p14="http://schemas.microsoft.com/office/powerpoint/2010/main" val="6713409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26" name="Template artwork 10026">
            <a:extLst xmlns:a="http://schemas.openxmlformats.org/drawingml/2006/main">
              <a:ext uri="{FF2B5EF4-FFF2-40B4-BE49-F238E27FC236}">
                <a16:creationId xmlns:a16="http://schemas.microsoft.com/office/drawing/2014/main" id="{085ADC62-FF4B-4D09-A65C-A0A5BAD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7" name="Template artwork 10027">
            <a:extLst xmlns:a="http://schemas.openxmlformats.org/drawingml/2006/main">
              <a:ext uri="{FF2B5EF4-FFF2-40B4-BE49-F238E27FC236}">
                <a16:creationId xmlns:a16="http://schemas.microsoft.com/office/drawing/2014/main" id="{07ADD7FA-A479-4C1B-81BD-40EB9E2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8" name="Template artwork 10028">
            <a:extLst xmlns:a="http://schemas.openxmlformats.org/drawingml/2006/main">
              <a:ext uri="{FF2B5EF4-FFF2-40B4-BE49-F238E27FC236}">
                <a16:creationId xmlns:a16="http://schemas.microsoft.com/office/drawing/2014/main" id="{0391C51F-E3C8-40FF-AD80-ACA4BB7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19225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29" name="Template artwork 10029">
            <a:extLst xmlns:a="http://schemas.openxmlformats.org/drawingml/2006/main">
              <a:ext uri="{FF2B5EF4-FFF2-40B4-BE49-F238E27FC236}">
                <a16:creationId xmlns:a16="http://schemas.microsoft.com/office/drawing/2014/main" id="{D990D751-00E3-40B9-ACB7-175FDA2C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19225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0" name="Template artwork 10030">
            <a:extLst xmlns:a="http://schemas.openxmlformats.org/drawingml/2006/main">
              <a:ext uri="{FF2B5EF4-FFF2-40B4-BE49-F238E27FC236}">
                <a16:creationId xmlns:a16="http://schemas.microsoft.com/office/drawing/2014/main" id="{4575D57A-59AF-4BE7-B40C-C5A67340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419225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7C4494DA-A142-445F-9608-174E976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10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2889352-AF59-43F6-930E-BF929D3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재산과 기록을 이어받는 일">
            <a:extLst xmlns:a="http://schemas.openxmlformats.org/drawingml/2006/main">
              <a:ext uri="{FF2B5EF4-FFF2-40B4-BE49-F238E27FC236}">
                <a16:creationId xmlns:a16="http://schemas.microsoft.com/office/drawing/2014/main" id="{68C8AA77-52DA-4899-8D97-11825532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재산과 기록을 이어받는 일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57E36FF5-8C75-4C1A-AC9A-947337937E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4eccb8c0a4ab0"/>
          <a:stretch xmlns:a="http://schemas.openxmlformats.org/drawingml/2006/main"/>
        </p:blipFill>
        <p:spPr>
          <a:xfrm xmlns:a="http://schemas.openxmlformats.org/drawingml/2006/main">
            <a:off x="1114806" y="1800606"/>
            <a:ext cx="970788" cy="970788"/>
          </a:xfrm>
          <a:prstGeom xmlns:a="http://schemas.openxmlformats.org/drawingml/2006/main" prst="rect">
            <a:avLst/>
          </a:prstGeom>
        </p:spPr>
      </p:pic>
      <p:sp>
        <p:nvSpPr>
          <p:cNvPr id="5" name="과거의 유산">
            <a:extLst xmlns:a="http://schemas.openxmlformats.org/drawingml/2006/main">
              <a:ext uri="{FF2B5EF4-FFF2-40B4-BE49-F238E27FC236}">
                <a16:creationId xmlns:a16="http://schemas.microsoft.com/office/drawing/2014/main" id="{3DFDD71C-44D2-42CC-8CDB-57B4487A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81375"/>
            <a:ext cx="2314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과거의 유산</a:t>
            </a:r>
          </a:p>
        </p:txBody>
      </p:sp>
      <p:sp>
        <p:nvSpPr>
          <p:cNvPr id="6" name="공동재산">
            <a:extLst xmlns:a="http://schemas.openxmlformats.org/drawingml/2006/main">
              <a:ext uri="{FF2B5EF4-FFF2-40B4-BE49-F238E27FC236}">
                <a16:creationId xmlns:a16="http://schemas.microsoft.com/office/drawing/2014/main" id="{00C6D2F3-5DF9-450D-A82F-FECFA774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2314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공동재산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75A82427-F51B-4486-B867-6B3AA707D2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7a18e8ea14e30"/>
          <a:stretch xmlns:a="http://schemas.openxmlformats.org/drawingml/2006/main"/>
        </p:blipFill>
        <p:spPr>
          <a:xfrm xmlns:a="http://schemas.openxmlformats.org/drawingml/2006/main">
            <a:off x="4086606" y="1800606"/>
            <a:ext cx="970788" cy="970788"/>
          </a:xfrm>
          <a:prstGeom xmlns:a="http://schemas.openxmlformats.org/drawingml/2006/main" prst="rect">
            <a:avLst/>
          </a:prstGeom>
        </p:spPr>
      </p:pic>
      <p:sp>
        <p:nvSpPr>
          <p:cNvPr id="8" name="현재의 일상">
            <a:extLst xmlns:a="http://schemas.openxmlformats.org/drawingml/2006/main">
              <a:ext uri="{FF2B5EF4-FFF2-40B4-BE49-F238E27FC236}">
                <a16:creationId xmlns:a16="http://schemas.microsoft.com/office/drawing/2014/main" id="{61E32F1F-B22C-41CC-80DD-FCAB38D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81375"/>
            <a:ext cx="2314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현재의 일상</a:t>
            </a:r>
          </a:p>
        </p:txBody>
      </p:sp>
      <p:sp>
        <p:nvSpPr>
          <p:cNvPr id="9" name="회의, 동의, 기록">
            <a:extLst xmlns:a="http://schemas.openxmlformats.org/drawingml/2006/main">
              <a:ext uri="{FF2B5EF4-FFF2-40B4-BE49-F238E27FC236}">
                <a16:creationId xmlns:a16="http://schemas.microsoft.com/office/drawing/2014/main" id="{53ECE861-AB3A-4F07-92D2-2FB4BBF2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314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회의, 동의, 기록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A7133757-9032-4F83-9629-1899480ACA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a7d566da24813"/>
          <a:stretch xmlns:a="http://schemas.openxmlformats.org/drawingml/2006/main"/>
        </p:blipFill>
        <p:spPr>
          <a:xfrm xmlns:a="http://schemas.openxmlformats.org/drawingml/2006/main">
            <a:off x="7058406" y="1800606"/>
            <a:ext cx="970788" cy="970788"/>
          </a:xfrm>
          <a:prstGeom xmlns:a="http://schemas.openxmlformats.org/drawingml/2006/main" prst="rect">
            <a:avLst/>
          </a:prstGeom>
        </p:spPr>
      </p:pic>
      <p:sp>
        <p:nvSpPr>
          <p:cNvPr id="11" name="다음 세대의 관리">
            <a:extLst xmlns:a="http://schemas.openxmlformats.org/drawingml/2006/main">
              <a:ext uri="{FF2B5EF4-FFF2-40B4-BE49-F238E27FC236}">
                <a16:creationId xmlns:a16="http://schemas.microsoft.com/office/drawing/2014/main" id="{C41AB561-F416-4D2B-8462-FEB15AF8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314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다음 세대의 관리</a:t>
            </a:r>
          </a:p>
        </p:txBody>
      </p:sp>
      <p:sp>
        <p:nvSpPr>
          <p:cNvPr id="12" name="인수인계">
            <a:extLst xmlns:a="http://schemas.openxmlformats.org/drawingml/2006/main">
              <a:ext uri="{FF2B5EF4-FFF2-40B4-BE49-F238E27FC236}">
                <a16:creationId xmlns:a16="http://schemas.microsoft.com/office/drawing/2014/main" id="{0FB62A25-89F1-41A1-8334-7861785D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2314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인수인계</a:t>
            </a:r>
          </a:p>
        </p:txBody>
      </p:sp>
    </p:spTree>
    <p:extLst>
      <p:ext uri="{BB962C8B-B14F-4D97-AF65-F5344CB8AC3E}">
        <p14:creationId xmlns:p14="http://schemas.microsoft.com/office/powerpoint/2010/main" val="21387654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한 번 실패했습니다">
            <a:extLst xmlns:a="http://schemas.openxmlformats.org/drawingml/2006/main">
              <a:ext uri="{FF2B5EF4-FFF2-40B4-BE49-F238E27FC236}">
                <a16:creationId xmlns:a16="http://schemas.microsoft.com/office/drawing/2014/main" id="{D5D91B8C-0E19-457F-84D0-31517A4D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8744"/>
            <a:ext cx="80010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defTabSz="685800">
              <a:buNone/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한 번</a:t>
            </a:r>
          </a:p>
          <a:p xmlns:a="http://schemas.openxmlformats.org/drawingml/2006/main">
            <a:pPr defTabSz="685800">
              <a:buNone/>
              <a:defRPr sz="60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실패했습니다</a:t>
            </a:r>
          </a:p>
        </p:txBody>
      </p:sp>
    </p:spTree>
    <p:extLst>
      <p:ext uri="{BB962C8B-B14F-4D97-AF65-F5344CB8AC3E}">
        <p14:creationId xmlns:p14="http://schemas.microsoft.com/office/powerpoint/2010/main" val="1262513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33" name="Template artwork 10033">
            <a:extLst xmlns:a="http://schemas.openxmlformats.org/drawingml/2006/main">
              <a:ext uri="{FF2B5EF4-FFF2-40B4-BE49-F238E27FC236}">
                <a16:creationId xmlns:a16="http://schemas.microsoft.com/office/drawing/2014/main" id="{1F8BCC5D-B2B0-43FB-B2CC-0C9F0088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4" name="Template artwork 10034">
            <a:extLst xmlns:a="http://schemas.openxmlformats.org/drawingml/2006/main">
              <a:ext uri="{FF2B5EF4-FFF2-40B4-BE49-F238E27FC236}">
                <a16:creationId xmlns:a16="http://schemas.microsoft.com/office/drawing/2014/main" id="{67661F22-DE32-49F9-B2C8-AC3EE325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5" name="Template artwork 10035">
            <a:extLst xmlns:a="http://schemas.openxmlformats.org/drawingml/2006/main">
              <a:ext uri="{FF2B5EF4-FFF2-40B4-BE49-F238E27FC236}">
                <a16:creationId xmlns:a16="http://schemas.microsoft.com/office/drawing/2014/main" id="{0BBE0096-E2E4-48A4-BBF1-E28808BF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6" name="Template artwork 10036">
            <a:extLst xmlns:a="http://schemas.openxmlformats.org/drawingml/2006/main">
              <a:ext uri="{FF2B5EF4-FFF2-40B4-BE49-F238E27FC236}">
                <a16:creationId xmlns:a16="http://schemas.microsoft.com/office/drawing/2014/main" id="{7AEA4DFF-C786-456A-9A5B-C96AAA3E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287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37" name="Template artwork 10037">
            <a:extLst xmlns:a="http://schemas.openxmlformats.org/drawingml/2006/main">
              <a:ext uri="{FF2B5EF4-FFF2-40B4-BE49-F238E27FC236}">
                <a16:creationId xmlns:a16="http://schemas.microsoft.com/office/drawing/2014/main" id="{5EC1D879-1C87-4936-B9D3-A4F3DD3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287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12">
            <a:extLst xmlns:a="http://schemas.openxmlformats.org/drawingml/2006/main">
              <a:ext uri="{FF2B5EF4-FFF2-40B4-BE49-F238E27FC236}">
                <a16:creationId xmlns:a16="http://schemas.microsoft.com/office/drawing/2014/main" id="{202A6E3F-F46D-434A-ADDB-1A2A7AC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12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1AB17740-609B-4380-82D6-5771D710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AI와 다시 시작">
            <a:extLst xmlns:a="http://schemas.openxmlformats.org/drawingml/2006/main">
              <a:ext uri="{FF2B5EF4-FFF2-40B4-BE49-F238E27FC236}">
                <a16:creationId xmlns:a16="http://schemas.microsoft.com/office/drawing/2014/main" id="{AB32226E-24D0-4B33-83FA-C9A14912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AI</a:t>
            </a: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 ERA</a:t>
            </a:r>
            <a:endParaRPr sz="2850" b="0">
              <a:solidFill>
                <a:srgbClr val="183E35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66A18D6F-557A-4BE8-873D-1DD962347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10ef7c4eb4357"/>
          <a:stretch xmlns:a="http://schemas.openxmlformats.org/drawingml/2006/main"/>
        </p:blipFill>
        <p:spPr>
          <a:xfrm xmlns:a="http://schemas.openxmlformats.org/drawingml/2006/main">
            <a:off x="1109472" y="1814322"/>
            <a:ext cx="981456" cy="981456"/>
          </a:xfrm>
          <a:prstGeom xmlns:a="http://schemas.openxmlformats.org/drawingml/2006/main" prst="rect">
            <a:avLst/>
          </a:prstGeom>
        </p:spPr>
      </p:pic>
      <p:sp>
        <p:nvSpPr>
          <p:cNvPr id="6" name="전사">
            <a:extLst xmlns:a="http://schemas.openxmlformats.org/drawingml/2006/main">
              <a:ext uri="{FF2B5EF4-FFF2-40B4-BE49-F238E27FC236}">
                <a16:creationId xmlns:a16="http://schemas.microsoft.com/office/drawing/2014/main" id="{E5834D10-7DC6-4C93-8E27-D422B51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195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전사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6FC102A0-50C2-48CA-AB4B-5EEB19CE19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534effb81428f"/>
          <a:stretch xmlns:a="http://schemas.openxmlformats.org/drawingml/2006/main"/>
        </p:blipFill>
        <p:spPr>
          <a:xfrm xmlns:a="http://schemas.openxmlformats.org/drawingml/2006/main">
            <a:off x="4090797" y="1814322"/>
            <a:ext cx="981456" cy="981456"/>
          </a:xfrm>
          <a:prstGeom xmlns:a="http://schemas.openxmlformats.org/drawingml/2006/main" prst="rect">
            <a:avLst/>
          </a:prstGeom>
        </p:spPr>
      </p:pic>
      <p:sp>
        <p:nvSpPr>
          <p:cNvPr id="8" name="문서 초안">
            <a:extLst xmlns:a="http://schemas.openxmlformats.org/drawingml/2006/main">
              <a:ext uri="{FF2B5EF4-FFF2-40B4-BE49-F238E27FC236}">
                <a16:creationId xmlns:a16="http://schemas.microsoft.com/office/drawing/2014/main" id="{14899E30-F167-4121-9BAE-66B67E05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6195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</a:t>
            </a:r>
          </a:p>
        </p:txBody>
      </p:sp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9D5CC203-F7C8-416C-85EE-9FC428D52E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1c74b52444a73"/>
          <a:stretch xmlns:a="http://schemas.openxmlformats.org/drawingml/2006/main"/>
        </p:blipFill>
        <p:spPr>
          <a:xfrm xmlns:a="http://schemas.openxmlformats.org/drawingml/2006/main">
            <a:off x="7072122" y="1814322"/>
            <a:ext cx="981456" cy="981456"/>
          </a:xfrm>
          <a:prstGeom xmlns:a="http://schemas.openxmlformats.org/drawingml/2006/main" prst="rect">
            <a:avLst/>
          </a:prstGeom>
        </p:spPr>
      </p:pic>
      <p:sp>
        <p:nvSpPr>
          <p:cNvPr id="10" name="자료 비교">
            <a:extLst xmlns:a="http://schemas.openxmlformats.org/drawingml/2006/main">
              <a:ext uri="{FF2B5EF4-FFF2-40B4-BE49-F238E27FC236}">
                <a16:creationId xmlns:a16="http://schemas.microsoft.com/office/drawing/2014/main" id="{32B7D937-E0A0-47C9-8833-258D7E0D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자료 비교</a:t>
            </a:r>
          </a:p>
        </p:txBody>
      </p:sp>
    </p:spTree>
    <p:extLst>
      <p:ext uri="{BB962C8B-B14F-4D97-AF65-F5344CB8AC3E}">
        <p14:creationId xmlns:p14="http://schemas.microsoft.com/office/powerpoint/2010/main" val="12770116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9C119216-DE02-4D37-98BB-E562C05D31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f74cb7abc41e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우리 가문은">
            <a:extLst xmlns:a="http://schemas.openxmlformats.org/drawingml/2006/main">
              <a:ext uri="{FF2B5EF4-FFF2-40B4-BE49-F238E27FC236}">
                <a16:creationId xmlns:a16="http://schemas.microsoft.com/office/drawing/2014/main" id="{6B4419E3-613E-48D3-B59E-73BC94DB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1185862"/>
            <a:ext cx="3607594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744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우리 가문은</a:t>
            </a:r>
          </a:p>
        </p:txBody>
      </p:sp>
      <p:sp>
        <p:nvSpPr>
          <p:cNvPr id="3" name="명문가">
            <a:extLst xmlns:a="http://schemas.openxmlformats.org/drawingml/2006/main">
              <a:ext uri="{FF2B5EF4-FFF2-40B4-BE49-F238E27FC236}">
                <a16:creationId xmlns:a16="http://schemas.microsoft.com/office/drawing/2014/main" id="{9630AEDD-EFCD-4D0A-A885-D434AAD7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50206"/>
            <a:ext cx="3929063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00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defPPr>
          </a:lstStyle>
          <a:p xmlns:a="http://schemas.openxmlformats.org/drawingml/2006/main">
            <a:pPr algn="l">
              <a:buNone/>
              <a:defRPr sz="9300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defRPr>
            </a:pPr>
            <a:r>
              <a:rPr sz="6975" b="1">
                <a:solidFill>
                  <a:srgbClr val="183E35"/>
                </a:solidFill>
                <a:latin typeface="Noto Serif KR"/>
                <a:ea typeface="Noto Serif KR"/>
                <a:cs typeface="Noto Serif KR"/>
              </a:rPr>
              <a:t>명문가</a:t>
            </a:r>
          </a:p>
        </p:txBody>
      </p:sp>
      <p:sp>
        <p:nvSpPr>
          <p:cNvPr id="4" name="종중 운영과 자료 검토">
            <a:extLst xmlns:a="http://schemas.openxmlformats.org/drawingml/2006/main">
              <a:ext uri="{FF2B5EF4-FFF2-40B4-BE49-F238E27FC236}">
                <a16:creationId xmlns:a16="http://schemas.microsoft.com/office/drawing/2014/main" id="{B978687D-C39B-4085-966A-2B780CC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00388"/>
            <a:ext cx="3893344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88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</a:t>
            </a:r>
            <a:r>
              <a:rPr sz="1688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8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운영</a:t>
            </a:r>
            <a:r>
              <a:rPr sz="1688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의 </a:t>
            </a:r>
            <a:r>
              <a:rPr sz="1688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모든것</a:t>
            </a:r>
            <a:endParaRPr sz="1688">
              <a:solidFill>
                <a:srgbClr val="183E35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791263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41" name="Template artwork 10041">
            <a:extLst xmlns:a="http://schemas.openxmlformats.org/drawingml/2006/main">
              <a:ext uri="{FF2B5EF4-FFF2-40B4-BE49-F238E27FC236}">
                <a16:creationId xmlns:a16="http://schemas.microsoft.com/office/drawing/2014/main" id="{6716E63A-AA40-44FE-B187-BCC40C10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2" name="Template artwork 10042">
            <a:extLst xmlns:a="http://schemas.openxmlformats.org/drawingml/2006/main">
              <a:ext uri="{FF2B5EF4-FFF2-40B4-BE49-F238E27FC236}">
                <a16:creationId xmlns:a16="http://schemas.microsoft.com/office/drawing/2014/main" id="{FF5EA4E3-C6B6-4F31-855A-2399668C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3" name="Template artwork 10043">
            <a:extLst xmlns:a="http://schemas.openxmlformats.org/drawingml/2006/main">
              <a:ext uri="{FF2B5EF4-FFF2-40B4-BE49-F238E27FC236}">
                <a16:creationId xmlns:a16="http://schemas.microsoft.com/office/drawing/2014/main" id="{093AA539-FF88-4FAB-BA5B-62403D5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4" name="Template artwork 10044">
            <a:extLst xmlns:a="http://schemas.openxmlformats.org/drawingml/2006/main">
              <a:ext uri="{FF2B5EF4-FFF2-40B4-BE49-F238E27FC236}">
                <a16:creationId xmlns:a16="http://schemas.microsoft.com/office/drawing/2014/main" id="{93B8F691-EC5F-4DD7-A4DC-9BD8B7F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38325"/>
            <a:ext cx="1495425" cy="1495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5" name="Template artwork 10045">
            <a:extLst xmlns:a="http://schemas.openxmlformats.org/drawingml/2006/main">
              <a:ext uri="{FF2B5EF4-FFF2-40B4-BE49-F238E27FC236}">
                <a16:creationId xmlns:a16="http://schemas.microsoft.com/office/drawing/2014/main" id="{0AF6D8B0-A92E-443A-828E-7534FDEB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6573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6" name="Template artwork 10046">
            <a:extLst xmlns:a="http://schemas.openxmlformats.org/drawingml/2006/main">
              <a:ext uri="{FF2B5EF4-FFF2-40B4-BE49-F238E27FC236}">
                <a16:creationId xmlns:a16="http://schemas.microsoft.com/office/drawing/2014/main" id="{55212321-08F3-4B03-BC48-09F13B2E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527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14">
            <a:extLst xmlns:a="http://schemas.openxmlformats.org/drawingml/2006/main">
              <a:ext uri="{FF2B5EF4-FFF2-40B4-BE49-F238E27FC236}">
                <a16:creationId xmlns:a16="http://schemas.microsoft.com/office/drawing/2014/main" id="{352116D3-0CCC-447A-A18E-CC5F918C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14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F83A2E0D-8B8E-4FAD-A5B2-CDFA5DA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모듈러 모놀리스">
            <a:extLst xmlns:a="http://schemas.openxmlformats.org/drawingml/2006/main">
              <a:ext uri="{FF2B5EF4-FFF2-40B4-BE49-F238E27FC236}">
                <a16:creationId xmlns:a16="http://schemas.microsoft.com/office/drawing/2014/main" id="{E0863976-CB4A-498C-86F1-C645F3D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모듈러 모놀리스</a:t>
            </a:r>
          </a:p>
        </p:txBody>
      </p:sp>
      <p:sp>
        <p:nvSpPr>
          <p:cNvPr id="4" name="설계안    외부 업무는 mock으로 교체">
            <a:extLst xmlns:a="http://schemas.openxmlformats.org/drawingml/2006/main">
              <a:ext uri="{FF2B5EF4-FFF2-40B4-BE49-F238E27FC236}">
                <a16:creationId xmlns:a16="http://schemas.microsoft.com/office/drawing/2014/main" id="{7417E531-FB8F-44F6-985D-3F9B68AB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설계안    외부 업무는 mock으로 교체</a:t>
            </a:r>
          </a:p>
        </p:txBody>
      </p:sp>
      <p:sp>
        <p:nvSpPr>
          <p:cNvPr id="5" name="CLJS + Vinext">
            <a:extLst xmlns:a="http://schemas.openxmlformats.org/drawingml/2006/main">
              <a:ext uri="{FF2B5EF4-FFF2-40B4-BE49-F238E27FC236}">
                <a16:creationId xmlns:a16="http://schemas.microsoft.com/office/drawing/2014/main" id="{6694BEBD-3C50-4527-9DCD-45F6D6BC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4095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CLJS + Vinext</a:t>
            </a:r>
          </a:p>
        </p:txBody>
      </p:sp>
      <p:sp>
        <p:nvSpPr>
          <p:cNvPr id="6" name="PBT   cljs.test + test.check">
            <a:extLst xmlns:a="http://schemas.openxmlformats.org/drawingml/2006/main">
              <a:ext uri="{FF2B5EF4-FFF2-40B4-BE49-F238E27FC236}">
                <a16:creationId xmlns:a16="http://schemas.microsoft.com/office/drawing/2014/main" id="{77D4594C-4C19-4D18-BE32-1C1CA2F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000125"/>
            <a:ext cx="413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r">
              <a:buNone/>
              <a:defRPr sz="14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PBT   cljs.test + test.check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BE752C0A-51B9-482C-8B64-3AD77092F8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99a9096fe48d3"/>
          <a:stretch xmlns:a="http://schemas.openxmlformats.org/drawingml/2006/main"/>
        </p:blipFill>
        <p:spPr>
          <a:xfrm xmlns:a="http://schemas.openxmlformats.org/drawingml/2006/main">
            <a:off x="920115" y="2415540"/>
            <a:ext cx="693420" cy="693420"/>
          </a:xfrm>
          <a:prstGeom xmlns:a="http://schemas.openxmlformats.org/drawingml/2006/main" prst="rect">
            <a:avLst/>
          </a:prstGeom>
        </p:spPr>
      </p:pic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BF018445-02E3-40A1-BD93-0E5EC72349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401c053744c4"/>
          <a:stretch xmlns:a="http://schemas.openxmlformats.org/drawingml/2006/main"/>
        </p:blipFill>
        <p:spPr>
          <a:xfrm xmlns:a="http://schemas.openxmlformats.org/drawingml/2006/main">
            <a:off x="2428875" y="2590800"/>
            <a:ext cx="352425" cy="352425"/>
          </a:xfrm>
          <a:prstGeom xmlns:a="http://schemas.openxmlformats.org/drawingml/2006/main" prst="rect">
            <a:avLst/>
          </a:prstGeom>
        </p:spPr>
      </p:pic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AF161EE2-B4E2-4C3A-8D28-7F2DD31D92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fe8881ff34c62"/>
          <a:stretch xmlns:a="http://schemas.openxmlformats.org/drawingml/2006/main"/>
        </p:blipFill>
        <p:spPr>
          <a:xfrm xmlns:a="http://schemas.openxmlformats.org/drawingml/2006/main">
            <a:off x="4177094" y="2167319"/>
            <a:ext cx="837438" cy="837438"/>
          </a:xfrm>
          <a:prstGeom xmlns:a="http://schemas.openxmlformats.org/drawingml/2006/main" prst="rect">
            <a:avLst/>
          </a:prstGeom>
        </p:spPr>
      </p:pic>
      <p:sp>
        <p:nvSpPr>
          <p:cNvPr id="10" name="모듈 공개 기능">
            <a:extLst xmlns:a="http://schemas.openxmlformats.org/drawingml/2006/main">
              <a:ext uri="{FF2B5EF4-FFF2-40B4-BE49-F238E27FC236}">
                <a16:creationId xmlns:a16="http://schemas.microsoft.com/office/drawing/2014/main" id="{1073D80A-A9C4-49CE-8B00-B05D14D1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52825"/>
            <a:ext cx="2914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모듈 공개 기능</a:t>
            </a:r>
          </a:p>
        </p:txBody>
      </p:sp>
      <p:sp>
        <p:nvSpPr>
          <p:cNvPr id="11" name="명부  회의  문서 재산  회계  검토">
            <a:extLst xmlns:a="http://schemas.openxmlformats.org/drawingml/2006/main">
              <a:ext uri="{FF2B5EF4-FFF2-40B4-BE49-F238E27FC236}">
                <a16:creationId xmlns:a16="http://schemas.microsoft.com/office/drawing/2014/main" id="{99C36470-E788-4EDB-868F-A12FAFC9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90975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명부  회의  문서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재산  회계  검토</a:t>
            </a:r>
          </a:p>
        </p:txBody>
      </p:sp>
      <p:pic>
        <p:nvPicPr>
          <p:cNvPr id="12" name="그림 11">
            <a:extLst xmlns:a="http://schemas.openxmlformats.org/drawingml/2006/main">
              <a:ext uri="{FF2B5EF4-FFF2-40B4-BE49-F238E27FC236}">
                <a16:creationId xmlns:a16="http://schemas.microsoft.com/office/drawing/2014/main" id="{94B014CE-6EEA-42A9-BC84-2472F21D93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6401c053744c4"/>
          <a:stretch xmlns:a="http://schemas.openxmlformats.org/drawingml/2006/main"/>
        </p:blipFill>
        <p:spPr>
          <a:xfrm xmlns:a="http://schemas.openxmlformats.org/drawingml/2006/main">
            <a:off x="6410325" y="2590800"/>
            <a:ext cx="352425" cy="352425"/>
          </a:xfrm>
          <a:prstGeom xmlns:a="http://schemas.openxmlformats.org/drawingml/2006/main" prst="rect">
            <a:avLst/>
          </a:prstGeom>
        </p:spPr>
      </p:pic>
      <p:pic>
        <p:nvPicPr>
          <p:cNvPr id="13" name="그림 12">
            <a:extLst xmlns:a="http://schemas.openxmlformats.org/drawingml/2006/main">
              <a:ext uri="{FF2B5EF4-FFF2-40B4-BE49-F238E27FC236}">
                <a16:creationId xmlns:a16="http://schemas.microsoft.com/office/drawing/2014/main" id="{B31DCCFB-0DF7-4982-980B-C1C76C323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9b3e794f84d02"/>
          <a:stretch xmlns:a="http://schemas.openxmlformats.org/drawingml/2006/main"/>
        </p:blipFill>
        <p:spPr>
          <a:xfrm xmlns:a="http://schemas.openxmlformats.org/drawingml/2006/main">
            <a:off x="7786497" y="1833372"/>
            <a:ext cx="448056" cy="448056"/>
          </a:xfrm>
          <a:prstGeom xmlns:a="http://schemas.openxmlformats.org/drawingml/2006/main" prst="rect">
            <a:avLst/>
          </a:prstGeom>
        </p:spPr>
      </p:pic>
      <p:sp>
        <p:nvSpPr>
          <p:cNvPr id="14" name="D1 + R2">
            <a:extLst xmlns:a="http://schemas.openxmlformats.org/drawingml/2006/main">
              <a:ext uri="{FF2B5EF4-FFF2-40B4-BE49-F238E27FC236}">
                <a16:creationId xmlns:a16="http://schemas.microsoft.com/office/drawing/2014/main" id="{2007FE4D-CC32-47D0-A7AE-6D2B194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43175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D1 + R2</a:t>
            </a:r>
          </a:p>
        </p:txBody>
      </p:sp>
      <p:pic>
        <p:nvPicPr>
          <p:cNvPr id="15" name="그림 14">
            <a:extLst xmlns:a="http://schemas.openxmlformats.org/drawingml/2006/main">
              <a:ext uri="{FF2B5EF4-FFF2-40B4-BE49-F238E27FC236}">
                <a16:creationId xmlns:a16="http://schemas.microsoft.com/office/drawing/2014/main" id="{EAADFAE5-EEAB-4912-9F27-E5EF16D9CB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0504aea544f8b"/>
          <a:stretch xmlns:a="http://schemas.openxmlformats.org/drawingml/2006/main"/>
        </p:blipFill>
        <p:spPr>
          <a:xfrm xmlns:a="http://schemas.openxmlformats.org/drawingml/2006/main">
            <a:off x="7786497" y="3328797"/>
            <a:ext cx="448056" cy="448056"/>
          </a:xfrm>
          <a:prstGeom xmlns:a="http://schemas.openxmlformats.org/drawingml/2006/main" prst="rect">
            <a:avLst/>
          </a:prstGeom>
        </p:spPr>
      </p:pic>
      <p:sp>
        <p:nvSpPr>
          <p:cNvPr id="16" name="OpenAI">
            <a:extLst xmlns:a="http://schemas.openxmlformats.org/drawingml/2006/main">
              <a:ext uri="{FF2B5EF4-FFF2-40B4-BE49-F238E27FC236}">
                <a16:creationId xmlns:a16="http://schemas.microsoft.com/office/drawing/2014/main" id="{8D9830D3-C0EF-4C2C-8F29-5326C4CA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48125"/>
            <a:ext cx="1752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OpenAI</a:t>
            </a:r>
          </a:p>
        </p:txBody>
      </p:sp>
    </p:spTree>
    <p:extLst>
      <p:ext uri="{BB962C8B-B14F-4D97-AF65-F5344CB8AC3E}">
        <p14:creationId xmlns:p14="http://schemas.microsoft.com/office/powerpoint/2010/main" val="151801871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47" name="Template artwork 10047">
            <a:extLst xmlns:a="http://schemas.openxmlformats.org/drawingml/2006/main">
              <a:ext uri="{FF2B5EF4-FFF2-40B4-BE49-F238E27FC236}">
                <a16:creationId xmlns:a16="http://schemas.microsoft.com/office/drawing/2014/main" id="{5470D790-678D-4937-8B4D-0FF4839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8" name="Template artwork 10048">
            <a:extLst xmlns:a="http://schemas.openxmlformats.org/drawingml/2006/main">
              <a:ext uri="{FF2B5EF4-FFF2-40B4-BE49-F238E27FC236}">
                <a16:creationId xmlns:a16="http://schemas.microsoft.com/office/drawing/2014/main" id="{0938ED05-C1CB-4DBF-A25F-B6A112AD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49" name="Template artwork 10049">
            <a:extLst xmlns:a="http://schemas.openxmlformats.org/drawingml/2006/main">
              <a:ext uri="{FF2B5EF4-FFF2-40B4-BE49-F238E27FC236}">
                <a16:creationId xmlns:a16="http://schemas.microsoft.com/office/drawing/2014/main" id="{79EB792F-098E-4756-AA9D-14184DB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85925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0" name="Template artwork 10050">
            <a:extLst xmlns:a="http://schemas.openxmlformats.org/drawingml/2006/main">
              <a:ext uri="{FF2B5EF4-FFF2-40B4-BE49-F238E27FC236}">
                <a16:creationId xmlns:a16="http://schemas.microsoft.com/office/drawing/2014/main" id="{15AACD98-E2FC-40CB-A269-3098F6E1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85925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1" name="Template artwork 10051">
            <a:extLst xmlns:a="http://schemas.openxmlformats.org/drawingml/2006/main">
              <a:ext uri="{FF2B5EF4-FFF2-40B4-BE49-F238E27FC236}">
                <a16:creationId xmlns:a16="http://schemas.microsoft.com/office/drawing/2014/main" id="{130A95A2-9DBC-41AD-AD3F-C934D83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685925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2" name="Template artwork 10052">
            <a:extLst xmlns:a="http://schemas.openxmlformats.org/drawingml/2006/main">
              <a:ext uri="{FF2B5EF4-FFF2-40B4-BE49-F238E27FC236}">
                <a16:creationId xmlns:a16="http://schemas.microsoft.com/office/drawing/2014/main" id="{85781ECF-70CD-4A2B-813C-45C3B01B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685925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15">
            <a:extLst xmlns:a="http://schemas.openxmlformats.org/drawingml/2006/main">
              <a:ext uri="{FF2B5EF4-FFF2-40B4-BE49-F238E27FC236}">
                <a16:creationId xmlns:a16="http://schemas.microsoft.com/office/drawing/2014/main" id="{C892A9B8-E439-40FA-9293-ADBFBA22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15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B0475B33-5F2B-4A90-86AB-61A1F97D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설립부터 검토까지">
            <a:extLst xmlns:a="http://schemas.openxmlformats.org/drawingml/2006/main">
              <a:ext uri="{FF2B5EF4-FFF2-40B4-BE49-F238E27FC236}">
                <a16:creationId xmlns:a16="http://schemas.microsoft.com/office/drawing/2014/main" id="{8B52FA0D-A733-4285-8127-A0FF1CC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설립부터 검토까지</a:t>
            </a:r>
          </a:p>
        </p:txBody>
      </p:sp>
      <p:sp>
        <p:nvSpPr>
          <p:cNvPr id="4" name="구현 목표">
            <a:extLst xmlns:a="http://schemas.openxmlformats.org/drawingml/2006/main">
              <a:ext uri="{FF2B5EF4-FFF2-40B4-BE49-F238E27FC236}">
                <a16:creationId xmlns:a16="http://schemas.microsoft.com/office/drawing/2014/main" id="{E1CBEAF3-4510-4916-9D6C-261780B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53473CFA-802B-4593-9B83-AF12D1C92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6bf52f8d44977"/>
          <a:stretch xmlns:a="http://schemas.openxmlformats.org/drawingml/2006/main"/>
        </p:blipFill>
        <p:spPr>
          <a:xfrm xmlns:a="http://schemas.openxmlformats.org/drawingml/2006/main">
            <a:off x="810768" y="1991868"/>
            <a:ext cx="778764" cy="778764"/>
          </a:xfrm>
          <a:prstGeom xmlns:a="http://schemas.openxmlformats.org/drawingml/2006/main" prst="rect">
            <a:avLst/>
          </a:prstGeom>
        </p:spPr>
      </p:pic>
      <p:sp>
        <p:nvSpPr>
          <p:cNvPr id="6" name="설립 준비">
            <a:extLst xmlns:a="http://schemas.openxmlformats.org/drawingml/2006/main">
              <a:ext uri="{FF2B5EF4-FFF2-40B4-BE49-F238E27FC236}">
                <a16:creationId xmlns:a16="http://schemas.microsoft.com/office/drawing/2014/main" id="{CDB69101-FA8A-4366-BFF7-E634CCDD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623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 준비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AD0AD6B0-7F14-40DC-9CB3-5C34AF00B7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6e644dfe43cc"/>
          <a:stretch xmlns:a="http://schemas.openxmlformats.org/drawingml/2006/main"/>
        </p:blipFill>
        <p:spPr>
          <a:xfrm xmlns:a="http://schemas.openxmlformats.org/drawingml/2006/main">
            <a:off x="2171700" y="2209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A2276E5B-69A6-4F40-A434-05B3A7F04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7db1b3ecf4ada"/>
          <a:stretch xmlns:a="http://schemas.openxmlformats.org/drawingml/2006/main"/>
        </p:blipFill>
        <p:spPr>
          <a:xfrm xmlns:a="http://schemas.openxmlformats.org/drawingml/2006/main">
            <a:off x="3020568" y="1991868"/>
            <a:ext cx="778764" cy="778764"/>
          </a:xfrm>
          <a:prstGeom xmlns:a="http://schemas.openxmlformats.org/drawingml/2006/main" prst="rect">
            <a:avLst/>
          </a:prstGeom>
        </p:spPr>
      </p:pic>
      <p:sp>
        <p:nvSpPr>
          <p:cNvPr id="9" name="운영">
            <a:extLst xmlns:a="http://schemas.openxmlformats.org/drawingml/2006/main">
              <a:ext uri="{FF2B5EF4-FFF2-40B4-BE49-F238E27FC236}">
                <a16:creationId xmlns:a16="http://schemas.microsoft.com/office/drawing/2014/main" id="{D7AE808D-8992-4C2F-A61D-2164CA9F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23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운영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C246E82D-4CED-4D13-B3B9-B3994DD4F0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6e644dfe43cc"/>
          <a:stretch xmlns:a="http://schemas.openxmlformats.org/drawingml/2006/main"/>
        </p:blipFill>
        <p:spPr>
          <a:xfrm xmlns:a="http://schemas.openxmlformats.org/drawingml/2006/main">
            <a:off x="4381500" y="2209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6CE09F12-CB1D-4581-93E4-0C5B09A240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2a1faca844424"/>
          <a:stretch xmlns:a="http://schemas.openxmlformats.org/drawingml/2006/main"/>
        </p:blipFill>
        <p:spPr>
          <a:xfrm xmlns:a="http://schemas.openxmlformats.org/drawingml/2006/main">
            <a:off x="5230368" y="1991868"/>
            <a:ext cx="778764" cy="778764"/>
          </a:xfrm>
          <a:prstGeom xmlns:a="http://schemas.openxmlformats.org/drawingml/2006/main" prst="rect">
            <a:avLst/>
          </a:prstGeom>
        </p:spPr>
      </p:pic>
      <p:sp>
        <p:nvSpPr>
          <p:cNvPr id="12" name="동의">
            <a:extLst xmlns:a="http://schemas.openxmlformats.org/drawingml/2006/main">
              <a:ext uri="{FF2B5EF4-FFF2-40B4-BE49-F238E27FC236}">
                <a16:creationId xmlns:a16="http://schemas.microsoft.com/office/drawing/2014/main" id="{5649FE33-5CD2-4614-BAD0-947EFFC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623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동의</a:t>
            </a:r>
          </a:p>
        </p:txBody>
      </p:sp>
      <p:pic>
        <p:nvPicPr>
          <p:cNvPr id="13" name="그림 12">
            <a:extLst xmlns:a="http://schemas.openxmlformats.org/drawingml/2006/main">
              <a:ext uri="{FF2B5EF4-FFF2-40B4-BE49-F238E27FC236}">
                <a16:creationId xmlns:a16="http://schemas.microsoft.com/office/drawing/2014/main" id="{7777E336-2B44-4558-A3DC-4FEF2D3DB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26e644dfe43cc"/>
          <a:stretch xmlns:a="http://schemas.openxmlformats.org/drawingml/2006/main"/>
        </p:blipFill>
        <p:spPr>
          <a:xfrm xmlns:a="http://schemas.openxmlformats.org/drawingml/2006/main">
            <a:off x="6591300" y="2209800"/>
            <a:ext cx="266700" cy="266700"/>
          </a:xfrm>
          <a:prstGeom xmlns:a="http://schemas.openxmlformats.org/drawingml/2006/main" prst="rect">
            <a:avLst/>
          </a:prstGeom>
        </p:spPr>
      </p:pic>
      <p:pic>
        <p:nvPicPr>
          <p:cNvPr id="14" name="그림 13">
            <a:extLst xmlns:a="http://schemas.openxmlformats.org/drawingml/2006/main">
              <a:ext uri="{FF2B5EF4-FFF2-40B4-BE49-F238E27FC236}">
                <a16:creationId xmlns:a16="http://schemas.microsoft.com/office/drawing/2014/main" id="{3794B490-F94E-44DF-A356-6690C8E736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4173c069848ba"/>
          <a:stretch xmlns:a="http://schemas.openxmlformats.org/drawingml/2006/main"/>
        </p:blipFill>
        <p:spPr>
          <a:xfrm xmlns:a="http://schemas.openxmlformats.org/drawingml/2006/main">
            <a:off x="7440168" y="1991868"/>
            <a:ext cx="778764" cy="778764"/>
          </a:xfrm>
          <a:prstGeom xmlns:a="http://schemas.openxmlformats.org/drawingml/2006/main" prst="rect">
            <a:avLst/>
          </a:prstGeom>
        </p:spPr>
      </p:pic>
      <p:sp>
        <p:nvSpPr>
          <p:cNvPr id="15" name="법률 확인">
            <a:extLst xmlns:a="http://schemas.openxmlformats.org/drawingml/2006/main">
              <a:ext uri="{FF2B5EF4-FFF2-40B4-BE49-F238E27FC236}">
                <a16:creationId xmlns:a16="http://schemas.microsoft.com/office/drawing/2014/main" id="{D8910779-83B8-42F7-A564-B8073A9B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법률 확인</a:t>
            </a:r>
          </a:p>
        </p:txBody>
      </p:sp>
    </p:spTree>
    <p:extLst>
      <p:ext uri="{BB962C8B-B14F-4D97-AF65-F5344CB8AC3E}">
        <p14:creationId xmlns:p14="http://schemas.microsoft.com/office/powerpoint/2010/main" val="8895942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3" name="Template artwork 10053">
            <a:extLst xmlns:a="http://schemas.openxmlformats.org/drawingml/2006/main">
              <a:ext uri="{FF2B5EF4-FFF2-40B4-BE49-F238E27FC236}">
                <a16:creationId xmlns:a16="http://schemas.microsoft.com/office/drawing/2014/main" id="{582B6EF7-4248-4AD0-A675-7E6CAA7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4" name="Template artwork 10054">
            <a:extLst xmlns:a="http://schemas.openxmlformats.org/drawingml/2006/main">
              <a:ext uri="{FF2B5EF4-FFF2-40B4-BE49-F238E27FC236}">
                <a16:creationId xmlns:a16="http://schemas.microsoft.com/office/drawing/2014/main" id="{69D77E75-D1F4-4379-ACE7-AFA77A75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5" name="Template artwork 10055">
            <a:extLst xmlns:a="http://schemas.openxmlformats.org/drawingml/2006/main">
              <a:ext uri="{FF2B5EF4-FFF2-40B4-BE49-F238E27FC236}">
                <a16:creationId xmlns:a16="http://schemas.microsoft.com/office/drawing/2014/main" id="{CB361F85-98E8-4904-8D40-223CE413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6" name="Template artwork 10056">
            <a:extLst xmlns:a="http://schemas.openxmlformats.org/drawingml/2006/main">
              <a:ext uri="{FF2B5EF4-FFF2-40B4-BE49-F238E27FC236}">
                <a16:creationId xmlns:a16="http://schemas.microsoft.com/office/drawing/2014/main" id="{F9A68987-1BE7-489C-9BAB-EA61E4F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16">
            <a:extLst xmlns:a="http://schemas.openxmlformats.org/drawingml/2006/main">
              <a:ext uri="{FF2B5EF4-FFF2-40B4-BE49-F238E27FC236}">
                <a16:creationId xmlns:a16="http://schemas.microsoft.com/office/drawing/2014/main" id="{6FA743B6-8633-452B-AF25-15DDD82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16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69A829CA-6AFE-4787-8881-698703AC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설립 준비">
            <a:extLst xmlns:a="http://schemas.openxmlformats.org/drawingml/2006/main">
              <a:ext uri="{FF2B5EF4-FFF2-40B4-BE49-F238E27FC236}">
                <a16:creationId xmlns:a16="http://schemas.microsoft.com/office/drawing/2014/main" id="{7AA03861-91AB-4B8E-A0B5-2642CC4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설립 준비</a:t>
            </a:r>
          </a:p>
        </p:txBody>
      </p:sp>
      <p:sp>
        <p:nvSpPr>
          <p:cNvPr id="4" name="구현 목표    법무사 후보는 가상 데이터">
            <a:extLst xmlns:a="http://schemas.openxmlformats.org/drawingml/2006/main">
              <a:ext uri="{FF2B5EF4-FFF2-40B4-BE49-F238E27FC236}">
                <a16:creationId xmlns:a16="http://schemas.microsoft.com/office/drawing/2014/main" id="{D1482A94-8E8A-4E03-94CD-A50B5932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법무사 후보는 가상 데이터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3334F185-489E-4587-9222-8B01B9EB3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a6bb93b4c4c15"/>
          <a:stretch xmlns:a="http://schemas.openxmlformats.org/drawingml/2006/main"/>
        </p:blipFill>
        <p:spPr>
          <a:xfrm xmlns:a="http://schemas.openxmlformats.org/drawingml/2006/main">
            <a:off x="16344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6" name="준비 서류">
            <a:extLst xmlns:a="http://schemas.openxmlformats.org/drawingml/2006/main">
              <a:ext uri="{FF2B5EF4-FFF2-40B4-BE49-F238E27FC236}">
                <a16:creationId xmlns:a16="http://schemas.microsoft.com/office/drawing/2014/main" id="{B76AC48A-61B7-477E-83DA-0BFD60C6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준비 서류</a:t>
            </a:r>
          </a:p>
        </p:txBody>
      </p:sp>
      <p:sp>
        <p:nvSpPr>
          <p:cNvPr id="7" name="추가 확인 항목">
            <a:extLst xmlns:a="http://schemas.openxmlformats.org/drawingml/2006/main">
              <a:ext uri="{FF2B5EF4-FFF2-40B4-BE49-F238E27FC236}">
                <a16:creationId xmlns:a16="http://schemas.microsoft.com/office/drawing/2014/main" id="{872F5CA1-B4E1-449D-994E-782738BE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추가 확인 항목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36C44DF2-EB7D-4E07-A00C-0021FBBA19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9a7f03bb74be2"/>
          <a:stretch xmlns:a="http://schemas.openxmlformats.org/drawingml/2006/main"/>
        </p:blipFill>
        <p:spPr>
          <a:xfrm xmlns:a="http://schemas.openxmlformats.org/drawingml/2006/main">
            <a:off x="59778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9" name="법무사 후보">
            <a:extLst xmlns:a="http://schemas.openxmlformats.org/drawingml/2006/main">
              <a:ext uri="{FF2B5EF4-FFF2-40B4-BE49-F238E27FC236}">
                <a16:creationId xmlns:a16="http://schemas.microsoft.com/office/drawing/2014/main" id="{41E3BA65-3DA4-4844-B501-DAEF7BE8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법무사 후보</a:t>
            </a:r>
          </a:p>
        </p:txBody>
      </p:sp>
      <p:sp>
        <p:nvSpPr>
          <p:cNvPr id="10" name="조건별 추천">
            <a:extLst xmlns:a="http://schemas.openxmlformats.org/drawingml/2006/main">
              <a:ext uri="{FF2B5EF4-FFF2-40B4-BE49-F238E27FC236}">
                <a16:creationId xmlns:a16="http://schemas.microsoft.com/office/drawing/2014/main" id="{E798EAC0-6507-48C7-8C02-F0D5BC5C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조건별 추천</a:t>
            </a:r>
          </a:p>
        </p:txBody>
      </p:sp>
    </p:spTree>
    <p:extLst>
      <p:ext uri="{BB962C8B-B14F-4D97-AF65-F5344CB8AC3E}">
        <p14:creationId xmlns:p14="http://schemas.microsoft.com/office/powerpoint/2010/main" val="3868792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57" name="Template artwork 10057">
            <a:extLst xmlns:a="http://schemas.openxmlformats.org/drawingml/2006/main">
              <a:ext uri="{FF2B5EF4-FFF2-40B4-BE49-F238E27FC236}">
                <a16:creationId xmlns:a16="http://schemas.microsoft.com/office/drawing/2014/main" id="{CA6199F2-80C7-4618-8BD0-B635710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8" name="Template artwork 10058">
            <a:extLst xmlns:a="http://schemas.openxmlformats.org/drawingml/2006/main">
              <a:ext uri="{FF2B5EF4-FFF2-40B4-BE49-F238E27FC236}">
                <a16:creationId xmlns:a16="http://schemas.microsoft.com/office/drawing/2014/main" id="{2E3065C7-02B4-4691-80E1-D76B9288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59" name="Template artwork 10059">
            <a:extLst xmlns:a="http://schemas.openxmlformats.org/drawingml/2006/main">
              <a:ext uri="{FF2B5EF4-FFF2-40B4-BE49-F238E27FC236}">
                <a16:creationId xmlns:a16="http://schemas.microsoft.com/office/drawing/2014/main" id="{8BAEA26E-0E40-4ED6-915B-BC125247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0" name="Template artwork 10060">
            <a:extLst xmlns:a="http://schemas.openxmlformats.org/drawingml/2006/main">
              <a:ext uri="{FF2B5EF4-FFF2-40B4-BE49-F238E27FC236}">
                <a16:creationId xmlns:a16="http://schemas.microsoft.com/office/drawing/2014/main" id="{34D086E7-1E79-4F0D-97CD-C802480B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17">
            <a:extLst xmlns:a="http://schemas.openxmlformats.org/drawingml/2006/main">
              <a:ext uri="{FF2B5EF4-FFF2-40B4-BE49-F238E27FC236}">
                <a16:creationId xmlns:a16="http://schemas.microsoft.com/office/drawing/2014/main" id="{406491B4-845D-4D7D-A3B0-CDF4B59A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17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0F60C245-F993-4BD6-BC7C-B82068E3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회의 녹음과 기존 회의록">
            <a:extLst xmlns:a="http://schemas.openxmlformats.org/drawingml/2006/main">
              <a:ext uri="{FF2B5EF4-FFF2-40B4-BE49-F238E27FC236}">
                <a16:creationId xmlns:a16="http://schemas.microsoft.com/office/drawing/2014/main" id="{8DAB729D-2425-4F77-9B0E-13BE5B1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회의 녹음과 기존 회의록</a:t>
            </a:r>
          </a:p>
        </p:txBody>
      </p:sp>
      <p:sp>
        <p:nvSpPr>
          <p:cNvPr id="4" name="구현 목표">
            <a:extLst xmlns:a="http://schemas.openxmlformats.org/drawingml/2006/main">
              <a:ext uri="{FF2B5EF4-FFF2-40B4-BE49-F238E27FC236}">
                <a16:creationId xmlns:a16="http://schemas.microsoft.com/office/drawing/2014/main" id="{BAE201A9-DB41-44A9-8448-18EB27AB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563531A4-8E76-4E59-BBC9-5D303CE557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314bf1c39434a"/>
          <a:stretch xmlns:a="http://schemas.openxmlformats.org/drawingml/2006/main"/>
        </p:blipFill>
        <p:spPr>
          <a:xfrm xmlns:a="http://schemas.openxmlformats.org/drawingml/2006/main">
            <a:off x="16344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6" name="녹음 전사">
            <a:extLst xmlns:a="http://schemas.openxmlformats.org/drawingml/2006/main">
              <a:ext uri="{FF2B5EF4-FFF2-40B4-BE49-F238E27FC236}">
                <a16:creationId xmlns:a16="http://schemas.microsoft.com/office/drawing/2014/main" id="{AD44A950-CB1D-4D17-B14A-6899B5F7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녹음 전사</a:t>
            </a:r>
          </a:p>
        </p:txBody>
      </p:sp>
      <p:sp>
        <p:nvSpPr>
          <p:cNvPr id="7" name="인명, 금액 확인">
            <a:extLst xmlns:a="http://schemas.openxmlformats.org/drawingml/2006/main">
              <a:ext uri="{FF2B5EF4-FFF2-40B4-BE49-F238E27FC236}">
                <a16:creationId xmlns:a16="http://schemas.microsoft.com/office/drawing/2014/main" id="{026C623B-EA15-4E6A-88A1-A2EA8C1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인명, 금액 확인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F76C04C3-21F8-460B-A493-9D64EDAA11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b9b3176654e18"/>
          <a:stretch xmlns:a="http://schemas.openxmlformats.org/drawingml/2006/main"/>
        </p:blipFill>
        <p:spPr>
          <a:xfrm xmlns:a="http://schemas.openxmlformats.org/drawingml/2006/main">
            <a:off x="59778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9" name="회의록 검색">
            <a:extLst xmlns:a="http://schemas.openxmlformats.org/drawingml/2006/main">
              <a:ext uri="{FF2B5EF4-FFF2-40B4-BE49-F238E27FC236}">
                <a16:creationId xmlns:a16="http://schemas.microsoft.com/office/drawing/2014/main" id="{9EC4D96F-99F8-475A-8492-27AF8887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회의록 검색</a:t>
            </a:r>
          </a:p>
        </p:txBody>
      </p:sp>
      <p:sp>
        <p:nvSpPr>
          <p:cNvPr id="10" name="원문과 결정 근거">
            <a:extLst xmlns:a="http://schemas.openxmlformats.org/drawingml/2006/main">
              <a:ext uri="{FF2B5EF4-FFF2-40B4-BE49-F238E27FC236}">
                <a16:creationId xmlns:a16="http://schemas.microsoft.com/office/drawing/2014/main" id="{918F9817-809C-4FFE-857B-77E82A5B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원문과 결정 근거</a:t>
            </a:r>
          </a:p>
        </p:txBody>
      </p:sp>
    </p:spTree>
    <p:extLst>
      <p:ext uri="{BB962C8B-B14F-4D97-AF65-F5344CB8AC3E}">
        <p14:creationId xmlns:p14="http://schemas.microsoft.com/office/powerpoint/2010/main" val="12014336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61" name="Template artwork 10061">
            <a:extLst xmlns:a="http://schemas.openxmlformats.org/drawingml/2006/main">
              <a:ext uri="{FF2B5EF4-FFF2-40B4-BE49-F238E27FC236}">
                <a16:creationId xmlns:a16="http://schemas.microsoft.com/office/drawing/2014/main" id="{3AD3BB11-AAD8-4044-9435-76F4CC3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2" name="Template artwork 10062">
            <a:extLst xmlns:a="http://schemas.openxmlformats.org/drawingml/2006/main">
              <a:ext uri="{FF2B5EF4-FFF2-40B4-BE49-F238E27FC236}">
                <a16:creationId xmlns:a16="http://schemas.microsoft.com/office/drawing/2014/main" id="{DF1A4D39-489A-4FF6-9981-D41E1954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3" name="Template artwork 10063">
            <a:extLst xmlns:a="http://schemas.openxmlformats.org/drawingml/2006/main">
              <a:ext uri="{FF2B5EF4-FFF2-40B4-BE49-F238E27FC236}">
                <a16:creationId xmlns:a16="http://schemas.microsoft.com/office/drawing/2014/main" id="{C52A1C39-70F8-496D-B431-53EB96D3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4" name="Template artwork 10064">
            <a:extLst xmlns:a="http://schemas.openxmlformats.org/drawingml/2006/main">
              <a:ext uri="{FF2B5EF4-FFF2-40B4-BE49-F238E27FC236}">
                <a16:creationId xmlns:a16="http://schemas.microsoft.com/office/drawing/2014/main" id="{7547DF08-FC58-441F-860C-DC3E0DF7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547E55EA-AE93-453A-A070-1CE3EAEF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18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D1A1E65B-1DEC-43F6-BA8E-D7C83A5D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문서 초안과 동의 요청">
            <a:extLst xmlns:a="http://schemas.openxmlformats.org/drawingml/2006/main">
              <a:ext uri="{FF2B5EF4-FFF2-40B4-BE49-F238E27FC236}">
                <a16:creationId xmlns:a16="http://schemas.microsoft.com/office/drawing/2014/main" id="{6DEFB469-EEB3-4E9D-90A3-0145F0CF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초안과 동의 요청</a:t>
            </a:r>
          </a:p>
        </p:txBody>
      </p:sp>
      <p:sp>
        <p:nvSpPr>
          <p:cNvPr id="4" name="구현 목표    외부 푸시는 mock">
            <a:extLst xmlns:a="http://schemas.openxmlformats.org/drawingml/2006/main">
              <a:ext uri="{FF2B5EF4-FFF2-40B4-BE49-F238E27FC236}">
                <a16:creationId xmlns:a16="http://schemas.microsoft.com/office/drawing/2014/main" id="{010A9CC9-F300-4ACB-8607-5B12A61C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외부 푸시는 mock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80FA4394-90AC-4346-B664-CA74D4C23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be032f5341495a"/>
          <a:stretch xmlns:a="http://schemas.openxmlformats.org/drawingml/2006/main"/>
        </p:blipFill>
        <p:spPr>
          <a:xfrm xmlns:a="http://schemas.openxmlformats.org/drawingml/2006/main">
            <a:off x="16344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6" name="문서 초안">
            <a:extLst xmlns:a="http://schemas.openxmlformats.org/drawingml/2006/main">
              <a:ext uri="{FF2B5EF4-FFF2-40B4-BE49-F238E27FC236}">
                <a16:creationId xmlns:a16="http://schemas.microsoft.com/office/drawing/2014/main" id="{917F97FB-8F2B-4890-AF36-91949ED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초안</a:t>
            </a:r>
          </a:p>
        </p:txBody>
      </p:sp>
      <p:sp>
        <p:nvSpPr>
          <p:cNvPr id="7" name="검토 후 사용">
            <a:extLst xmlns:a="http://schemas.openxmlformats.org/drawingml/2006/main">
              <a:ext uri="{FF2B5EF4-FFF2-40B4-BE49-F238E27FC236}">
                <a16:creationId xmlns:a16="http://schemas.microsoft.com/office/drawing/2014/main" id="{8EE73FAD-B883-40F8-BF4D-4AC5553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검토 후 사용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42752FD2-688D-413F-A52A-5C3648A77B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71c52dd14b8a"/>
          <a:stretch xmlns:a="http://schemas.openxmlformats.org/drawingml/2006/main"/>
        </p:blipFill>
        <p:spPr>
          <a:xfrm xmlns:a="http://schemas.openxmlformats.org/drawingml/2006/main">
            <a:off x="59778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9" name="동의 요청">
            <a:extLst xmlns:a="http://schemas.openxmlformats.org/drawingml/2006/main">
              <a:ext uri="{FF2B5EF4-FFF2-40B4-BE49-F238E27FC236}">
                <a16:creationId xmlns:a16="http://schemas.microsoft.com/office/drawing/2014/main" id="{DDF9889D-8AA1-4FD2-975F-0290826D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동의 요청</a:t>
            </a:r>
          </a:p>
        </p:txBody>
      </p:sp>
      <p:sp>
        <p:nvSpPr>
          <p:cNvPr id="10" name="문서 버전별 응답">
            <a:extLst xmlns:a="http://schemas.openxmlformats.org/drawingml/2006/main">
              <a:ext uri="{FF2B5EF4-FFF2-40B4-BE49-F238E27FC236}">
                <a16:creationId xmlns:a16="http://schemas.microsoft.com/office/drawing/2014/main" id="{E6548DAD-9961-49E9-B379-084D92A8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문서 버전별 응답</a:t>
            </a:r>
          </a:p>
        </p:txBody>
      </p:sp>
    </p:spTree>
    <p:extLst>
      <p:ext uri="{BB962C8B-B14F-4D97-AF65-F5344CB8AC3E}">
        <p14:creationId xmlns:p14="http://schemas.microsoft.com/office/powerpoint/2010/main" val="2585368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65" name="Template artwork 10065">
            <a:extLst xmlns:a="http://schemas.openxmlformats.org/drawingml/2006/main">
              <a:ext uri="{FF2B5EF4-FFF2-40B4-BE49-F238E27FC236}">
                <a16:creationId xmlns:a16="http://schemas.microsoft.com/office/drawing/2014/main" id="{BF1C9B01-E33C-4A4E-8783-4141F31C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6" name="Template artwork 10066">
            <a:extLst xmlns:a="http://schemas.openxmlformats.org/drawingml/2006/main">
              <a:ext uri="{FF2B5EF4-FFF2-40B4-BE49-F238E27FC236}">
                <a16:creationId xmlns:a16="http://schemas.microsoft.com/office/drawing/2014/main" id="{38DD60BC-2C17-4E7D-BD91-9F4868FC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7" name="Template artwork 10067">
            <a:extLst xmlns:a="http://schemas.openxmlformats.org/drawingml/2006/main">
              <a:ext uri="{FF2B5EF4-FFF2-40B4-BE49-F238E27FC236}">
                <a16:creationId xmlns:a16="http://schemas.microsoft.com/office/drawing/2014/main" id="{E6E6056D-0673-4FBD-A0C1-AE956B45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68" name="Template artwork 10068">
            <a:extLst xmlns:a="http://schemas.openxmlformats.org/drawingml/2006/main">
              <a:ext uri="{FF2B5EF4-FFF2-40B4-BE49-F238E27FC236}">
                <a16:creationId xmlns:a16="http://schemas.microsoft.com/office/drawing/2014/main" id="{31ECEBBB-AAA5-413A-8293-16DD791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19">
            <a:extLst xmlns:a="http://schemas.openxmlformats.org/drawingml/2006/main">
              <a:ext uri="{FF2B5EF4-FFF2-40B4-BE49-F238E27FC236}">
                <a16:creationId xmlns:a16="http://schemas.microsoft.com/office/drawing/2014/main" id="{D396175B-4160-4CA3-B101-0C0BC4AC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19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F5D42FAB-D98C-4319-B063-ACE4E757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법률 확인과 재산 자료 변화">
            <a:extLst xmlns:a="http://schemas.openxmlformats.org/drawingml/2006/main">
              <a:ext uri="{FF2B5EF4-FFF2-40B4-BE49-F238E27FC236}">
                <a16:creationId xmlns:a16="http://schemas.microsoft.com/office/drawing/2014/main" id="{9EDE7347-2118-49D2-ADD8-243530CC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법률 확인과 재산 자료 변화</a:t>
            </a:r>
          </a:p>
        </p:txBody>
      </p:sp>
      <p:sp>
        <p:nvSpPr>
          <p:cNvPr id="4" name="구현 목표    자료 변화 시연은 모의 데이터">
            <a:extLst xmlns:a="http://schemas.openxmlformats.org/drawingml/2006/main">
              <a:ext uri="{FF2B5EF4-FFF2-40B4-BE49-F238E27FC236}">
                <a16:creationId xmlns:a16="http://schemas.microsoft.com/office/drawing/2014/main" id="{04A80C21-77B8-4A62-9B6A-97B6A606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자료 변화 시연은 모의 데이터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70BB086E-85B3-4C3A-8E2B-00F89D95BD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28cc534c64fc0"/>
          <a:stretch xmlns:a="http://schemas.openxmlformats.org/drawingml/2006/main"/>
        </p:blipFill>
        <p:spPr>
          <a:xfrm xmlns:a="http://schemas.openxmlformats.org/drawingml/2006/main">
            <a:off x="16344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6" name="법령과 규약">
            <a:extLst xmlns:a="http://schemas.openxmlformats.org/drawingml/2006/main">
              <a:ext uri="{FF2B5EF4-FFF2-40B4-BE49-F238E27FC236}">
                <a16:creationId xmlns:a16="http://schemas.microsoft.com/office/drawing/2014/main" id="{EFABDA71-5330-494E-91C8-F58C96D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법령과 규약</a:t>
            </a:r>
          </a:p>
        </p:txBody>
      </p:sp>
      <p:sp>
        <p:nvSpPr>
          <p:cNvPr id="7" name="근거 확인">
            <a:extLst xmlns:a="http://schemas.openxmlformats.org/drawingml/2006/main">
              <a:ext uri="{FF2B5EF4-FFF2-40B4-BE49-F238E27FC236}">
                <a16:creationId xmlns:a16="http://schemas.microsoft.com/office/drawing/2014/main" id="{BE8754C2-70AF-48F5-95B3-963CFFE7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근거 확인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6E408650-FC7A-4CC0-A845-1EEC9B3874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14437b0574065"/>
          <a:stretch xmlns:a="http://schemas.openxmlformats.org/drawingml/2006/main"/>
        </p:blipFill>
        <p:spPr>
          <a:xfrm xmlns:a="http://schemas.openxmlformats.org/drawingml/2006/main">
            <a:off x="59778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9" name="재산 자료 변화">
            <a:extLst xmlns:a="http://schemas.openxmlformats.org/drawingml/2006/main">
              <a:ext uri="{FF2B5EF4-FFF2-40B4-BE49-F238E27FC236}">
                <a16:creationId xmlns:a16="http://schemas.microsoft.com/office/drawing/2014/main" id="{7F2C3CBF-0B04-4351-BA59-5615B654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재산 자료 변화</a:t>
            </a:r>
          </a:p>
        </p:txBody>
      </p:sp>
      <p:sp>
        <p:nvSpPr>
          <p:cNvPr id="10" name="이전 자료와 비교">
            <a:extLst xmlns:a="http://schemas.openxmlformats.org/drawingml/2006/main">
              <a:ext uri="{FF2B5EF4-FFF2-40B4-BE49-F238E27FC236}">
                <a16:creationId xmlns:a16="http://schemas.microsoft.com/office/drawing/2014/main" id="{75A37AEA-8771-46A4-A65D-27B3465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이전 자료와 비교</a:t>
            </a:r>
          </a:p>
        </p:txBody>
      </p:sp>
    </p:spTree>
    <p:extLst>
      <p:ext uri="{BB962C8B-B14F-4D97-AF65-F5344CB8AC3E}">
        <p14:creationId xmlns:p14="http://schemas.microsoft.com/office/powerpoint/2010/main" val="4440662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69" name="Template artwork 10069">
            <a:extLst xmlns:a="http://schemas.openxmlformats.org/drawingml/2006/main">
              <a:ext uri="{FF2B5EF4-FFF2-40B4-BE49-F238E27FC236}">
                <a16:creationId xmlns:a16="http://schemas.microsoft.com/office/drawing/2014/main" id="{9CD1C362-B810-46D9-9495-E144EE0E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0" name="Template artwork 10070">
            <a:extLst xmlns:a="http://schemas.openxmlformats.org/drawingml/2006/main">
              <a:ext uri="{FF2B5EF4-FFF2-40B4-BE49-F238E27FC236}">
                <a16:creationId xmlns:a16="http://schemas.microsoft.com/office/drawing/2014/main" id="{89164E08-E534-4402-942B-2C87EF4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1" name="Template artwork 10071">
            <a:extLst xmlns:a="http://schemas.openxmlformats.org/drawingml/2006/main">
              <a:ext uri="{FF2B5EF4-FFF2-40B4-BE49-F238E27FC236}">
                <a16:creationId xmlns:a16="http://schemas.microsoft.com/office/drawing/2014/main" id="{B4365FDC-8C59-4FA4-A974-680C27DF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2" name="Template artwork 10072">
            <a:extLst xmlns:a="http://schemas.openxmlformats.org/drawingml/2006/main">
              <a:ext uri="{FF2B5EF4-FFF2-40B4-BE49-F238E27FC236}">
                <a16:creationId xmlns:a16="http://schemas.microsoft.com/office/drawing/2014/main" id="{32A2C41A-E99F-4F9F-882D-502A03B1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382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20">
            <a:extLst xmlns:a="http://schemas.openxmlformats.org/drawingml/2006/main">
              <a:ext uri="{FF2B5EF4-FFF2-40B4-BE49-F238E27FC236}">
                <a16:creationId xmlns:a16="http://schemas.microsoft.com/office/drawing/2014/main" id="{12234AD5-EB03-4A2E-B0F7-9A84FB08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20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5898CF01-0C30-4AED-AFB6-26AD845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문제 점검과 변호사 후보">
            <a:extLst xmlns:a="http://schemas.openxmlformats.org/drawingml/2006/main">
              <a:ext uri="{FF2B5EF4-FFF2-40B4-BE49-F238E27FC236}">
                <a16:creationId xmlns:a16="http://schemas.microsoft.com/office/drawing/2014/main" id="{69465064-E3FF-4342-AC88-38F502F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문제 점검과 변호사 후보</a:t>
            </a:r>
          </a:p>
        </p:txBody>
      </p:sp>
      <p:sp>
        <p:nvSpPr>
          <p:cNvPr id="4" name="구현 목표    변호사 후보는 가상 데이터">
            <a:extLst xmlns:a="http://schemas.openxmlformats.org/drawingml/2006/main">
              <a:ext uri="{FF2B5EF4-FFF2-40B4-BE49-F238E27FC236}">
                <a16:creationId xmlns:a16="http://schemas.microsoft.com/office/drawing/2014/main" id="{45301A78-68E6-4278-82F8-8BAA44B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구현 목표    변호사 후보는 가상 데이터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363947DA-BFE0-4EF3-B12D-B65DD1500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35c4f74034b6e"/>
          <a:stretch xmlns:a="http://schemas.openxmlformats.org/drawingml/2006/main"/>
        </p:blipFill>
        <p:spPr>
          <a:xfrm xmlns:a="http://schemas.openxmlformats.org/drawingml/2006/main">
            <a:off x="16344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6" name="누락, 불일치">
            <a:extLst xmlns:a="http://schemas.openxmlformats.org/drawingml/2006/main">
              <a:ext uri="{FF2B5EF4-FFF2-40B4-BE49-F238E27FC236}">
                <a16:creationId xmlns:a16="http://schemas.microsoft.com/office/drawing/2014/main" id="{01110A5A-93ED-48BA-B315-78038AD8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누락, 불일치</a:t>
            </a:r>
          </a:p>
        </p:txBody>
      </p:sp>
      <p:sp>
        <p:nvSpPr>
          <p:cNvPr id="7" name="근거와 다음 작업">
            <a:extLst xmlns:a="http://schemas.openxmlformats.org/drawingml/2006/main">
              <a:ext uri="{FF2B5EF4-FFF2-40B4-BE49-F238E27FC236}">
                <a16:creationId xmlns:a16="http://schemas.microsoft.com/office/drawing/2014/main" id="{51BEA8D4-5398-4B5A-B66C-A20CB914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근거와 다음 작업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FA1DD265-CB03-498A-8C71-FF7459FDF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0ceb39d4c4df6"/>
          <a:stretch xmlns:a="http://schemas.openxmlformats.org/drawingml/2006/main"/>
        </p:blipFill>
        <p:spPr>
          <a:xfrm xmlns:a="http://schemas.openxmlformats.org/drawingml/2006/main">
            <a:off x="5977890" y="1815465"/>
            <a:ext cx="960120" cy="960120"/>
          </a:xfrm>
          <a:prstGeom xmlns:a="http://schemas.openxmlformats.org/drawingml/2006/main" prst="rect">
            <a:avLst/>
          </a:prstGeom>
        </p:spPr>
      </p:pic>
      <p:sp>
        <p:nvSpPr>
          <p:cNvPr id="9" name="변호사 후보">
            <a:extLst xmlns:a="http://schemas.openxmlformats.org/drawingml/2006/main">
              <a:ext uri="{FF2B5EF4-FFF2-40B4-BE49-F238E27FC236}">
                <a16:creationId xmlns:a16="http://schemas.microsoft.com/office/drawing/2014/main" id="{C63354E4-6A74-4CB2-BB98-6DFB872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00425"/>
            <a:ext cx="3924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변호사 후보</a:t>
            </a:r>
          </a:p>
        </p:txBody>
      </p:sp>
      <p:sp>
        <p:nvSpPr>
          <p:cNvPr id="10" name="상담자료 준비">
            <a:extLst xmlns:a="http://schemas.openxmlformats.org/drawingml/2006/main">
              <a:ext uri="{FF2B5EF4-FFF2-40B4-BE49-F238E27FC236}">
                <a16:creationId xmlns:a16="http://schemas.microsoft.com/office/drawing/2014/main" id="{A95E3599-21E9-4E34-A19C-14614352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94335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상담자료 준비</a:t>
            </a:r>
          </a:p>
        </p:txBody>
      </p:sp>
    </p:spTree>
    <p:extLst>
      <p:ext uri="{BB962C8B-B14F-4D97-AF65-F5344CB8AC3E}">
        <p14:creationId xmlns:p14="http://schemas.microsoft.com/office/powerpoint/2010/main" val="2359232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73" name="Template artwork 10073">
            <a:extLst xmlns:a="http://schemas.openxmlformats.org/drawingml/2006/main">
              <a:ext uri="{FF2B5EF4-FFF2-40B4-BE49-F238E27FC236}">
                <a16:creationId xmlns:a16="http://schemas.microsoft.com/office/drawing/2014/main" id="{442AB529-624D-4A26-A9A9-0016247D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4" name="Template artwork 10074">
            <a:extLst xmlns:a="http://schemas.openxmlformats.org/drawingml/2006/main">
              <a:ext uri="{FF2B5EF4-FFF2-40B4-BE49-F238E27FC236}">
                <a16:creationId xmlns:a16="http://schemas.microsoft.com/office/drawing/2014/main" id="{2A7A53F0-76A3-4EE1-944A-17C42C56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5" name="Template artwork 10075">
            <a:extLst xmlns:a="http://schemas.openxmlformats.org/drawingml/2006/main">
              <a:ext uri="{FF2B5EF4-FFF2-40B4-BE49-F238E27FC236}">
                <a16:creationId xmlns:a16="http://schemas.microsoft.com/office/drawing/2014/main" id="{795D86F8-017C-4BB3-A96D-67CD58D1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194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6" name="Template artwork 10076">
            <a:extLst xmlns:a="http://schemas.openxmlformats.org/drawingml/2006/main">
              <a:ext uri="{FF2B5EF4-FFF2-40B4-BE49-F238E27FC236}">
                <a16:creationId xmlns:a16="http://schemas.microsoft.com/office/drawing/2014/main" id="{827CCC07-A137-4F00-8171-536C80A3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194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7" name="Template artwork 10077">
            <a:extLst xmlns:a="http://schemas.openxmlformats.org/drawingml/2006/main">
              <a:ext uri="{FF2B5EF4-FFF2-40B4-BE49-F238E27FC236}">
                <a16:creationId xmlns:a16="http://schemas.microsoft.com/office/drawing/2014/main" id="{786FDC79-8FDC-49CF-84EF-619EDE89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78" name="Template artwork 10078">
            <a:extLst xmlns:a="http://schemas.openxmlformats.org/drawingml/2006/main">
              <a:ext uri="{FF2B5EF4-FFF2-40B4-BE49-F238E27FC236}">
                <a16:creationId xmlns:a16="http://schemas.microsoft.com/office/drawing/2014/main" id="{0F75ED68-BEEF-45B2-A211-7153D22F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194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21">
            <a:extLst xmlns:a="http://schemas.openxmlformats.org/drawingml/2006/main">
              <a:ext uri="{FF2B5EF4-FFF2-40B4-BE49-F238E27FC236}">
                <a16:creationId xmlns:a16="http://schemas.microsoft.com/office/drawing/2014/main" id="{6E096863-3187-4C70-84C5-051AB358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21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B3CBFF72-61E8-435F-AC3F-8FA8A46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부동산 등기용 등록 종중">
            <a:extLst xmlns:a="http://schemas.openxmlformats.org/drawingml/2006/main">
              <a:ext uri="{FF2B5EF4-FFF2-40B4-BE49-F238E27FC236}">
                <a16:creationId xmlns:a16="http://schemas.microsoft.com/office/drawing/2014/main" id="{8D2996C1-66C8-49A4-B657-3320C6B1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부동산 등기용 등록 종중</a:t>
            </a:r>
          </a:p>
        </p:txBody>
      </p:sp>
      <p:sp>
        <p:nvSpPr>
          <p:cNvPr id="4" name="2024.6 기준    대한법무사협회 등기법포럼 자료">
            <a:extLst xmlns:a="http://schemas.openxmlformats.org/drawingml/2006/main">
              <a:ext uri="{FF2B5EF4-FFF2-40B4-BE49-F238E27FC236}">
                <a16:creationId xmlns:a16="http://schemas.microsoft.com/office/drawing/2014/main" id="{C6321604-4D09-4AD7-893C-ED80F93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2024.6 기준    대한법무사협회 등기법포럼 자료</a:t>
            </a:r>
          </a:p>
        </p:txBody>
      </p:sp>
      <p:sp>
        <p:nvSpPr>
          <p:cNvPr id="5" name="237,071">
            <a:extLst xmlns:a="http://schemas.openxmlformats.org/drawingml/2006/main">
              <a:ext uri="{FF2B5EF4-FFF2-40B4-BE49-F238E27FC236}">
                <a16:creationId xmlns:a16="http://schemas.microsoft.com/office/drawing/2014/main" id="{6B940D94-73D5-44EA-9963-F1028EF2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057275"/>
            <a:ext cx="64389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buNone/>
              <a:defRPr sz="9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9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237,071</a:t>
            </a:r>
          </a:p>
        </p:txBody>
      </p:sp>
      <p:sp>
        <p:nvSpPr>
          <p:cNvPr id="6" name="개 종중">
            <a:extLst xmlns:a="http://schemas.openxmlformats.org/drawingml/2006/main">
              <a:ext uri="{FF2B5EF4-FFF2-40B4-BE49-F238E27FC236}">
                <a16:creationId xmlns:a16="http://schemas.microsoft.com/office/drawing/2014/main" id="{08A16C1C-95DE-4BE9-B6E4-B23877A4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52650"/>
            <a:ext cx="175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개 종중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43143813-C6B2-4AED-993F-89FAB1B77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509d2c59541ee"/>
          <a:stretch xmlns:a="http://schemas.openxmlformats.org/drawingml/2006/main"/>
        </p:blipFill>
        <p:spPr>
          <a:xfrm xmlns:a="http://schemas.openxmlformats.org/drawingml/2006/main">
            <a:off x="1244727" y="3216402"/>
            <a:ext cx="501396" cy="501396"/>
          </a:xfrm>
          <a:prstGeom xmlns:a="http://schemas.openxmlformats.org/drawingml/2006/main" prst="rect">
            <a:avLst/>
          </a:prstGeom>
        </p:spPr>
      </p:pic>
      <p:sp>
        <p:nvSpPr>
          <p:cNvPr id="8" name="임야">
            <a:extLst xmlns:a="http://schemas.openxmlformats.org/drawingml/2006/main">
              <a:ext uri="{FF2B5EF4-FFF2-40B4-BE49-F238E27FC236}">
                <a16:creationId xmlns:a16="http://schemas.microsoft.com/office/drawing/2014/main" id="{C8D3D0D6-AA3C-4E7C-9348-581C29FF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임야</a:t>
            </a:r>
          </a:p>
        </p:txBody>
      </p:sp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3589E41B-794F-444F-A75F-E21F8252BC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5c68b05584fc2"/>
          <a:stretch xmlns:a="http://schemas.openxmlformats.org/drawingml/2006/main"/>
        </p:blipFill>
        <p:spPr>
          <a:xfrm xmlns:a="http://schemas.openxmlformats.org/drawingml/2006/main">
            <a:off x="3292602" y="3216402"/>
            <a:ext cx="501396" cy="501396"/>
          </a:xfrm>
          <a:prstGeom xmlns:a="http://schemas.openxmlformats.org/drawingml/2006/main" prst="rect">
            <a:avLst/>
          </a:prstGeom>
        </p:spPr>
      </p:pic>
      <p:sp>
        <p:nvSpPr>
          <p:cNvPr id="10" name="농지">
            <a:extLst xmlns:a="http://schemas.openxmlformats.org/drawingml/2006/main">
              <a:ext uri="{FF2B5EF4-FFF2-40B4-BE49-F238E27FC236}">
                <a16:creationId xmlns:a16="http://schemas.microsoft.com/office/drawing/2014/main" id="{940DC8F9-E6E5-445A-A7B9-D1C5F0DE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148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농지</a:t>
            </a:r>
          </a:p>
        </p:txBody>
      </p:sp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B39BC304-E8AC-40D0-BEC1-43DD2841B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a747c9e7b4d16"/>
          <a:stretch xmlns:a="http://schemas.openxmlformats.org/drawingml/2006/main"/>
        </p:blipFill>
        <p:spPr>
          <a:xfrm xmlns:a="http://schemas.openxmlformats.org/drawingml/2006/main">
            <a:off x="5340477" y="3216402"/>
            <a:ext cx="501396" cy="501396"/>
          </a:xfrm>
          <a:prstGeom xmlns:a="http://schemas.openxmlformats.org/drawingml/2006/main" prst="rect">
            <a:avLst/>
          </a:prstGeom>
        </p:spPr>
      </p:pic>
      <p:sp>
        <p:nvSpPr>
          <p:cNvPr id="12" name="대지">
            <a:extLst xmlns:a="http://schemas.openxmlformats.org/drawingml/2006/main">
              <a:ext uri="{FF2B5EF4-FFF2-40B4-BE49-F238E27FC236}">
                <a16:creationId xmlns:a16="http://schemas.microsoft.com/office/drawing/2014/main" id="{91051570-B5A3-416B-BF1C-EC7F6A7C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148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대지</a:t>
            </a:r>
          </a:p>
        </p:txBody>
      </p:sp>
      <p:pic>
        <p:nvPicPr>
          <p:cNvPr id="13" name="그림 12">
            <a:extLst xmlns:a="http://schemas.openxmlformats.org/drawingml/2006/main">
              <a:ext uri="{FF2B5EF4-FFF2-40B4-BE49-F238E27FC236}">
                <a16:creationId xmlns:a16="http://schemas.microsoft.com/office/drawing/2014/main" id="{2B34970D-0EDC-4573-B97C-D3E1A14DFE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201d70a1b407c"/>
          <a:stretch xmlns:a="http://schemas.openxmlformats.org/drawingml/2006/main"/>
        </p:blipFill>
        <p:spPr>
          <a:xfrm xmlns:a="http://schemas.openxmlformats.org/drawingml/2006/main">
            <a:off x="7388352" y="3216402"/>
            <a:ext cx="501396" cy="501396"/>
          </a:xfrm>
          <a:prstGeom xmlns:a="http://schemas.openxmlformats.org/drawingml/2006/main" prst="rect">
            <a:avLst/>
          </a:prstGeom>
        </p:spPr>
      </p:pic>
      <p:sp>
        <p:nvSpPr>
          <p:cNvPr id="14" name="건물">
            <a:extLst xmlns:a="http://schemas.openxmlformats.org/drawingml/2006/main">
              <a:ext uri="{FF2B5EF4-FFF2-40B4-BE49-F238E27FC236}">
                <a16:creationId xmlns:a16="http://schemas.microsoft.com/office/drawing/2014/main" id="{34373DBB-B5CE-4C82-B9E6-5F314323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1562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건물</a:t>
            </a:r>
          </a:p>
        </p:txBody>
      </p:sp>
    </p:spTree>
    <p:extLst>
      <p:ext uri="{BB962C8B-B14F-4D97-AF65-F5344CB8AC3E}">
        <p14:creationId xmlns:p14="http://schemas.microsoft.com/office/powerpoint/2010/main" val="12276015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79" name="Template artwork 10079">
            <a:extLst xmlns:a="http://schemas.openxmlformats.org/drawingml/2006/main">
              <a:ext uri="{FF2B5EF4-FFF2-40B4-BE49-F238E27FC236}">
                <a16:creationId xmlns:a16="http://schemas.microsoft.com/office/drawing/2014/main" id="{5CAED3E2-05C4-4576-AFEF-58F9D91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0" name="Template artwork 10080">
            <a:extLst xmlns:a="http://schemas.openxmlformats.org/drawingml/2006/main">
              <a:ext uri="{FF2B5EF4-FFF2-40B4-BE49-F238E27FC236}">
                <a16:creationId xmlns:a16="http://schemas.microsoft.com/office/drawing/2014/main" id="{54B85C03-1E4D-49E6-ADFD-4FC37EA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1" name="Template artwork 10081">
            <a:extLst xmlns:a="http://schemas.openxmlformats.org/drawingml/2006/main">
              <a:ext uri="{FF2B5EF4-FFF2-40B4-BE49-F238E27FC236}">
                <a16:creationId xmlns:a16="http://schemas.microsoft.com/office/drawing/2014/main" id="{0F42EC36-BB63-48B2-9A2F-20CF7F5F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24025"/>
            <a:ext cx="1400175" cy="1400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22">
            <a:extLst xmlns:a="http://schemas.openxmlformats.org/drawingml/2006/main">
              <a:ext uri="{FF2B5EF4-FFF2-40B4-BE49-F238E27FC236}">
                <a16:creationId xmlns:a16="http://schemas.microsoft.com/office/drawing/2014/main" id="{3871441C-2BF6-4F5A-A4BC-D6F8EC9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22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913610D8-2272-4631-B092-F2FCEFA6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시장 환산에 쓴 구독료">
            <a:extLst xmlns:a="http://schemas.openxmlformats.org/drawingml/2006/main">
              <a:ext uri="{FF2B5EF4-FFF2-40B4-BE49-F238E27FC236}">
                <a16:creationId xmlns:a16="http://schemas.microsoft.com/office/drawing/2014/main" id="{A67D54A8-C11F-4DE3-8ACC-B94725C9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시장 환산에 쓴 구독료</a:t>
            </a:r>
          </a:p>
        </p:txBody>
      </p:sp>
      <p:sp>
        <p:nvSpPr>
          <p:cNvPr id="4" name="계산 가정    VAT와 전문가 수임료 제외">
            <a:extLst xmlns:a="http://schemas.openxmlformats.org/drawingml/2006/main">
              <a:ext uri="{FF2B5EF4-FFF2-40B4-BE49-F238E27FC236}">
                <a16:creationId xmlns:a16="http://schemas.microsoft.com/office/drawing/2014/main" id="{6D3E2C7D-F3D7-437B-AC47-238CFE7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계산 가정    VAT와 전문가 수임료 제외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BBD680D3-AC6A-460A-BA7E-02256C383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db26ea078409a"/>
          <a:stretch xmlns:a="http://schemas.openxmlformats.org/drawingml/2006/main"/>
        </p:blipFill>
        <p:spPr>
          <a:xfrm xmlns:a="http://schemas.openxmlformats.org/drawingml/2006/main">
            <a:off x="1079564" y="2032064"/>
            <a:ext cx="784098" cy="784098"/>
          </a:xfrm>
          <a:prstGeom xmlns:a="http://schemas.openxmlformats.org/drawingml/2006/main" prst="rect">
            <a:avLst/>
          </a:prstGeom>
        </p:spPr>
      </p:pic>
      <p:sp>
        <p:nvSpPr>
          <p:cNvPr id="6" name="종중당 연">
            <a:extLst xmlns:a="http://schemas.openxmlformats.org/drawingml/2006/main">
              <a:ext uri="{FF2B5EF4-FFF2-40B4-BE49-F238E27FC236}">
                <a16:creationId xmlns:a16="http://schemas.microsoft.com/office/drawing/2014/main" id="{2A7537ED-7B75-4DFE-9852-6010F072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352550"/>
            <a:ext cx="5629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종중당 연</a:t>
            </a:r>
          </a:p>
        </p:txBody>
      </p:sp>
      <p:sp>
        <p:nvSpPr>
          <p:cNvPr id="7" name="50">
            <a:extLst xmlns:a="http://schemas.openxmlformats.org/drawingml/2006/main">
              <a:ext uri="{FF2B5EF4-FFF2-40B4-BE49-F238E27FC236}">
                <a16:creationId xmlns:a16="http://schemas.microsoft.com/office/drawing/2014/main" id="{5483DD60-F7C5-4BA7-BC97-921CEC2B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76425"/>
            <a:ext cx="33432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buNone/>
              <a:defRPr sz="92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pPr>
            <a:r>
              <a:rPr sz="92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rPr>
              <a:t>50</a:t>
            </a:r>
          </a:p>
        </p:txBody>
      </p:sp>
      <p:sp>
        <p:nvSpPr>
          <p:cNvPr id="8" name="만원">
            <a:extLst xmlns:a="http://schemas.openxmlformats.org/drawingml/2006/main">
              <a:ext uri="{FF2B5EF4-FFF2-40B4-BE49-F238E27FC236}">
                <a16:creationId xmlns:a16="http://schemas.microsoft.com/office/drawing/2014/main" id="{9A3B28B9-71D8-42B7-816C-A0906F7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574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567D8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3075" b="0">
                <a:solidFill>
                  <a:srgbClr val="567D89"/>
                </a:solidFill>
                <a:latin typeface="Noto Sans KR"/>
                <a:ea typeface="Noto Sans KR"/>
                <a:cs typeface="Noto Sans KR"/>
              </a:defRPr>
            </a:pPr>
            <a:r>
              <a:rPr sz="3075" b="0">
                <a:solidFill>
                  <a:srgbClr val="567D89"/>
                </a:solidFill>
                <a:latin typeface="Noto Sans KR"/>
                <a:ea typeface="Noto Sans KR"/>
                <a:cs typeface="Noto Sans KR"/>
              </a:rPr>
              <a:t>만원</a:t>
            </a:r>
          </a:p>
        </p:txBody>
      </p:sp>
      <p:sp>
        <p:nvSpPr>
          <p:cNvPr id="9" name="비교 요금  ZUZU Fund Service 연 50만원">
            <a:extLst xmlns:a="http://schemas.openxmlformats.org/drawingml/2006/main">
              <a:ext uri="{FF2B5EF4-FFF2-40B4-BE49-F238E27FC236}">
                <a16:creationId xmlns:a16="http://schemas.microsoft.com/office/drawing/2014/main" id="{18C2BE51-4BDA-49BA-835E-3133572F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771900"/>
            <a:ext cx="57816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비교 요금  ZUZU Fund Service 연 50만원</a:t>
            </a:r>
          </a:p>
        </p:txBody>
      </p:sp>
    </p:spTree>
    <p:extLst>
      <p:ext uri="{BB962C8B-B14F-4D97-AF65-F5344CB8AC3E}">
        <p14:creationId xmlns:p14="http://schemas.microsoft.com/office/powerpoint/2010/main" val="19295202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2" name="Template artwork 10082">
            <a:extLst xmlns:a="http://schemas.openxmlformats.org/drawingml/2006/main">
              <a:ext uri="{FF2B5EF4-FFF2-40B4-BE49-F238E27FC236}">
                <a16:creationId xmlns:a16="http://schemas.microsoft.com/office/drawing/2014/main" id="{A237D4D0-D5DB-47D0-8A2C-B19C4B6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3" name="Template artwork 10083">
            <a:extLst xmlns:a="http://schemas.openxmlformats.org/drawingml/2006/main">
              <a:ext uri="{FF2B5EF4-FFF2-40B4-BE49-F238E27FC236}">
                <a16:creationId xmlns:a16="http://schemas.microsoft.com/office/drawing/2014/main" id="{65CC211D-58F0-4D42-A030-2645E7A7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23">
            <a:extLst xmlns:a="http://schemas.openxmlformats.org/drawingml/2006/main">
              <a:ext uri="{FF2B5EF4-FFF2-40B4-BE49-F238E27FC236}">
                <a16:creationId xmlns:a16="http://schemas.microsoft.com/office/drawing/2014/main" id="{67649902-F15C-46B7-8143-3B7065EB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23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96F9831-0566-42C3-BE5D-2D281C4C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10084" name="Template artwork 10084">
            <a:extLst xmlns:a="http://schemas.openxmlformats.org/drawingml/2006/main">
              <a:ext uri="{FF2B5EF4-FFF2-40B4-BE49-F238E27FC236}">
                <a16:creationId xmlns:a16="http://schemas.microsoft.com/office/drawing/2014/main" id="{8D58F531-D6D1-4341-BE21-971D732B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781425" cy="37814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9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5" name="Template artwork 10085">
            <a:extLst xmlns:a="http://schemas.openxmlformats.org/drawingml/2006/main">
              <a:ext uri="{FF2B5EF4-FFF2-40B4-BE49-F238E27FC236}">
                <a16:creationId xmlns:a16="http://schemas.microsoft.com/office/drawing/2014/main" id="{FAC86AAE-6136-43C6-A2F4-C832343B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2524125" cy="2524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6" name="Template artwork 10086">
            <a:extLst xmlns:a="http://schemas.openxmlformats.org/drawingml/2006/main">
              <a:ext uri="{FF2B5EF4-FFF2-40B4-BE49-F238E27FC236}">
                <a16:creationId xmlns:a16="http://schemas.microsoft.com/office/drawing/2014/main" id="{D3D5AB0E-FC7E-42EC-A7C1-3E4BE3F4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088" y="3152775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2E9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7" name="시장 규모">
            <a:extLst xmlns:a="http://schemas.openxmlformats.org/drawingml/2006/main">
              <a:ext uri="{FF2B5EF4-FFF2-40B4-BE49-F238E27FC236}">
                <a16:creationId xmlns:a16="http://schemas.microsoft.com/office/drawing/2014/main" id="{4FDEE142-9F9F-4B9D-8B1E-50BEC68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시장 규모</a:t>
            </a:r>
          </a:p>
        </p:txBody>
      </p:sp>
      <p:sp>
        <p:nvSpPr>
          <p:cNvPr id="10088" name="TAM">
            <a:extLst xmlns:a="http://schemas.openxmlformats.org/drawingml/2006/main">
              <a:ext uri="{FF2B5EF4-FFF2-40B4-BE49-F238E27FC236}">
                <a16:creationId xmlns:a16="http://schemas.microsoft.com/office/drawing/2014/main" id="{954C104A-C367-47F5-89DF-CC6F2304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10287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TAM</a:t>
            </a:r>
          </a:p>
        </p:txBody>
      </p:sp>
      <p:sp>
        <p:nvSpPr>
          <p:cNvPr id="10089" name="SAM">
            <a:extLst xmlns:a="http://schemas.openxmlformats.org/drawingml/2006/main">
              <a:ext uri="{FF2B5EF4-FFF2-40B4-BE49-F238E27FC236}">
                <a16:creationId xmlns:a16="http://schemas.microsoft.com/office/drawing/2014/main" id="{EE0DAB9D-4D6B-4445-9D74-44807E9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24790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3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pPr>
            <a:r>
              <a:rPr sz="232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rPr>
              <a:t>SAM</a:t>
            </a:r>
          </a:p>
        </p:txBody>
      </p:sp>
      <p:sp>
        <p:nvSpPr>
          <p:cNvPr id="10090" name="SOM">
            <a:extLst xmlns:a="http://schemas.openxmlformats.org/drawingml/2006/main">
              <a:ext uri="{FF2B5EF4-FFF2-40B4-BE49-F238E27FC236}">
                <a16:creationId xmlns:a16="http://schemas.microsoft.com/office/drawing/2014/main" id="{A0278D4B-1168-49BA-B10E-C3D291F8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3343275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pPr>
            <a:r>
              <a:rPr sz="21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rPr>
              <a:t>SOM</a:t>
            </a:r>
          </a:p>
        </p:txBody>
      </p:sp>
      <p:sp>
        <p:nvSpPr>
          <p:cNvPr id="10091" name="등록 종중">
            <a:extLst xmlns:a="http://schemas.openxmlformats.org/drawingml/2006/main">
              <a:ext uri="{FF2B5EF4-FFF2-40B4-BE49-F238E27FC236}">
                <a16:creationId xmlns:a16="http://schemas.microsoft.com/office/drawing/2014/main" id="{1A72C603-987C-4C53-8CEF-D42DE92C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2943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등록 종중</a:t>
            </a:r>
          </a:p>
        </p:txBody>
      </p:sp>
      <p:sp>
        <p:nvSpPr>
          <p:cNvPr id="10092" name="전담 관리 종중 제외">
            <a:extLst xmlns:a="http://schemas.openxmlformats.org/drawingml/2006/main">
              <a:ext uri="{FF2B5EF4-FFF2-40B4-BE49-F238E27FC236}">
                <a16:creationId xmlns:a16="http://schemas.microsoft.com/office/drawing/2014/main" id="{BECF3CCE-7DA4-42A4-95F8-02BC8D0A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05100"/>
            <a:ext cx="2314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전담 관리 종중 제외</a:t>
            </a:r>
          </a:p>
        </p:txBody>
      </p:sp>
      <p:sp>
        <p:nvSpPr>
          <p:cNvPr id="10093" name="3년 내 SAM 1%">
            <a:extLst xmlns:a="http://schemas.openxmlformats.org/drawingml/2006/main">
              <a:ext uri="{FF2B5EF4-FFF2-40B4-BE49-F238E27FC236}">
                <a16:creationId xmlns:a16="http://schemas.microsoft.com/office/drawing/2014/main" id="{8328A5DF-9A03-41A1-BBE8-EBD237BC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576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3년 내 SAM 1%</a:t>
            </a:r>
          </a:p>
        </p:txBody>
      </p:sp>
      <p:sp>
        <p:nvSpPr>
          <p:cNvPr id="10094" name="연 구독매출, 억원">
            <a:extLst xmlns:a="http://schemas.openxmlformats.org/drawingml/2006/main">
              <a:ext uri="{FF2B5EF4-FFF2-40B4-BE49-F238E27FC236}">
                <a16:creationId xmlns:a16="http://schemas.microsoft.com/office/drawing/2014/main" id="{C8055F94-7709-4878-B43D-42B678DE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66775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연 구독매출, 억원</a:t>
            </a:r>
          </a:p>
        </p:txBody>
      </p:sp>
      <p:sp>
        <p:nvSpPr>
          <p:cNvPr id="10095" name="1,185.36">
            <a:extLst xmlns:a="http://schemas.openxmlformats.org/drawingml/2006/main">
              <a:ext uri="{FF2B5EF4-FFF2-40B4-BE49-F238E27FC236}">
                <a16:creationId xmlns:a16="http://schemas.microsoft.com/office/drawing/2014/main" id="{14B7019C-82C0-4503-88CB-499D8F04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1811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3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397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1,185.36</a:t>
            </a:r>
          </a:p>
        </p:txBody>
      </p:sp>
      <p:sp>
        <p:nvSpPr>
          <p:cNvPr id="10096" name="237,071개">
            <a:extLst xmlns:a="http://schemas.openxmlformats.org/drawingml/2006/main">
              <a:ext uri="{FF2B5EF4-FFF2-40B4-BE49-F238E27FC236}">
                <a16:creationId xmlns:a16="http://schemas.microsoft.com/office/drawing/2014/main" id="{2DC01C66-B2F6-467A-92AF-752B784D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097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237,071개</a:t>
            </a:r>
          </a:p>
        </p:txBody>
      </p:sp>
      <p:sp>
        <p:nvSpPr>
          <p:cNvPr id="10097" name="948.29">
            <a:extLst xmlns:a="http://schemas.openxmlformats.org/drawingml/2006/main">
              <a:ext uri="{FF2B5EF4-FFF2-40B4-BE49-F238E27FC236}">
                <a16:creationId xmlns:a16="http://schemas.microsoft.com/office/drawing/2014/main" id="{B436B566-EC04-4D37-BAE1-6831D3A3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397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defRPr>
            </a:pPr>
            <a:r>
              <a:rPr sz="3975" b="0">
                <a:solidFill>
                  <a:srgbClr val="567D89"/>
                </a:solidFill>
                <a:latin typeface="Calibri Light"/>
                <a:ea typeface="Calibri Light"/>
                <a:cs typeface="Calibri Light"/>
              </a:rPr>
              <a:t>948.29</a:t>
            </a:r>
          </a:p>
        </p:txBody>
      </p:sp>
      <p:sp>
        <p:nvSpPr>
          <p:cNvPr id="10098" name="189,657개">
            <a:extLst xmlns:a="http://schemas.openxmlformats.org/drawingml/2006/main">
              <a:ext uri="{FF2B5EF4-FFF2-40B4-BE49-F238E27FC236}">
                <a16:creationId xmlns:a16="http://schemas.microsoft.com/office/drawing/2014/main" id="{A530230A-5623-4E26-AA6D-965DD870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05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189,657개</a:t>
            </a:r>
          </a:p>
        </p:txBody>
      </p:sp>
      <p:sp>
        <p:nvSpPr>
          <p:cNvPr id="10099" name="9.49">
            <a:extLst xmlns:a="http://schemas.openxmlformats.org/drawingml/2006/main">
              <a:ext uri="{FF2B5EF4-FFF2-40B4-BE49-F238E27FC236}">
                <a16:creationId xmlns:a16="http://schemas.microsoft.com/office/drawing/2014/main" id="{99CC390C-01C1-4BB7-9CAA-518C2319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defRPr sz="39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defRPr>
            </a:pPr>
            <a:r>
              <a:rPr sz="3975" b="0">
                <a:solidFill>
                  <a:srgbClr val="A85437"/>
                </a:solidFill>
                <a:latin typeface="Calibri Light"/>
                <a:ea typeface="Calibri Light"/>
                <a:cs typeface="Calibri Light"/>
              </a:rPr>
              <a:t>9.49</a:t>
            </a:r>
          </a:p>
        </p:txBody>
      </p:sp>
      <p:sp>
        <p:nvSpPr>
          <p:cNvPr id="10100" name="1,897개">
            <a:extLst xmlns:a="http://schemas.openxmlformats.org/drawingml/2006/main">
              <a:ext uri="{FF2B5EF4-FFF2-40B4-BE49-F238E27FC236}">
                <a16:creationId xmlns:a16="http://schemas.microsoft.com/office/drawing/2014/main" id="{1210A5D1-89C9-41CA-8D7C-1566519C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624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1,897개</a:t>
            </a:r>
          </a:p>
        </p:txBody>
      </p:sp>
      <p:sp>
        <p:nvSpPr>
          <p:cNvPr id="10101" name="연 50만원, 사업형 20% 제외, 3년 내 1% 확보 가정. 원은 포함 관계이며 면적 비례 아님">
            <a:extLst xmlns:a="http://schemas.openxmlformats.org/drawingml/2006/main">
              <a:ext uri="{FF2B5EF4-FFF2-40B4-BE49-F238E27FC236}">
                <a16:creationId xmlns:a16="http://schemas.microsoft.com/office/drawing/2014/main" id="{ABBBB6D8-5AA7-4F31-AB4F-F935951A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29150"/>
            <a:ext cx="8258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연 50만원, 사업형 20% 제외, 3년 내 1% 확보 가정. 원은 포함 관계이며 면적 비례 아님</a:t>
            </a:r>
          </a:p>
        </p:txBody>
      </p:sp>
    </p:spTree>
    <p:extLst>
      <p:ext uri="{BB962C8B-B14F-4D97-AF65-F5344CB8AC3E}">
        <p14:creationId xmlns:p14="http://schemas.microsoft.com/office/powerpoint/2010/main" val="19641614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7" name="Template artwork 10087">
            <a:extLst xmlns:a="http://schemas.openxmlformats.org/drawingml/2006/main">
              <a:ext uri="{FF2B5EF4-FFF2-40B4-BE49-F238E27FC236}">
                <a16:creationId xmlns:a16="http://schemas.microsoft.com/office/drawing/2014/main" id="{06E48A77-3C72-47D9-AF63-5C65487A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88" name="Template artwork 10088">
            <a:extLst xmlns:a="http://schemas.openxmlformats.org/drawingml/2006/main">
              <a:ext uri="{FF2B5EF4-FFF2-40B4-BE49-F238E27FC236}">
                <a16:creationId xmlns:a16="http://schemas.microsoft.com/office/drawing/2014/main" id="{490200EB-106A-4025-8173-4A9954C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24">
            <a:extLst xmlns:a="http://schemas.openxmlformats.org/drawingml/2006/main">
              <a:ext uri="{FF2B5EF4-FFF2-40B4-BE49-F238E27FC236}">
                <a16:creationId xmlns:a16="http://schemas.microsoft.com/office/drawing/2014/main" id="{BB64D734-2998-4CF7-9E3D-CA92C78E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24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0FE5B2CC-1AAE-4EEA-95C5-22FD146F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SOM 확보율 시나리오">
            <a:extLst xmlns:a="http://schemas.openxmlformats.org/drawingml/2006/main">
              <a:ext uri="{FF2B5EF4-FFF2-40B4-BE49-F238E27FC236}">
                <a16:creationId xmlns:a16="http://schemas.microsoft.com/office/drawing/2014/main" id="{47973393-577B-425F-B2E6-C83577D9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SOM 확보율 시나리오</a:t>
            </a:r>
          </a:p>
        </p:txBody>
      </p:sp>
      <p:sp>
        <p:nvSpPr>
          <p:cNvPr id="4" name="3년 도달 가정    연 50만원    실제 확보 고객이나 현재 매출 아님">
            <a:extLst xmlns:a="http://schemas.openxmlformats.org/drawingml/2006/main">
              <a:ext uri="{FF2B5EF4-FFF2-40B4-BE49-F238E27FC236}">
                <a16:creationId xmlns:a16="http://schemas.microsoft.com/office/drawing/2014/main" id="{01FC12CB-E37B-4739-A417-0CCBC23C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3년 도달 가정    연 50만원    실제 확보 고객이나 현재 매출 아님</a:t>
            </a:r>
          </a:p>
        </p:txBody>
      </p:sp>
      <p:graphicFrame>
        <p:nvGraphicFramePr>
          <p:cNvPr id="10089" name="Chart">
            <a:extLst xmlns:a="http://schemas.openxmlformats.org/drawingml/2006/main">
              <a:ext uri="{FF2B5EF4-FFF2-40B4-BE49-F238E27FC236}">
                <a16:creationId xmlns:a16="http://schemas.microsoft.com/office/drawing/2014/main" id="{772B9AE0-224C-4B9D-964E-2F21F43F06B1}"/>
              </a:ext>
            </a:extLst>
          </p:cNvPr>
          <p:cNvGraphicFramePr/>
          <p:nvPr/>
        </p:nvGraphicFramePr>
        <p:xfrm>
          <a:off xmlns:a="http://schemas.openxmlformats.org/drawingml/2006/main" x="981075" y="1285875"/>
          <a:ext xmlns:a="http://schemas.openxmlformats.org/drawingml/2006/main" cx="7000875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a34a867ac84768"/>
          </a:graphicData>
        </a:graphic>
      </p:graphicFrame>
    </p:spTree>
    <p:extLst>
      <p:ext uri="{BB962C8B-B14F-4D97-AF65-F5344CB8AC3E}">
        <p14:creationId xmlns:p14="http://schemas.microsoft.com/office/powerpoint/2010/main" val="4087524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89" name="Template artwork 10089">
            <a:extLst xmlns:a="http://schemas.openxmlformats.org/drawingml/2006/main">
              <a:ext uri="{FF2B5EF4-FFF2-40B4-BE49-F238E27FC236}">
                <a16:creationId xmlns:a16="http://schemas.microsoft.com/office/drawing/2014/main" id="{7B2F2295-3629-44C0-91AA-A7E8442A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0" name="Template artwork 10090">
            <a:extLst xmlns:a="http://schemas.openxmlformats.org/drawingml/2006/main">
              <a:ext uri="{FF2B5EF4-FFF2-40B4-BE49-F238E27FC236}">
                <a16:creationId xmlns:a16="http://schemas.microsoft.com/office/drawing/2014/main" id="{E792E26B-A140-4A46-822B-770DE24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1" name="Template artwork 10091">
            <a:extLst xmlns:a="http://schemas.openxmlformats.org/drawingml/2006/main">
              <a:ext uri="{FF2B5EF4-FFF2-40B4-BE49-F238E27FC236}">
                <a16:creationId xmlns:a16="http://schemas.microsoft.com/office/drawing/2014/main" id="{4575D86B-35F0-4E0A-80CC-DE1C65AA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1419225" cy="1419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2" name="Template artwork 10092">
            <a:extLst xmlns:a="http://schemas.openxmlformats.org/drawingml/2006/main">
              <a:ext uri="{FF2B5EF4-FFF2-40B4-BE49-F238E27FC236}">
                <a16:creationId xmlns:a16="http://schemas.microsoft.com/office/drawing/2014/main" id="{549B7464-77A0-4548-A90E-3F60900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57400"/>
            <a:ext cx="1419225" cy="1419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7D89"/>
          </a:solidFill>
          <a:ln xmlns:a="http://schemas.openxmlformats.org/drawingml/2006/main" w="19050" cap="flat" cmpd="sng">
            <a:solidFill>
              <a:srgbClr val="567D89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3" name="Template artwork 10093">
            <a:extLst xmlns:a="http://schemas.openxmlformats.org/drawingml/2006/main">
              <a:ext uri="{FF2B5EF4-FFF2-40B4-BE49-F238E27FC236}">
                <a16:creationId xmlns:a16="http://schemas.microsoft.com/office/drawing/2014/main" id="{2E7B6850-C9BC-4F23-A782-06A2596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3827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4" name="Template artwork 10094">
            <a:extLst xmlns:a="http://schemas.openxmlformats.org/drawingml/2006/main">
              <a:ext uri="{FF2B5EF4-FFF2-40B4-BE49-F238E27FC236}">
                <a16:creationId xmlns:a16="http://schemas.microsoft.com/office/drawing/2014/main" id="{D3764279-BB18-45EB-B18B-B71769F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5" name="Template artwork 10095">
            <a:extLst xmlns:a="http://schemas.openxmlformats.org/drawingml/2006/main">
              <a:ext uri="{FF2B5EF4-FFF2-40B4-BE49-F238E27FC236}">
                <a16:creationId xmlns:a16="http://schemas.microsoft.com/office/drawing/2014/main" id="{18D2E5F3-1277-4227-AC04-77E87B1C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76625"/>
            <a:ext cx="619125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25">
            <a:extLst xmlns:a="http://schemas.openxmlformats.org/drawingml/2006/main">
              <a:ext uri="{FF2B5EF4-FFF2-40B4-BE49-F238E27FC236}">
                <a16:creationId xmlns:a16="http://schemas.microsoft.com/office/drawing/2014/main" id="{FBF917EC-F40A-43FF-9960-1DCC2408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25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7231C89B-2BE3-4FA1-86CB-9C833CD8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Codex로 기획 정리">
            <a:extLst xmlns:a="http://schemas.openxmlformats.org/drawingml/2006/main">
              <a:ext uri="{FF2B5EF4-FFF2-40B4-BE49-F238E27FC236}">
                <a16:creationId xmlns:a16="http://schemas.microsoft.com/office/drawing/2014/main" id="{11C0248C-1AE9-46E2-9B82-087B5FE8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Codex로 기획 정리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141C2A26-F999-47F1-BBE3-9BEAD38128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be82e094f45bb"/>
          <a:stretch xmlns:a="http://schemas.openxmlformats.org/drawingml/2006/main"/>
        </p:blipFill>
        <p:spPr>
          <a:xfrm xmlns:a="http://schemas.openxmlformats.org/drawingml/2006/main">
            <a:off x="959930" y="2369630"/>
            <a:ext cx="794766" cy="794766"/>
          </a:xfrm>
          <a:prstGeom xmlns:a="http://schemas.openxmlformats.org/drawingml/2006/main" prst="rect">
            <a:avLst/>
          </a:prstGeom>
        </p:spPr>
      </p:pic>
      <p:sp>
        <p:nvSpPr>
          <p:cNvPr id="5" name="통화, 제출서">
            <a:extLst xmlns:a="http://schemas.openxmlformats.org/drawingml/2006/main">
              <a:ext uri="{FF2B5EF4-FFF2-40B4-BE49-F238E27FC236}">
                <a16:creationId xmlns:a16="http://schemas.microsoft.com/office/drawing/2014/main" id="{A9D67549-3FFD-4B66-9830-8BFBA713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814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통화, 제출서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FBD74AE4-05C0-44BF-BFAD-A52354084F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8be3e79fc49d2"/>
          <a:stretch xmlns:a="http://schemas.openxmlformats.org/drawingml/2006/main"/>
        </p:blipFill>
        <p:spPr>
          <a:xfrm xmlns:a="http://schemas.openxmlformats.org/drawingml/2006/main">
            <a:off x="2533650" y="25908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0A74D2F8-D960-41A7-97B7-F7F6DD771A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17b545ce84b95"/>
          <a:stretch xmlns:a="http://schemas.openxmlformats.org/drawingml/2006/main"/>
        </p:blipFill>
        <p:spPr>
          <a:xfrm xmlns:a="http://schemas.openxmlformats.org/drawingml/2006/main">
            <a:off x="4007929" y="2369630"/>
            <a:ext cx="794766" cy="794766"/>
          </a:xfrm>
          <a:prstGeom xmlns:a="http://schemas.openxmlformats.org/drawingml/2006/main" prst="rect">
            <a:avLst/>
          </a:prstGeom>
        </p:spPr>
      </p:pic>
      <p:sp>
        <p:nvSpPr>
          <p:cNvPr id="8" name="Codex">
            <a:extLst xmlns:a="http://schemas.openxmlformats.org/drawingml/2006/main">
              <a:ext uri="{FF2B5EF4-FFF2-40B4-BE49-F238E27FC236}">
                <a16:creationId xmlns:a16="http://schemas.microsoft.com/office/drawing/2014/main" id="{668BE649-A7FC-4C95-9810-5B19A958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814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2025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Codex</a:t>
            </a:r>
          </a:p>
        </p:txBody>
      </p:sp>
      <p:pic>
        <p:nvPicPr>
          <p:cNvPr id="9" name="그림 8">
            <a:extLst xmlns:a="http://schemas.openxmlformats.org/drawingml/2006/main">
              <a:ext uri="{FF2B5EF4-FFF2-40B4-BE49-F238E27FC236}">
                <a16:creationId xmlns:a16="http://schemas.microsoft.com/office/drawing/2014/main" id="{D763157D-8D9D-4A5A-BD4A-7D9B6CAE18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8be3e79fc49d2"/>
          <a:stretch xmlns:a="http://schemas.openxmlformats.org/drawingml/2006/main"/>
        </p:blipFill>
        <p:spPr>
          <a:xfrm xmlns:a="http://schemas.openxmlformats.org/drawingml/2006/main">
            <a:off x="5600700" y="25908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1C5638E1-1E63-478C-8595-1AA17ECDB5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daa73715e4805"/>
          <a:stretch xmlns:a="http://schemas.openxmlformats.org/drawingml/2006/main"/>
        </p:blipFill>
        <p:spPr>
          <a:xfrm xmlns:a="http://schemas.openxmlformats.org/drawingml/2006/main">
            <a:off x="6860858" y="1574483"/>
            <a:ext cx="346710" cy="346710"/>
          </a:xfrm>
          <a:prstGeom xmlns:a="http://schemas.openxmlformats.org/drawingml/2006/main" prst="rect">
            <a:avLst/>
          </a:prstGeom>
        </p:spPr>
      </p:pic>
      <p:sp>
        <p:nvSpPr>
          <p:cNvPr id="11" name="PRD">
            <a:extLst xmlns:a="http://schemas.openxmlformats.org/drawingml/2006/main">
              <a:ext uri="{FF2B5EF4-FFF2-40B4-BE49-F238E27FC236}">
                <a16:creationId xmlns:a16="http://schemas.microsoft.com/office/drawing/2014/main" id="{28758198-7BA5-4AFD-9D37-1D851EC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020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PRD</a:t>
            </a:r>
          </a:p>
        </p:txBody>
      </p:sp>
      <p:pic>
        <p:nvPicPr>
          <p:cNvPr id="12" name="그림 11">
            <a:extLst xmlns:a="http://schemas.openxmlformats.org/drawingml/2006/main">
              <a:ext uri="{FF2B5EF4-FFF2-40B4-BE49-F238E27FC236}">
                <a16:creationId xmlns:a16="http://schemas.microsoft.com/office/drawing/2014/main" id="{4F11BD62-2C32-4A80-AE57-733185009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73f9af55a43f1"/>
          <a:stretch xmlns:a="http://schemas.openxmlformats.org/drawingml/2006/main"/>
        </p:blipFill>
        <p:spPr>
          <a:xfrm xmlns:a="http://schemas.openxmlformats.org/drawingml/2006/main">
            <a:off x="6860858" y="2593658"/>
            <a:ext cx="346710" cy="346710"/>
          </a:xfrm>
          <a:prstGeom xmlns:a="http://schemas.openxmlformats.org/drawingml/2006/main" prst="rect">
            <a:avLst/>
          </a:prstGeom>
        </p:spPr>
      </p:pic>
      <p:sp>
        <p:nvSpPr>
          <p:cNvPr id="13" name="UI 흐름 구상">
            <a:extLst xmlns:a="http://schemas.openxmlformats.org/drawingml/2006/main">
              <a:ext uri="{FF2B5EF4-FFF2-40B4-BE49-F238E27FC236}">
                <a16:creationId xmlns:a16="http://schemas.microsoft.com/office/drawing/2014/main" id="{43484409-A347-4E8E-A279-BA442A90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19375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UI 흐름 구상</a:t>
            </a:r>
          </a:p>
        </p:txBody>
      </p:sp>
      <p:pic>
        <p:nvPicPr>
          <p:cNvPr id="14" name="그림 13">
            <a:extLst xmlns:a="http://schemas.openxmlformats.org/drawingml/2006/main">
              <a:ext uri="{FF2B5EF4-FFF2-40B4-BE49-F238E27FC236}">
                <a16:creationId xmlns:a16="http://schemas.microsoft.com/office/drawing/2014/main" id="{B86D064B-9A74-4A4B-9B05-A6158A9986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9a77389484179"/>
          <a:stretch xmlns:a="http://schemas.openxmlformats.org/drawingml/2006/main"/>
        </p:blipFill>
        <p:spPr>
          <a:xfrm xmlns:a="http://schemas.openxmlformats.org/drawingml/2006/main">
            <a:off x="6860858" y="3612833"/>
            <a:ext cx="346710" cy="346710"/>
          </a:xfrm>
          <a:prstGeom xmlns:a="http://schemas.openxmlformats.org/drawingml/2006/main" prst="rect">
            <a:avLst/>
          </a:prstGeom>
        </p:spPr>
      </p:pic>
      <p:sp>
        <p:nvSpPr>
          <p:cNvPr id="15" name="가상 종원">
            <a:extLst xmlns:a="http://schemas.openxmlformats.org/drawingml/2006/main">
              <a:ext uri="{FF2B5EF4-FFF2-40B4-BE49-F238E27FC236}">
                <a16:creationId xmlns:a16="http://schemas.microsoft.com/office/drawing/2014/main" id="{5FAAB1B3-1FDD-4595-9466-301D37C9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가상 종원</a:t>
            </a:r>
          </a:p>
        </p:txBody>
      </p:sp>
    </p:spTree>
    <p:extLst>
      <p:ext uri="{BB962C8B-B14F-4D97-AF65-F5344CB8AC3E}">
        <p14:creationId xmlns:p14="http://schemas.microsoft.com/office/powerpoint/2010/main" val="14115157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96" name="Template artwork 10096">
            <a:extLst xmlns:a="http://schemas.openxmlformats.org/drawingml/2006/main">
              <a:ext uri="{FF2B5EF4-FFF2-40B4-BE49-F238E27FC236}">
                <a16:creationId xmlns:a16="http://schemas.microsoft.com/office/drawing/2014/main" id="{6509956C-173F-4A03-A772-0D5AE68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7" name="Template artwork 10097">
            <a:extLst xmlns:a="http://schemas.openxmlformats.org/drawingml/2006/main">
              <a:ext uri="{FF2B5EF4-FFF2-40B4-BE49-F238E27FC236}">
                <a16:creationId xmlns:a16="http://schemas.microsoft.com/office/drawing/2014/main" id="{AF49EE92-9065-4F2E-B2CD-B877AB96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098" name="Template artwork 10098">
            <a:extLst xmlns:a="http://schemas.openxmlformats.org/drawingml/2006/main">
              <a:ext uri="{FF2B5EF4-FFF2-40B4-BE49-F238E27FC236}">
                <a16:creationId xmlns:a16="http://schemas.microsoft.com/office/drawing/2014/main" id="{BBF1E532-5084-415A-A4F1-2314B315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48590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26">
            <a:extLst xmlns:a="http://schemas.openxmlformats.org/drawingml/2006/main">
              <a:ext uri="{FF2B5EF4-FFF2-40B4-BE49-F238E27FC236}">
                <a16:creationId xmlns:a16="http://schemas.microsoft.com/office/drawing/2014/main" id="{0D62CE15-1DF5-4E90-A2C5-8AFECE28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26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4C9C584C-4257-4FED-892F-45C1B0AA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공개 자료와 개발 준비">
            <a:extLst xmlns:a="http://schemas.openxmlformats.org/drawingml/2006/main">
              <a:ext uri="{FF2B5EF4-FFF2-40B4-BE49-F238E27FC236}">
                <a16:creationId xmlns:a16="http://schemas.microsoft.com/office/drawing/2014/main" id="{71CA1808-3E9A-44CC-8093-DB26941D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공개 자료와 개발 준비</a:t>
            </a:r>
          </a:p>
        </p:txBody>
      </p:sp>
      <p:pic>
        <p:nvPicPr>
          <p:cNvPr id="4" name="그림 3">
            <a:extLst xmlns:a="http://schemas.openxmlformats.org/drawingml/2006/main">
              <a:ext uri="{FF2B5EF4-FFF2-40B4-BE49-F238E27FC236}">
                <a16:creationId xmlns:a16="http://schemas.microsoft.com/office/drawing/2014/main" id="{4E1599BB-8EF3-4C62-B50B-AC0951962B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e0cc1e5144ad3"/>
          <a:stretch xmlns:a="http://schemas.openxmlformats.org/drawingml/2006/main"/>
        </p:blipFill>
        <p:spPr>
          <a:xfrm xmlns:a="http://schemas.openxmlformats.org/drawingml/2006/main">
            <a:off x="1704213" y="1770888"/>
            <a:ext cx="725424" cy="725424"/>
          </a:xfrm>
          <a:prstGeom xmlns:a="http://schemas.openxmlformats.org/drawingml/2006/main" prst="rect">
            <a:avLst/>
          </a:prstGeom>
        </p:spPr>
      </p:pic>
      <p:sp>
        <p:nvSpPr>
          <p:cNvPr id="5" name="공주 태봉동 산41-1">
            <a:extLst xmlns:a="http://schemas.openxmlformats.org/drawingml/2006/main">
              <a:ext uri="{FF2B5EF4-FFF2-40B4-BE49-F238E27FC236}">
                <a16:creationId xmlns:a16="http://schemas.microsoft.com/office/drawing/2014/main" id="{0A3FCAB8-C102-4BA2-BAE8-06C54C63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52775"/>
            <a:ext cx="39147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공주 태봉동 산41-1</a:t>
            </a:r>
          </a:p>
        </p:txBody>
      </p:sp>
      <p:sp>
        <p:nvSpPr>
          <p:cNvPr id="6" name="14,154㎡">
            <a:extLst xmlns:a="http://schemas.openxmlformats.org/drawingml/2006/main">
              <a:ext uri="{FF2B5EF4-FFF2-40B4-BE49-F238E27FC236}">
                <a16:creationId xmlns:a16="http://schemas.microsoft.com/office/drawing/2014/main" id="{DBC4B865-B68E-442D-BB82-095B610C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39147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4350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4350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183E35"/>
                </a:solidFill>
                <a:latin typeface="Calibri Light"/>
                <a:ea typeface="Calibri Light"/>
                <a:cs typeface="Calibri Light"/>
              </a:rPr>
              <a:t>14,154㎡</a:t>
            </a:r>
          </a:p>
        </p:txBody>
      </p:sp>
      <p:sp>
        <p:nvSpPr>
          <p:cNvPr id="7" name="크레딧 적용 요청">
            <a:extLst xmlns:a="http://schemas.openxmlformats.org/drawingml/2006/main">
              <a:ext uri="{FF2B5EF4-FFF2-40B4-BE49-F238E27FC236}">
                <a16:creationId xmlns:a16="http://schemas.microsoft.com/office/drawing/2014/main" id="{534D1FC4-A9F8-4E4F-9261-3DC4997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095375"/>
            <a:ext cx="35528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크레딧 적용 요청</a:t>
            </a:r>
          </a:p>
        </p:txBody>
      </p:sp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D818A7D8-9581-4CE8-A009-DC69B6968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572f82d44822"/>
          <a:stretch xmlns:a="http://schemas.openxmlformats.org/drawingml/2006/main"/>
        </p:blipFill>
        <p:spPr>
          <a:xfrm xmlns:a="http://schemas.openxmlformats.org/drawingml/2006/main">
            <a:off x="5387127" y="1619250"/>
            <a:ext cx="3141771" cy="2828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47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99" name="Template artwork 10099">
            <a:extLst xmlns:a="http://schemas.openxmlformats.org/drawingml/2006/main">
              <a:ext uri="{FF2B5EF4-FFF2-40B4-BE49-F238E27FC236}">
                <a16:creationId xmlns:a16="http://schemas.microsoft.com/office/drawing/2014/main" id="{D3FAC9E7-636A-4F5F-B603-4DE715A2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0" name="Template artwork 10100">
            <a:extLst xmlns:a="http://schemas.openxmlformats.org/drawingml/2006/main">
              <a:ext uri="{FF2B5EF4-FFF2-40B4-BE49-F238E27FC236}">
                <a16:creationId xmlns:a16="http://schemas.microsoft.com/office/drawing/2014/main" id="{748D253B-B1C3-4C0E-8627-5AEC842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B9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EBE4BBEA-412D-40B7-A3FE-B870507F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27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06E32A24-0812-4818-9118-49BEBF0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D8D8D8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D8D8D8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One More">
            <a:extLst xmlns:a="http://schemas.openxmlformats.org/drawingml/2006/main">
              <a:ext uri="{FF2B5EF4-FFF2-40B4-BE49-F238E27FC236}">
                <a16:creationId xmlns:a16="http://schemas.microsoft.com/office/drawing/2014/main" id="{124DE28A-C567-4348-93EB-A5ECC0B5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95450"/>
            <a:ext cx="78295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025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buNone/>
              <a:defRPr sz="5025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5025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One More</a:t>
            </a:r>
          </a:p>
        </p:txBody>
      </p:sp>
      <p:sp>
        <p:nvSpPr>
          <p:cNvPr id="4" name="Thing">
            <a:extLst xmlns:a="http://schemas.openxmlformats.org/drawingml/2006/main">
              <a:ext uri="{FF2B5EF4-FFF2-40B4-BE49-F238E27FC236}">
                <a16:creationId xmlns:a16="http://schemas.microsoft.com/office/drawing/2014/main" id="{44C5C989-44E3-4B33-9F1C-E358A76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19375"/>
            <a:ext cx="78295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0">
                <a:solidFill>
                  <a:srgbClr val="A8C0B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l">
              <a:buNone/>
              <a:defRPr sz="5400" b="0">
                <a:solidFill>
                  <a:srgbClr val="A8C0B9"/>
                </a:solidFill>
                <a:latin typeface="Calibri Light"/>
                <a:ea typeface="Calibri Light"/>
                <a:cs typeface="Calibri Light"/>
              </a:defRPr>
            </a:pPr>
            <a:r>
              <a:rPr sz="5400" b="0">
                <a:solidFill>
                  <a:srgbClr val="A8C0B9"/>
                </a:solidFill>
                <a:latin typeface="Calibri Light"/>
                <a:ea typeface="Calibri Light"/>
                <a:cs typeface="Calibri Light"/>
              </a:rPr>
              <a:t>Thing</a:t>
            </a:r>
          </a:p>
        </p:txBody>
      </p:sp>
    </p:spTree>
    <p:extLst>
      <p:ext uri="{BB962C8B-B14F-4D97-AF65-F5344CB8AC3E}">
        <p14:creationId xmlns:p14="http://schemas.microsoft.com/office/powerpoint/2010/main" val="1197159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01" name="Template artwork 10101">
            <a:extLst xmlns:a="http://schemas.openxmlformats.org/drawingml/2006/main">
              <a:ext uri="{FF2B5EF4-FFF2-40B4-BE49-F238E27FC236}">
                <a16:creationId xmlns:a16="http://schemas.microsoft.com/office/drawing/2014/main" id="{AE1EF66A-9A79-44BC-9679-0220244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2" name="Template artwork 10102">
            <a:extLst xmlns:a="http://schemas.openxmlformats.org/drawingml/2006/main">
              <a:ext uri="{FF2B5EF4-FFF2-40B4-BE49-F238E27FC236}">
                <a16:creationId xmlns:a16="http://schemas.microsoft.com/office/drawing/2014/main" id="{5C71D35E-741D-4EEA-B206-CA779FB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E35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3" name="Template artwork 10103">
            <a:extLst xmlns:a="http://schemas.openxmlformats.org/drawingml/2006/main">
              <a:ext uri="{FF2B5EF4-FFF2-40B4-BE49-F238E27FC236}">
                <a16:creationId xmlns:a16="http://schemas.microsoft.com/office/drawing/2014/main" id="{1B0C16AF-516C-436D-9C5D-5EF056CD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590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E35"/>
          </a:solidFill>
          <a:ln xmlns:a="http://schemas.openxmlformats.org/drawingml/2006/main" w="19050" cap="flat" cmpd="sng">
            <a:solidFill>
              <a:srgbClr val="183E35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4" name="Template artwork 10104">
            <a:extLst xmlns:a="http://schemas.openxmlformats.org/drawingml/2006/main">
              <a:ext uri="{FF2B5EF4-FFF2-40B4-BE49-F238E27FC236}">
                <a16:creationId xmlns:a16="http://schemas.microsoft.com/office/drawing/2014/main" id="{B50DF87F-42E2-4B3C-8790-4993A5E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48590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690"/>
          </a:solidFill>
          <a:ln xmlns:a="http://schemas.openxmlformats.org/drawingml/2006/main" w="19050" cap="flat" cmpd="sng">
            <a:solidFill>
              <a:srgbClr val="729690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5" name="Template artwork 10105">
            <a:extLst xmlns:a="http://schemas.openxmlformats.org/drawingml/2006/main">
              <a:ext uri="{FF2B5EF4-FFF2-40B4-BE49-F238E27FC236}">
                <a16:creationId xmlns:a16="http://schemas.microsoft.com/office/drawing/2014/main" id="{FFA323F4-DCF9-4EB3-8128-8AC127C9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48590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437"/>
          </a:solidFill>
          <a:ln xmlns:a="http://schemas.openxmlformats.org/drawingml/2006/main" w="19050" cap="flat" cmpd="sng">
            <a:solidFill>
              <a:srgbClr val="A85437"/>
            </a:solidFill>
            <a:prstDash val="solid"/>
            <a:round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28">
            <a:extLst xmlns:a="http://schemas.openxmlformats.org/drawingml/2006/main">
              <a:ext uri="{FF2B5EF4-FFF2-40B4-BE49-F238E27FC236}">
                <a16:creationId xmlns:a16="http://schemas.microsoft.com/office/drawing/2014/main" id="{FD76CECE-99BB-4A5D-8042-BB9B7ADA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28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E8166B5E-8BF9-4E49-A476-E4EB284A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skills + MCP Events">
            <a:extLst xmlns:a="http://schemas.openxmlformats.org/drawingml/2006/main">
              <a:ext uri="{FF2B5EF4-FFF2-40B4-BE49-F238E27FC236}">
                <a16:creationId xmlns:a16="http://schemas.microsoft.com/office/drawing/2014/main" id="{1D5AFD05-1BC0-4B64-8E32-4CB7CF9C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"/>
            <a:ext cx="8267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skills + MCP Events</a:t>
            </a:r>
          </a:p>
        </p:txBody>
      </p:sp>
      <p:sp>
        <p:nvSpPr>
          <p:cNvPr id="4" name="연동 목표">
            <a:extLst xmlns:a="http://schemas.openxmlformats.org/drawingml/2006/main">
              <a:ext uri="{FF2B5EF4-FFF2-40B4-BE49-F238E27FC236}">
                <a16:creationId xmlns:a16="http://schemas.microsoft.com/office/drawing/2014/main" id="{2821115D-A981-40E6-BA62-67673928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2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568"/>
                </a:solidFill>
                <a:latin typeface="Noto Sans KR"/>
                <a:ea typeface="Noto Sans KR"/>
                <a:cs typeface="Noto Sans KR"/>
              </a:rPr>
              <a:t>연동 목표</a:t>
            </a:r>
          </a:p>
        </p:txBody>
      </p:sp>
      <p:pic>
        <p:nvPicPr>
          <p:cNvPr id="5" name="그림 4">
            <a:extLst xmlns:a="http://schemas.openxmlformats.org/drawingml/2006/main">
              <a:ext uri="{FF2B5EF4-FFF2-40B4-BE49-F238E27FC236}">
                <a16:creationId xmlns:a16="http://schemas.microsoft.com/office/drawing/2014/main" id="{03D77AB3-5797-48D4-BB79-66F9D0FAEC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aab22f3c14d72"/>
          <a:stretch xmlns:a="http://schemas.openxmlformats.org/drawingml/2006/main"/>
        </p:blipFill>
        <p:spPr>
          <a:xfrm xmlns:a="http://schemas.openxmlformats.org/drawingml/2006/main">
            <a:off x="1066419" y="1837944"/>
            <a:ext cx="896112" cy="896112"/>
          </a:xfrm>
          <a:prstGeom xmlns:a="http://schemas.openxmlformats.org/drawingml/2006/main" prst="rect">
            <a:avLst/>
          </a:prstGeom>
        </p:spPr>
      </p:pic>
      <p:sp>
        <p:nvSpPr>
          <p:cNvPr id="6" name="자료 변화">
            <a:extLst xmlns:a="http://schemas.openxmlformats.org/drawingml/2006/main">
              <a:ext uri="{FF2B5EF4-FFF2-40B4-BE49-F238E27FC236}">
                <a16:creationId xmlns:a16="http://schemas.microsoft.com/office/drawing/2014/main" id="{21FB6A34-8743-4B8A-BC0B-CCC764F8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86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자료 변화</a:t>
            </a:r>
          </a:p>
        </p:txBody>
      </p:sp>
      <p:pic>
        <p:nvPicPr>
          <p:cNvPr id="7" name="그림 6">
            <a:extLst xmlns:a="http://schemas.openxmlformats.org/drawingml/2006/main">
              <a:ext uri="{FF2B5EF4-FFF2-40B4-BE49-F238E27FC236}">
                <a16:creationId xmlns:a16="http://schemas.microsoft.com/office/drawing/2014/main" id="{8AB26BE7-913F-41D1-860C-CACCBB5B27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54667d94140f9"/>
          <a:stretch xmlns:a="http://schemas.openxmlformats.org/drawingml/2006/main"/>
        </p:blipFill>
        <p:spPr>
          <a:xfrm xmlns:a="http://schemas.openxmlformats.org/drawingml/2006/main">
            <a:off x="2847975" y="2114550"/>
            <a:ext cx="333375" cy="333375"/>
          </a:xfrm>
          <a:prstGeom xmlns:a="http://schemas.openxmlformats.org/drawingml/2006/main" prst="rect">
            <a:avLst/>
          </a:prstGeom>
        </p:spPr>
      </p:pic>
      <p:pic>
        <p:nvPicPr>
          <p:cNvPr id="8" name="그림 7">
            <a:extLst xmlns:a="http://schemas.openxmlformats.org/drawingml/2006/main">
              <a:ext uri="{FF2B5EF4-FFF2-40B4-BE49-F238E27FC236}">
                <a16:creationId xmlns:a16="http://schemas.microsoft.com/office/drawing/2014/main" id="{999A49B9-47F0-46A7-9C75-A72AE8FDF2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6cd55d70f4b6d"/>
          <a:stretch xmlns:a="http://schemas.openxmlformats.org/drawingml/2006/main"/>
        </p:blipFill>
        <p:spPr>
          <a:xfrm xmlns:a="http://schemas.openxmlformats.org/drawingml/2006/main">
            <a:off x="4076319" y="1837944"/>
            <a:ext cx="896112" cy="896112"/>
          </a:xfrm>
          <a:prstGeom xmlns:a="http://schemas.openxmlformats.org/drawingml/2006/main" prst="rect">
            <a:avLst/>
          </a:prstGeom>
        </p:spPr>
      </p:pic>
      <p:sp>
        <p:nvSpPr>
          <p:cNvPr id="9" name="이벤트 전달">
            <a:extLst xmlns:a="http://schemas.openxmlformats.org/drawingml/2006/main">
              <a:ext uri="{FF2B5EF4-FFF2-40B4-BE49-F238E27FC236}">
                <a16:creationId xmlns:a16="http://schemas.microsoft.com/office/drawing/2014/main" id="{1C8D6636-1B4D-4253-A80F-63E5FC0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86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이벤트 전달</a:t>
            </a:r>
          </a:p>
        </p:txBody>
      </p:sp>
      <p:pic>
        <p:nvPicPr>
          <p:cNvPr id="10" name="그림 9">
            <a:extLst xmlns:a="http://schemas.openxmlformats.org/drawingml/2006/main">
              <a:ext uri="{FF2B5EF4-FFF2-40B4-BE49-F238E27FC236}">
                <a16:creationId xmlns:a16="http://schemas.microsoft.com/office/drawing/2014/main" id="{EA419968-274C-4CAD-BB4E-92096DA22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54667d94140f9"/>
          <a:stretch xmlns:a="http://schemas.openxmlformats.org/drawingml/2006/main"/>
        </p:blipFill>
        <p:spPr>
          <a:xfrm xmlns:a="http://schemas.openxmlformats.org/drawingml/2006/main">
            <a:off x="5857875" y="2114550"/>
            <a:ext cx="333375" cy="333375"/>
          </a:xfrm>
          <a:prstGeom xmlns:a="http://schemas.openxmlformats.org/drawingml/2006/main" prst="rect">
            <a:avLst/>
          </a:prstGeom>
        </p:spPr>
      </p:pic>
      <p:pic>
        <p:nvPicPr>
          <p:cNvPr id="11" name="그림 10">
            <a:extLst xmlns:a="http://schemas.openxmlformats.org/drawingml/2006/main">
              <a:ext uri="{FF2B5EF4-FFF2-40B4-BE49-F238E27FC236}">
                <a16:creationId xmlns:a16="http://schemas.microsoft.com/office/drawing/2014/main" id="{FE0CD634-B72A-460F-BAF1-02BEEC37EA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2a84c50854c30"/>
          <a:stretch xmlns:a="http://schemas.openxmlformats.org/drawingml/2006/main"/>
        </p:blipFill>
        <p:spPr>
          <a:xfrm xmlns:a="http://schemas.openxmlformats.org/drawingml/2006/main">
            <a:off x="7086219" y="1837944"/>
            <a:ext cx="896112" cy="896112"/>
          </a:xfrm>
          <a:prstGeom xmlns:a="http://schemas.openxmlformats.org/drawingml/2006/main" prst="rect">
            <a:avLst/>
          </a:prstGeom>
        </p:spPr>
      </p:pic>
      <p:sp>
        <p:nvSpPr>
          <p:cNvPr id="12" name="ChatGPT 확인">
            <a:extLst xmlns:a="http://schemas.openxmlformats.org/drawingml/2006/main">
              <a:ext uri="{FF2B5EF4-FFF2-40B4-BE49-F238E27FC236}">
                <a16:creationId xmlns:a16="http://schemas.microsoft.com/office/drawing/2014/main" id="{DE45DBC8-9522-4F90-A0CD-B0F542DA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ChatGPT 확인</a:t>
            </a:r>
          </a:p>
        </p:txBody>
      </p:sp>
      <p:sp>
        <p:nvSpPr>
          <p:cNvPr id="13" name="skills    자료 조회와 문제 확인 절차">
            <a:extLst xmlns:a="http://schemas.openxmlformats.org/drawingml/2006/main">
              <a:ext uri="{FF2B5EF4-FFF2-40B4-BE49-F238E27FC236}">
                <a16:creationId xmlns:a16="http://schemas.microsoft.com/office/drawing/2014/main" id="{33A78828-AC41-4FC8-B07C-7F93D0A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62425"/>
            <a:ext cx="814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rPr>
              <a:t>skills    자료 조회와 문제 확인 절차</a:t>
            </a:r>
          </a:p>
        </p:txBody>
      </p:sp>
    </p:spTree>
    <p:extLst>
      <p:ext uri="{BB962C8B-B14F-4D97-AF65-F5344CB8AC3E}">
        <p14:creationId xmlns:p14="http://schemas.microsoft.com/office/powerpoint/2010/main" val="196937117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83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06" name="Template artwork 10106">
            <a:extLst xmlns:a="http://schemas.openxmlformats.org/drawingml/2006/main">
              <a:ext uri="{FF2B5EF4-FFF2-40B4-BE49-F238E27FC236}">
                <a16:creationId xmlns:a16="http://schemas.microsoft.com/office/drawing/2014/main" id="{7A9789A0-1FF6-44F5-8FB6-C6FE48DE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23460"/>
            <a:ext cx="91440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A6A6">
              <a:alpha val="3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07" name="Template artwork 10107">
            <a:extLst xmlns:a="http://schemas.openxmlformats.org/drawingml/2006/main">
              <a:ext uri="{FF2B5EF4-FFF2-40B4-BE49-F238E27FC236}">
                <a16:creationId xmlns:a16="http://schemas.microsoft.com/office/drawing/2014/main" id="{42732CB7-565C-44EC-869B-6AE1621C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3460"/>
            <a:ext cx="36195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C0B9">
              <a:alpha val="10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29">
            <a:extLst xmlns:a="http://schemas.openxmlformats.org/drawingml/2006/main">
              <a:ext uri="{FF2B5EF4-FFF2-40B4-BE49-F238E27FC236}">
                <a16:creationId xmlns:a16="http://schemas.microsoft.com/office/drawing/2014/main" id="{ED8CC976-163C-4190-B9A8-3E555884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8863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120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29</a:t>
            </a:r>
          </a:p>
        </p:txBody>
      </p:sp>
      <p:sp>
        <p:nvSpPr>
          <p:cNvPr id="2" name="명문가">
            <a:extLst xmlns:a="http://schemas.openxmlformats.org/drawingml/2006/main">
              <a:ext uri="{FF2B5EF4-FFF2-40B4-BE49-F238E27FC236}">
                <a16:creationId xmlns:a16="http://schemas.microsoft.com/office/drawing/2014/main" id="{A52BE0FF-1EA1-4919-9DB6-EC21550E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l">
              <a:buNone/>
              <a:defRPr sz="900" b="0">
                <a:solidFill>
                  <a:srgbClr val="183E3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명문가</a:t>
            </a:r>
          </a:p>
        </p:txBody>
      </p:sp>
      <p:sp>
        <p:nvSpPr>
          <p:cNvPr id="3" name="감사합니다">
            <a:extLst xmlns:a="http://schemas.openxmlformats.org/drawingml/2006/main">
              <a:ext uri="{FF2B5EF4-FFF2-40B4-BE49-F238E27FC236}">
                <a16:creationId xmlns:a16="http://schemas.microsoft.com/office/drawing/2014/main" id="{6C63EC4F-3F43-4F1E-A2A6-521998F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57350"/>
            <a:ext cx="793432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defPPr>
          </a:lstStyle>
          <a:p xmlns:a="http://schemas.openxmlformats.org/drawingml/2006/main">
            <a:pPr algn="ctr">
              <a:buNone/>
              <a:defRPr sz="4800" b="0">
                <a:solidFill>
                  <a:srgbClr val="F5F2E9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0">
                <a:solidFill>
                  <a:srgbClr val="F5F2E9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4" name="Q&amp;A">
            <a:extLst xmlns:a="http://schemas.openxmlformats.org/drawingml/2006/main">
              <a:ext uri="{FF2B5EF4-FFF2-40B4-BE49-F238E27FC236}">
                <a16:creationId xmlns:a16="http://schemas.microsoft.com/office/drawing/2014/main" id="{B9DB6A59-CFA0-4DE1-8DA9-03BA869F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7886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55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defPPr>
          </a:lstStyle>
          <a:p xmlns:a="http://schemas.openxmlformats.org/drawingml/2006/main">
            <a:pPr algn="ctr">
              <a:buNone/>
              <a:defRPr sz="255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defRPr>
            </a:pPr>
            <a:r>
              <a:rPr sz="2550" b="0">
                <a:solidFill>
                  <a:srgbClr val="F5F2E9"/>
                </a:solidFill>
                <a:latin typeface="Calibri Light"/>
                <a:ea typeface="Calibri Light"/>
                <a:cs typeface="Calibri Light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552872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2026-10-09T04:00:53.8510000Z</dcterms:created>
  <dcterms:modified xsi:type="dcterms:W3CDTF">2026-10-09T04:00:53.8520000Z</dcterms:modified>
</coreProperties>
</file>