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m4a" ContentType="audi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0ca4f3573e47d4" /><Relationship Type="http://schemas.openxmlformats.org/officeDocument/2006/relationships/extended-properties" Target="/docProps/app.xml" Id="Ref93be2c359648c6" /><Relationship Type="http://schemas.openxmlformats.org/officeDocument/2006/relationships/officeDocument" Target="/ppt/presentation.xml" Id="R06c99fa8a41747a4" /></Relationships>
</file>

<file path=ppt/presentation.xml><?xml version="1.0" encoding="utf-8"?>
<p:presentation xmlns:p="http://schemas.openxmlformats.org/presentationml/2006/main">
  <p:sldMasterIdLst>
    <p:sldMasterId xmlns:r="http://schemas.openxmlformats.org/officeDocument/2006/relationships" id="2147483648" r:id="R57360b5d90134e3e"/>
  </p:sldMasterIdLst>
  <p:notesMasterIdLst>
    <p:notesMasterId xmlns:r="http://schemas.openxmlformats.org/officeDocument/2006/relationships" r:id="R9a7e44d1b35542ca"/>
  </p:notesMasterIdLst>
  <p:sldIdLst>
    <p:sldId xmlns:r="http://schemas.openxmlformats.org/officeDocument/2006/relationships" id="256" r:id="Rd07eb2f95aa24443"/>
    <p:sldId xmlns:r="http://schemas.openxmlformats.org/officeDocument/2006/relationships" id="257" r:id="R9bbf1aa55bc24a98"/>
    <p:sldId xmlns:r="http://schemas.openxmlformats.org/officeDocument/2006/relationships" id="258" r:id="R4fb78566d2a4496e"/>
    <p:sldId xmlns:r="http://schemas.openxmlformats.org/officeDocument/2006/relationships" id="259" r:id="R1650ead3c4e04b47"/>
    <p:sldId xmlns:r="http://schemas.openxmlformats.org/officeDocument/2006/relationships" id="260" r:id="Rd21f70ff0741497b"/>
    <p:sldId xmlns:r="http://schemas.openxmlformats.org/officeDocument/2006/relationships" id="261" r:id="Ra6941bf2745b4026"/>
    <p:sldId xmlns:r="http://schemas.openxmlformats.org/officeDocument/2006/relationships" id="262" r:id="R7eada320a0ed490a"/>
    <p:sldId xmlns:r="http://schemas.openxmlformats.org/officeDocument/2006/relationships" id="263" r:id="R23d8451593684a32"/>
    <p:sldId xmlns:r="http://schemas.openxmlformats.org/officeDocument/2006/relationships" id="264" r:id="R5c9bfff566314068"/>
    <p:sldId xmlns:r="http://schemas.openxmlformats.org/officeDocument/2006/relationships" id="265" r:id="R13e8f01de5a1427c"/>
    <p:sldId xmlns:r="http://schemas.openxmlformats.org/officeDocument/2006/relationships" id="266" r:id="R8087df2111fe4b28"/>
    <p:sldId xmlns:r="http://schemas.openxmlformats.org/officeDocument/2006/relationships" id="267" r:id="Rab7827a400bc4f42"/>
    <p:sldId xmlns:r="http://schemas.openxmlformats.org/officeDocument/2006/relationships" id="268" r:id="R42334162313543af"/>
    <p:sldId xmlns:r="http://schemas.openxmlformats.org/officeDocument/2006/relationships" id="269" r:id="R0f3808c8bb4f4370"/>
    <p:sldId xmlns:r="http://schemas.openxmlformats.org/officeDocument/2006/relationships" id="270" r:id="R90001941eb5d4518"/>
    <p:sldId xmlns:r="http://schemas.openxmlformats.org/officeDocument/2006/relationships" id="271" r:id="R4f627361e85a45d6"/>
    <p:sldId xmlns:r="http://schemas.openxmlformats.org/officeDocument/2006/relationships" id="272" r:id="R39cad597644542ec"/>
    <p:sldId xmlns:r="http://schemas.openxmlformats.org/officeDocument/2006/relationships" id="273" r:id="Ra982ceeee23941fd"/>
    <p:sldId xmlns:r="http://schemas.openxmlformats.org/officeDocument/2006/relationships" id="274" r:id="R8656112d18aa40a9"/>
    <p:sldId xmlns:r="http://schemas.openxmlformats.org/officeDocument/2006/relationships" id="275" r:id="R1b498d330ac24f2a"/>
    <p:sldId xmlns:r="http://schemas.openxmlformats.org/officeDocument/2006/relationships" id="276" r:id="Rfb175326e9da4cba"/>
    <p:sldId xmlns:r="http://schemas.openxmlformats.org/officeDocument/2006/relationships" id="277" r:id="Rbc5d6c0029554fe9"/>
    <p:sldId xmlns:r="http://schemas.openxmlformats.org/officeDocument/2006/relationships" id="278" r:id="R19e2c220606d436b"/>
    <p:sldId xmlns:r="http://schemas.openxmlformats.org/officeDocument/2006/relationships" id="279" r:id="R31b330f5de004be4"/>
    <p:sldId xmlns:r="http://schemas.openxmlformats.org/officeDocument/2006/relationships" id="280" r:id="R1fd58ce0d06c4ed6"/>
    <p:sldId xmlns:r="http://schemas.openxmlformats.org/officeDocument/2006/relationships" id="281" r:id="R36ddb53a5f8f48f1"/>
    <p:sldId xmlns:r="http://schemas.openxmlformats.org/officeDocument/2006/relationships" id="282" r:id="R62820cfab5c24528"/>
    <p:sldId xmlns:r="http://schemas.openxmlformats.org/officeDocument/2006/relationships" id="283" r:id="R557e46176c734550"/>
    <p:sldId xmlns:r="http://schemas.openxmlformats.org/officeDocument/2006/relationships" id="284" r:id="R2774e54afd3f4800"/>
    <p:sldId xmlns:r="http://schemas.openxmlformats.org/officeDocument/2006/relationships" id="285" r:id="R1a3f105ef2674784"/>
    <p:sldId xmlns:r="http://schemas.openxmlformats.org/officeDocument/2006/relationships" id="286" r:id="R7d59960574774318"/>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8e5a7b5bb44805" /><Relationship Type="http://schemas.openxmlformats.org/officeDocument/2006/relationships/slideMaster" Target="/ppt/slideMasters/slideMaster1.xml" Id="R57360b5d90134e3e" /><Relationship Type="http://schemas.openxmlformats.org/officeDocument/2006/relationships/notesMaster" Target="/ppt/notesMasters/notesMaster1.xml" Id="R9a7e44d1b35542ca" /><Relationship Type="http://schemas.openxmlformats.org/officeDocument/2006/relationships/presProps" Target="/ppt/presProps.xml" Id="R7d6482e3be8341bf" /><Relationship Type="http://schemas.openxmlformats.org/officeDocument/2006/relationships/tableStyles" Target="/ppt/tableStyles.xml" Id="R3574056c10f94f9f" /><Relationship Type="http://schemas.openxmlformats.org/officeDocument/2006/relationships/slide" Target="/ppt/slides/slide1.xml" Id="Rd07eb2f95aa24443" /><Relationship Type="http://schemas.openxmlformats.org/officeDocument/2006/relationships/slide" Target="/ppt/slides/slide2.xml" Id="R9bbf1aa55bc24a98" /><Relationship Type="http://schemas.openxmlformats.org/officeDocument/2006/relationships/slide" Target="/ppt/slides/slide3.xml" Id="R4fb78566d2a4496e" /><Relationship Type="http://schemas.openxmlformats.org/officeDocument/2006/relationships/slide" Target="/ppt/slides/slide4.xml" Id="R1650ead3c4e04b47" /><Relationship Type="http://schemas.openxmlformats.org/officeDocument/2006/relationships/slide" Target="/ppt/slides/slide5.xml" Id="Rd21f70ff0741497b" /><Relationship Type="http://schemas.openxmlformats.org/officeDocument/2006/relationships/slide" Target="/ppt/slides/slide6.xml" Id="Ra6941bf2745b4026" /><Relationship Type="http://schemas.openxmlformats.org/officeDocument/2006/relationships/slide" Target="/ppt/slides/slide7.xml" Id="R7eada320a0ed490a" /><Relationship Type="http://schemas.openxmlformats.org/officeDocument/2006/relationships/slide" Target="/ppt/slides/slide8.xml" Id="R23d8451593684a32" /><Relationship Type="http://schemas.openxmlformats.org/officeDocument/2006/relationships/slide" Target="/ppt/slides/slide9.xml" Id="R5c9bfff566314068" /><Relationship Type="http://schemas.openxmlformats.org/officeDocument/2006/relationships/slide" Target="/ppt/slides/slide10.xml" Id="R13e8f01de5a1427c" /><Relationship Type="http://schemas.openxmlformats.org/officeDocument/2006/relationships/slide" Target="/ppt/slides/slide11.xml" Id="R8087df2111fe4b28" /><Relationship Type="http://schemas.openxmlformats.org/officeDocument/2006/relationships/slide" Target="/ppt/slides/slide12.xml" Id="Rab7827a400bc4f42" /><Relationship Type="http://schemas.openxmlformats.org/officeDocument/2006/relationships/slide" Target="/ppt/slides/slide13.xml" Id="R42334162313543af" /><Relationship Type="http://schemas.openxmlformats.org/officeDocument/2006/relationships/slide" Target="/ppt/slides/slide14.xml" Id="R0f3808c8bb4f4370" /><Relationship Type="http://schemas.openxmlformats.org/officeDocument/2006/relationships/slide" Target="/ppt/slides/slide15.xml" Id="R90001941eb5d4518" /><Relationship Type="http://schemas.openxmlformats.org/officeDocument/2006/relationships/slide" Target="/ppt/slides/slide16.xml" Id="R4f627361e85a45d6" /><Relationship Type="http://schemas.openxmlformats.org/officeDocument/2006/relationships/slide" Target="/ppt/slides/slide17.xml" Id="R39cad597644542ec" /><Relationship Type="http://schemas.openxmlformats.org/officeDocument/2006/relationships/slide" Target="/ppt/slides/slide18.xml" Id="Ra982ceeee23941fd" /><Relationship Type="http://schemas.openxmlformats.org/officeDocument/2006/relationships/slide" Target="/ppt/slides/slide19.xml" Id="R8656112d18aa40a9" /><Relationship Type="http://schemas.openxmlformats.org/officeDocument/2006/relationships/slide" Target="/ppt/slides/slide20.xml" Id="R1b498d330ac24f2a" /><Relationship Type="http://schemas.openxmlformats.org/officeDocument/2006/relationships/slide" Target="/ppt/slides/slide21.xml" Id="Rfb175326e9da4cba" /><Relationship Type="http://schemas.openxmlformats.org/officeDocument/2006/relationships/slide" Target="/ppt/slides/slide22.xml" Id="Rbc5d6c0029554fe9" /><Relationship Type="http://schemas.openxmlformats.org/officeDocument/2006/relationships/slide" Target="/ppt/slides/slide23.xml" Id="R19e2c220606d436b" /><Relationship Type="http://schemas.openxmlformats.org/officeDocument/2006/relationships/slide" Target="/ppt/slides/slide24.xml" Id="R31b330f5de004be4" /><Relationship Type="http://schemas.openxmlformats.org/officeDocument/2006/relationships/slide" Target="/ppt/slides/slide25.xml" Id="R1fd58ce0d06c4ed6" /><Relationship Type="http://schemas.openxmlformats.org/officeDocument/2006/relationships/slide" Target="/ppt/slides/slide26.xml" Id="R36ddb53a5f8f48f1" /><Relationship Type="http://schemas.openxmlformats.org/officeDocument/2006/relationships/slide" Target="/ppt/slides/slide27.xml" Id="R62820cfab5c24528" /><Relationship Type="http://schemas.openxmlformats.org/officeDocument/2006/relationships/slide" Target="/ppt/slides/slide28.xml" Id="R557e46176c734550" /><Relationship Type="http://schemas.openxmlformats.org/officeDocument/2006/relationships/slide" Target="/ppt/slides/slide29.xml" Id="R2774e54afd3f4800" /><Relationship Type="http://schemas.openxmlformats.org/officeDocument/2006/relationships/slide" Target="/ppt/slides/slide30.xml" Id="R1a3f105ef2674784" /><Relationship Type="http://schemas.openxmlformats.org/officeDocument/2006/relationships/slide" Target="/ppt/slides/slide31.xml" Id="R7d599605747743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2e0c5edc754f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c9c74f98d74dbe" /><Relationship Type="http://schemas.openxmlformats.org/officeDocument/2006/relationships/notesMaster" Target="/ppt/notesMasters/notesMaster1.xml" Id="Rf00a1380dc384b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490cf677cd48f2" /><Relationship Type="http://schemas.openxmlformats.org/officeDocument/2006/relationships/notesMaster" Target="/ppt/notesMasters/notesMaster1.xml" Id="Ra420ccbf30234b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76fcd54d27466b" /><Relationship Type="http://schemas.openxmlformats.org/officeDocument/2006/relationships/notesMaster" Target="/ppt/notesMasters/notesMaster1.xml" Id="Rff4b87c38a564f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88cf0d73104595" /><Relationship Type="http://schemas.openxmlformats.org/officeDocument/2006/relationships/notesMaster" Target="/ppt/notesMasters/notesMaster1.xml" Id="R57c99c19547d48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e749a26e27460a" /><Relationship Type="http://schemas.openxmlformats.org/officeDocument/2006/relationships/notesMaster" Target="/ppt/notesMasters/notesMaster1.xml" Id="R0aecab138ad84c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8d8a6a7d9f4a9a" /><Relationship Type="http://schemas.openxmlformats.org/officeDocument/2006/relationships/notesMaster" Target="/ppt/notesMasters/notesMaster1.xml" Id="Rfb82e215ab9046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302e6449794914" /><Relationship Type="http://schemas.openxmlformats.org/officeDocument/2006/relationships/notesMaster" Target="/ppt/notesMasters/notesMaster1.xml" Id="R39d6184fe4e34b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c890c79a5e4b9d" /><Relationship Type="http://schemas.openxmlformats.org/officeDocument/2006/relationships/notesMaster" Target="/ppt/notesMasters/notesMaster1.xml" Id="Rd575346fbbaa4d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25ec860a214f8b" /><Relationship Type="http://schemas.openxmlformats.org/officeDocument/2006/relationships/notesMaster" Target="/ppt/notesMasters/notesMaster1.xml" Id="R32630812131a44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0923b4ecd74a78" /><Relationship Type="http://schemas.openxmlformats.org/officeDocument/2006/relationships/notesMaster" Target="/ppt/notesMasters/notesMaster1.xml" Id="R8d333745caec49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737d6d52a64ca6" /><Relationship Type="http://schemas.openxmlformats.org/officeDocument/2006/relationships/notesMaster" Target="/ppt/notesMasters/notesMaster1.xml" Id="R165647bb04d841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e1e064a33c492b" /><Relationship Type="http://schemas.openxmlformats.org/officeDocument/2006/relationships/notesMaster" Target="/ppt/notesMasters/notesMaster1.xml" Id="R62dcb56b352746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c77bfa86fe4607" /><Relationship Type="http://schemas.openxmlformats.org/officeDocument/2006/relationships/notesMaster" Target="/ppt/notesMasters/notesMaster1.xml" Id="R0339a0de56ae4f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2b37d0d0714a17" /><Relationship Type="http://schemas.openxmlformats.org/officeDocument/2006/relationships/notesMaster" Target="/ppt/notesMasters/notesMaster1.xml" Id="R56c31669d6b64d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539cf6b51b48a1" /><Relationship Type="http://schemas.openxmlformats.org/officeDocument/2006/relationships/notesMaster" Target="/ppt/notesMasters/notesMaster1.xml" Id="R14595f580f8b4c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140c78c02947eb" /><Relationship Type="http://schemas.openxmlformats.org/officeDocument/2006/relationships/notesMaster" Target="/ppt/notesMasters/notesMaster1.xml" Id="Rf4b1b8d8fd3e410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d8027c4f0d14061" /><Relationship Type="http://schemas.openxmlformats.org/officeDocument/2006/relationships/notesMaster" Target="/ppt/notesMasters/notesMaster1.xml" Id="Rc23db25ecb2c4b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286042c03b4de7" /><Relationship Type="http://schemas.openxmlformats.org/officeDocument/2006/relationships/notesMaster" Target="/ppt/notesMasters/notesMaster1.xml" Id="R6ca78f805cb942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a7608201d04e25" /><Relationship Type="http://schemas.openxmlformats.org/officeDocument/2006/relationships/notesMaster" Target="/ppt/notesMasters/notesMaster1.xml" Id="R87c6fec68c3e40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53d9b645054c69" /><Relationship Type="http://schemas.openxmlformats.org/officeDocument/2006/relationships/notesMaster" Target="/ppt/notesMasters/notesMaster1.xml" Id="R3964bc1ad967413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f55d3ed06b4e7d" /><Relationship Type="http://schemas.openxmlformats.org/officeDocument/2006/relationships/notesMaster" Target="/ppt/notesMasters/notesMaster1.xml" Id="R356f5b4ff5d543c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0141c2941c24fac" /><Relationship Type="http://schemas.openxmlformats.org/officeDocument/2006/relationships/notesMaster" Target="/ppt/notesMasters/notesMaster1.xml" Id="Re20a9d18c96c43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c422524928743ea" /><Relationship Type="http://schemas.openxmlformats.org/officeDocument/2006/relationships/notesMaster" Target="/ppt/notesMasters/notesMaster1.xml" Id="R1d1ad860e60d41b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6a0b24dd0164c89" /><Relationship Type="http://schemas.openxmlformats.org/officeDocument/2006/relationships/notesMaster" Target="/ppt/notesMasters/notesMaster1.xml" Id="R551e2f7a5ad34be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be5de7c79b74031" /><Relationship Type="http://schemas.openxmlformats.org/officeDocument/2006/relationships/notesMaster" Target="/ppt/notesMasters/notesMaster1.xml" Id="R6d29736eed9948e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074d4d60ef24225" /><Relationship Type="http://schemas.openxmlformats.org/officeDocument/2006/relationships/notesMaster" Target="/ppt/notesMasters/notesMaster1.xml" Id="Rf9f5ec2910d4420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0ed46abab474cd3" /><Relationship Type="http://schemas.openxmlformats.org/officeDocument/2006/relationships/notesMaster" Target="/ppt/notesMasters/notesMaster1.xml" Id="R9726b4cc0a50486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bced5180ea2447e" /><Relationship Type="http://schemas.openxmlformats.org/officeDocument/2006/relationships/notesMaster" Target="/ppt/notesMasters/notesMaster1.xml" Id="Re55ea9fc77594c7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87c91bfa6354d66" /><Relationship Type="http://schemas.openxmlformats.org/officeDocument/2006/relationships/notesMaster" Target="/ppt/notesMasters/notesMaster1.xml" Id="Re0cd1242e72141f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320ed03f58e4819" /><Relationship Type="http://schemas.openxmlformats.org/officeDocument/2006/relationships/notesMaster" Target="/ppt/notesMasters/notesMaster1.xml" Id="R60d9e68fd38b411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5d542e41a41475e" /><Relationship Type="http://schemas.openxmlformats.org/officeDocument/2006/relationships/notesMaster" Target="/ppt/notesMasters/notesMaster1.xml" Id="R9fc723fa35204b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중앙 전화 버튼으로 사용자 제공 음성을 재생한다. 원본 M4A가 PPT 내부에 포함된다. 제공된 5.88초 음성을 사용한다.</a:t>
            </a:r>
          </a:p>
          <a:p xmlns:a="http://schemas.openxmlformats.org/drawingml/2006/main">
            <a:r>
              <a:t>출처: D:/Project/royal-family/ppt/assets/ir-v14/family-call.m4a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청중에게 자신의 종중을 떠올릴 시간을 준다.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가족 대화와 지번 지도 원본을 비율 그대로 사용한다. 대화 속 주장이나 지도 표시는 소유권과 매각 범위의 검증 결과가 아니다.</a:t>
            </a:r>
          </a:p>
          <a:p xmlns:a="http://schemas.openxmlformats.org/drawingml/2006/main">
            <a:r>
              <a:t>출처: D:/Project/royal-family/ppt/assets/family-land-chat-source.json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가문의 뿌리, 공동재산, 기록, 종원을 연결한 설명용 개념도다. 특정 지목이나 산림에 한정하지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보도는 가짜 종중 대표와 토지 거래, 약 4년에 걸친 법정 다툼을 다룬다. 뉴스 화면은 실제 보도 캡처다. 기간은 보도 문맥의 수치이며 모든 종중 분쟁의 평균이 아니다.</a:t>
            </a:r>
          </a:p>
          <a:p xmlns:a="http://schemas.openxmlformats.org/drawingml/2006/main">
            <a:r>
              <a:t>전주MBC 2026.09.22 보도. 발표자 가족의 사건과는 별개의 보도 사례.</a:t>
            </a:r>
          </a:p>
          <a:p xmlns:a="http://schemas.openxmlformats.org/drawingml/2006/main">
            <a:r>
              <a:t>출처: https://www.jmbc.co.kr/news/view/68182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매체의 실제 제목 캡처다. 각 보도는 별개 사건이고 당사자 주장과 법원 판단을 구분한다.</a:t>
            </a:r>
          </a:p>
          <a:p xmlns:a="http://schemas.openxmlformats.org/drawingml/2006/main">
            <a:r>
              <a:t>출처: https://www.bubb.co.kr/news/articleView.html?idxno=4550</a:t>
            </a:r>
          </a:p>
          <a:p xmlns:a="http://schemas.openxmlformats.org/drawingml/2006/main">
            <a:r>
              <a:t>출처: https://www.cctoday.co.kr/news/articleView.html?idxno=2233033</a:t>
            </a:r>
          </a:p>
          <a:p xmlns:a="http://schemas.openxmlformats.org/drawingml/2006/main">
            <a:r>
              <a:t>출처: https://magazine.hankyung.com/business/article/202607168245b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a:t>
            </a:r>
          </a:p>
          <a:p xmlns:a="http://schemas.openxmlformats.org/drawingml/2006/main">
            <a:r>
              <a:t>출처: https://www.law.go.kr/precSc.do?menuId=7&amp;query=%EC%A2%85%EC%A4%91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과거의 유산, 오늘의 일상, 미래의 문제라는 발표자의 흐름을 설명한다.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본인의 종중 관련 창업 실패 경험을 말하는 장면. 매출, 기간, 성과 수치는 추가하지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기능은 목표와 시연 구현을 구분해서 소개한다. 배경은 개념 일러스트이며 제품 실행 결과가 아니다.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소나무와 사당 배경은 특정 실제 장소가 아닌 생성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구현된 앱 홈 화면. 가상 종원과 예시 업무를 사용하는 시연이다. 목업과 화면은 각각 교체 가능한 이미지다.</a:t>
            </a:r>
          </a:p>
          <a:p xmlns:a="http://schemas.openxmlformats.org/drawingml/2006/main">
            <a:r>
              <a:t>실제 구현 화면 · 예시 데이터</a:t>
            </a:r>
          </a:p>
          <a:p xmlns:a="http://schemas.openxmlformats.org/drawingml/2006/main">
            <a:r>
              <a:t>출처: D:/Project/royal-family/ppt/data/implementation-evidence-v7.json</a:t>
            </a:r>
          </a:p>
          <a:p xmlns:a="http://schemas.openxmlformats.org/drawingml/2006/main">
            <a:r>
              <a:t>출처: D:/Project/royal-family/ppt/assets/ir-v11/ui-home.jpg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보유 서류와 부족한 자료를 확인하고, 조건에 맞는 가상 법무사 후보를 비교하는 흐름이다. 외부 전문가 접수는 아직 연결하지 않았다.</a:t>
            </a:r>
          </a:p>
          <a:p xmlns:a="http://schemas.openxmlformats.org/drawingml/2006/main">
            <a:r>
              <a:t>준비 서류 화면 구현 · 전문가 후보는 가상 데이터</a:t>
            </a:r>
          </a:p>
          <a:p xmlns:a="http://schemas.openxmlformats.org/drawingml/2006/main">
            <a:r>
              <a:t>출처: D:/Project/royal-family/docs/prd/hackathon-prd.md</a:t>
            </a:r>
          </a:p>
          <a:p xmlns:a="http://schemas.openxmlformats.org/drawingml/2006/main">
            <a:r>
              <a:t>출처: D:/Project/royal-family/ppt/data/implementation-evidence-v7.json</a:t>
            </a:r>
          </a:p>
          <a:p xmlns:a="http://schemas.openxmlformats.org/drawingml/2006/main">
            <a:r>
              <a:t>출처: D:/Project/royal-family/ppt/assets/ir-v11/ui-preparation.jpg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앱의 휴대폰 회의록 화면이다. 고정된 시연 전사문을 표시하며 Whisper 어댑터는 구현됐으며 이 화면은 해당 연결 이전에 확보한 고정 시연 전사문이다. 녹음, 불명확한 항목 확인, 회의록 작성이라는 목표를 보여준다.</a:t>
            </a:r>
          </a:p>
          <a:p xmlns:a="http://schemas.openxmlformats.org/drawingml/2006/main">
            <a:r>
              <a:t>시연 전사문 캡처. Whisper 어댑터 구현과 실제 호출 검증은 별도.</a:t>
            </a:r>
          </a:p>
          <a:p xmlns:a="http://schemas.openxmlformats.org/drawingml/2006/main">
            <a:r>
              <a:t>출처: D:/Project/royal-family/ppt/data/implementation-evidence-v7.json</a:t>
            </a:r>
          </a:p>
          <a:p xmlns:a="http://schemas.openxmlformats.org/drawingml/2006/main">
            <a:r>
              <a:t>출처: D:/Project/royal-family/ppt/assets/ir-v11/ui-records-phone.jpg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문서의 키워드 검색, 초안·개정·버전 이력·검토 기록을 보여준다. 현재 화면의 초안은 시연 데이터다. 별도로 Responses·File Search 서버 어댑터가 구현됐다. 실제 API 검증 결과와 구분한다.</a:t>
            </a:r>
          </a:p>
          <a:p xmlns:a="http://schemas.openxmlformats.org/drawingml/2006/main">
            <a:r>
              <a:t>문서·버전·검토 화면. Responses·File Search 서버 어댑터 코드와 실제 호출 검증은 별도.</a:t>
            </a:r>
          </a:p>
          <a:p xmlns:a="http://schemas.openxmlformats.org/drawingml/2006/main">
            <a:r>
              <a:t>출처: D:/Project/royal-family/ppt/data/implementation-evidence-v7.json</a:t>
            </a:r>
          </a:p>
          <a:p xmlns:a="http://schemas.openxmlformats.org/drawingml/2006/main">
            <a:r>
              <a:t>출처: D:/Project/royal-family/ppt/assets/ir-v11/ui-draft.jpg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휴대폰의 실제 동의 현황 화면이다. 응답은 대상자와 특정 문서 버전에 연결한다. 현재는 관리자 시연 입력이며 실제 종원 본인 인증과 외부 발송은 연결 전이다.</a:t>
            </a:r>
          </a:p>
          <a:p xmlns:a="http://schemas.openxmlformats.org/drawingml/2006/main">
            <a:r>
              <a:t>대상자·문서 버전별 시연 응답 · 본인 인증·외부 발송은 연결 전</a:t>
            </a:r>
          </a:p>
          <a:p xmlns:a="http://schemas.openxmlformats.org/drawingml/2006/main">
            <a:r>
              <a:t>출처: D:/Project/royal-family/ppt/data/implementation-evidence-v7.json</a:t>
            </a:r>
          </a:p>
          <a:p xmlns:a="http://schemas.openxmlformats.org/drawingml/2006/main">
            <a:r>
              <a:t>출처: D:/Project/royal-family/ppt/assets/ir-v11/ui-consent-phone.jpg</a:t>
            </a:r>
          </a:p>
          <a:p xmlns:a="http://schemas.openxmlformats.org/drawingml/2006/main">
            <a:r>
              <a:t>동의 수집의 운영 목표를 표현한 발표자 문구다. 모든 안건에 법적으로 전원 동의가 필요한 것으로 일반화하지 않는다. 실제 의결 요건은 적용 규약과 안건별 기준에 따라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공개 필지 경계를 지도에 표시한 서비스 화면이다. 등기부 재조회·소유자 변경·알림은 가상 목업이며 실제 등기 발급이나 소유권 확인을 뜻하지 않는다. 지도 출처와 저작권 표시는 캡처 안에 보존했다.</a:t>
            </a:r>
          </a:p>
          <a:p xmlns:a="http://schemas.openxmlformats.org/drawingml/2006/main">
            <a:r>
              <a:t>출처: D:/Project/royal-family/ppt/assets/ir-v11/ui-land.jpg</a:t>
            </a:r>
          </a:p>
          <a:p xmlns:a="http://schemas.openxmlformats.org/drawingml/2006/main">
            <a:r>
              <a:t>출처: D:/Project/royal-family/docs/architecture/parcel-map.md</a:t>
            </a:r>
          </a:p>
          <a:p xmlns:a="http://schemas.openxmlformats.org/drawingml/2006/main">
            <a:r>
              <a:t>출처: D:/Project/royal-family/ppt/data/parcel-source-v7.json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토지·계약·회계·변경 기록을 한 업무 영역에서 관리한다. 화면은 실제 앱의 예시 회계이며 실제 금융 거래가 아니다. 토지 후속 자료 비교는 별도 규칙으로 구현됐고 등기 소유권 실조회와 외부 알림은 미연결이다.</a:t>
            </a:r>
          </a:p>
          <a:p xmlns:a="http://schemas.openxmlformats.org/drawingml/2006/main">
            <a:r>
              <a:t>시연 금액 · 재산 비교는 등록 자료 기준 · 실제 금융 거래 없음</a:t>
            </a:r>
          </a:p>
          <a:p xmlns:a="http://schemas.openxmlformats.org/drawingml/2006/main">
            <a:r>
              <a:t>출처: D:/Project/royal-family/ppt/data/implementation-evidence-v7.json</a:t>
            </a:r>
          </a:p>
          <a:p xmlns:a="http://schemas.openxmlformats.org/drawingml/2006/main">
            <a:r>
              <a:t>출처: D:/Project/royal-family/ppt/assets/ir-v11/ui-accounting.jpg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등록된 법령·판례 링크, 규약, 자료 누락 및 조건별 가상 전문가 후보와 상담 준비를 다룬다. 법률 판단을 자동 확정하거나 실제 전문가 매칭이 완료된다는 주장이 아니다.</a:t>
            </a:r>
          </a:p>
          <a:p xmlns:a="http://schemas.openxmlformats.org/drawingml/2006/main">
            <a:r>
              <a:t>공식 근거 링크와 상담 준비 화면 · 후보는 가상 데이터</a:t>
            </a:r>
          </a:p>
          <a:p xmlns:a="http://schemas.openxmlformats.org/drawingml/2006/main">
            <a:r>
              <a:t>출처: D:/Project/royal-family/ppt/data/implementation-evidence-v7.json</a:t>
            </a:r>
          </a:p>
          <a:p xmlns:a="http://schemas.openxmlformats.org/drawingml/2006/main">
            <a:r>
              <a:t>출처: D:/Project/royal-family/ppt/assets/ir-v11/ui-legal.jpg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{"value":237071,"basis_date":"2024-06","source":"https://ebook.kabl.kr/registrationforum/202409/11/","source_detail":"2024년 제1회 등기법포럼 발표자료, 인쇄면 9쪽, 김영대. 국토부 부동산종합공부시스템 조회 결과 인용.","boundary":"부동산등기용 등록 종중. 모든 자연발생 종중이나 유료 구매자를 센 통계가 아님."}</a:t>
            </a:r>
          </a:p>
          <a:p xmlns:a="http://schemas.openxmlformats.org/drawingml/2006/main">
            <a:r>
              <a:t>2024.6 기준, 등기법포럼 자료의 국토교통부 조회값. 등록 종중 수이며 유료 고객 수는 아님.</a:t>
            </a:r>
          </a:p>
          <a:p xmlns:a="http://schemas.openxmlformats.org/drawingml/2006/main">
            <a:r>
              <a:t>출처: https://ebook.kabl.kr/registrationforum/202409/11/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"as_of": "2026-10-09",</a:t>
            </a:r>
          </a:p>
          <a:p xmlns:a="http://schemas.openxmlformats.org/drawingml/2006/main">
            <a:r>
              <a:t>  "currency": "KRW",</a:t>
            </a:r>
          </a:p>
          <a:p xmlns:a="http://schemas.openxmlformats.org/drawingml/2006/main">
            <a:r>
              <a:t>  "purpose": "발표용 구독매출 환산. 실제 매출, 검증된 수요, 확정 요금 아님.",</a:t>
            </a:r>
          </a:p>
          <a:p xmlns:a="http://schemas.openxmlformats.org/drawingml/2006/main">
            <a:r>
              <a:t>  "registered_clans": {</a:t>
            </a:r>
          </a:p>
          <a:p xmlns:a="http://schemas.openxmlformats.org/drawingml/2006/main">
            <a:r>
              <a:t>    "value": 237071,</a:t>
            </a:r>
          </a:p>
          <a:p xmlns:a="http://schemas.openxmlformats.org/drawingml/2006/main">
            <a:r>
              <a:t>    "basis_date": "2024-06",</a:t>
            </a:r>
          </a:p>
          <a:p xmlns:a="http://schemas.openxmlformats.org/drawingml/2006/main">
            <a:r>
              <a:t>    "source": "https://ebook.kabl.kr/registrationforum/202409/11/",</a:t>
            </a:r>
          </a:p>
          <a:p xmlns:a="http://schemas.openxmlformats.org/drawingml/2006/main">
            <a:r>
              <a:t>    "source_detail": "2024년 제1회 등기법포럼 발표자료, 인쇄면 9쪽, 김영대. 국토부 부동산종합공부시스템 조회 결과 인용.",</a:t>
            </a:r>
          </a:p>
          <a:p xmlns:a="http://schemas.openxmlformats.org/drawingml/2006/main">
            <a:r>
              <a:t>    "boundary": "부동산등기용 등록 종중. 모든 자연발생 종중이나 유료 구매자를 센 통계가 아님."</a:t>
            </a:r>
          </a:p>
          <a:p xmlns:a="http://schemas.openxmlformats.org/drawingml/2006/main">
            <a:r>
              <a:t>  },</a:t>
            </a:r>
          </a:p>
          <a:p xmlns:a="http://schemas.openxmlformats.org/drawingml/2006/main">
            <a:r>
              <a:t>  "subscription_assumption": {</a:t>
            </a:r>
          </a:p>
          <a:p xmlns:a="http://schemas.openxmlformats.org/drawingml/2006/main">
            <a:r>
              <a:t>    "annual_fee_per_clan": 500000,</a:t>
            </a:r>
          </a:p>
          <a:p xmlns:a="http://schemas.openxmlformats.org/drawingml/2006/main">
            <a:r>
              <a:t>    "vat_included": false,</a:t>
            </a:r>
          </a:p>
          <a:p xmlns:a="http://schemas.openxmlformats.org/drawingml/2006/main">
            <a:r>
              <a:t>    "benchmark": "https://fundservice.zuzu.network/fund-pricing/",</a:t>
            </a:r>
          </a:p>
          <a:p xmlns:a="http://schemas.openxmlformats.org/drawingml/2006/main">
            <a:r>
              <a:t>    "benchmark_detail": "ZUZU Fund Service의 20억 원 미만 투자조합 운영·관리 공개 요금: 연 500000원, VAT 별도, 2026-10-09 브라우저 확인.",</a:t>
            </a:r>
          </a:p>
          <a:p xmlns:a="http://schemas.openxmlformats.org/drawingml/2006/main">
            <a:r>
              <a:t>    "boundary": "다른 고객군의 인접 서비스 요금을 계산 기준으로 참고. 종중의 지불 의사나 명문가의 확정 판매 가격은 검증 전. 전문가 수임료와 일회성 설립비 제외."</a:t>
            </a:r>
          </a:p>
          <a:p xmlns:a="http://schemas.openxmlformats.org/drawingml/2006/main">
            <a:r>
              <a:t>  },</a:t>
            </a:r>
          </a:p>
          <a:p xmlns:a="http://schemas.openxmlformats.org/drawingml/2006/main">
            <a:r>
              <a:t>  "professional_management_exclusion": {</a:t>
            </a:r>
          </a:p>
          <a:p xmlns:a="http://schemas.openxmlformats.org/drawingml/2006/main">
            <a:r>
              <a:t>    "definition": "전담 인력과 관리 체계를 갖춘 종중. 사용자 확인 기준. 수익사업이나 토지 종류만으로 제외하지 않음.",</a:t>
            </a:r>
          </a:p>
          <a:p xmlns:a="http://schemas.openxmlformats.org/drawingml/2006/main">
            <a:r>
              <a:t>    "fraction_assumption": 0.2,</a:t>
            </a:r>
          </a:p>
          <a:p xmlns:a="http://schemas.openxmlformats.org/drawingml/2006/main">
            <a:r>
              <a:t>    "basis": "직접 집계된 전국 통계가 확인되지 않아 사용한 초안 시나리오. 실제 사업형 종중 비중으로 제시하지 않음.",</a:t>
            </a:r>
          </a:p>
          <a:p xmlns:a="http://schemas.openxmlformats.org/drawingml/2006/main">
            <a:r>
              <a:t>    "excluded_clans": 47414,</a:t>
            </a:r>
          </a:p>
          <a:p xmlns:a="http://schemas.openxmlformats.org/drawingml/2006/main">
            <a:r>
              <a:t>    "eligible_fraction_assumption": 0.8</a:t>
            </a:r>
          </a:p>
          <a:p xmlns:a="http://schemas.openxmlformats.org/drawingml/2006/main">
            <a:r>
              <a:t>  },</a:t>
            </a:r>
          </a:p>
          <a:p xmlns:a="http://schemas.openxmlformats.org/drawingml/2006/main">
            <a:r>
              <a:t>  "TAM": {</a:t>
            </a:r>
          </a:p>
          <a:p xmlns:a="http://schemas.openxmlformats.org/drawingml/2006/main">
            <a:r>
              <a:t>    "clans": 237071,</a:t>
            </a:r>
          </a:p>
          <a:p xmlns:a="http://schemas.openxmlformats.org/drawingml/2006/main">
            <a:r>
              <a:t>    "annual_subscription_revenue_won": 118535500000,</a:t>
            </a:r>
          </a:p>
          <a:p xmlns:a="http://schemas.openxmlformats.org/drawingml/2006/main">
            <a:r>
              <a:t>    "display_eok": 1185.36,</a:t>
            </a:r>
          </a:p>
          <a:p xmlns:a="http://schemas.openxmlformats.org/drawingml/2006/main">
            <a:r>
              <a:t>    "definition": "국내 부동산등기용 등록 종중. 확인 가능한 잠재 고객 모수."</a:t>
            </a:r>
          </a:p>
          <a:p xmlns:a="http://schemas.openxmlformats.org/drawingml/2006/main">
            <a:r>
              <a:t>  },</a:t>
            </a:r>
          </a:p>
          <a:p xmlns:a="http://schemas.openxmlformats.org/drawingml/2006/main">
            <a:r>
              <a:t>  "SAM": {</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"definition": "전국 등록 종중 중 전담 관리 체계를 갖춘 종중을 20% 제외하는 초안 가정."</a:t>
            </a:r>
          </a:p>
          <a:p xmlns:a="http://schemas.openxmlformats.org/drawingml/2006/main">
            <a:r>
              <a:t>  },</a:t>
            </a:r>
          </a:p>
          <a:p xmlns:a="http://schemas.openxmlformats.org/drawingml/2006/main">
            <a:r>
              <a:t>  "SOM": {</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"penetration_assumption": 0.01,</a:t>
            </a:r>
          </a:p>
          <a:p xmlns:a="http://schemas.openxmlformats.org/drawingml/2006/main">
            <a:r>
              <a:t>    "horizon_years": 3</a:t>
            </a:r>
          </a:p>
          <a:p xmlns:a="http://schemas.openxmlformats.org/drawingml/2006/main">
            <a:r>
              <a:t>  },</a:t>
            </a:r>
          </a:p>
          <a:p xmlns:a="http://schemas.openxmlformats.org/drawingml/2006/main">
            <a:r>
              <a:t>  "SOM_scenarios": [</a:t>
            </a:r>
          </a:p>
          <a:p xmlns:a="http://schemas.openxmlformats.org/drawingml/2006/main">
            <a:r>
              <a:t>    {</a:t>
            </a:r>
          </a:p>
          <a:p xmlns:a="http://schemas.openxmlformats.org/drawingml/2006/main">
            <a:r>
              <a:t>      "penetration_assumption": 0.005,</a:t>
            </a:r>
          </a:p>
          <a:p xmlns:a="http://schemas.openxmlformats.org/drawingml/2006/main">
            <a:r>
              <a:t>      "clans": 948,</a:t>
            </a:r>
          </a:p>
          <a:p xmlns:a="http://schemas.openxmlformats.org/drawingml/2006/main">
            <a:r>
              <a:t>      "annual_run_rate_won": 474000000,</a:t>
            </a:r>
          </a:p>
          <a:p xmlns:a="http://schemas.openxmlformats.org/drawingml/2006/main">
            <a:r>
              <a:t>      "display_eok": 4.74</a:t>
            </a:r>
          </a:p>
          <a:p xmlns:a="http://schemas.openxmlformats.org/drawingml/2006/main">
            <a:r>
              <a:t>    },</a:t>
            </a:r>
          </a:p>
          <a:p xmlns:a="http://schemas.openxmlformats.org/drawingml/2006/main">
            <a:r>
              <a:t>    {</a:t>
            </a:r>
          </a:p>
          <a:p xmlns:a="http://schemas.openxmlformats.org/drawingml/2006/main">
            <a:r>
              <a:t>      "penetration_assumption": 0.01,</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a:t>
            </a:r>
          </a:p>
          <a:p xmlns:a="http://schemas.openxmlformats.org/drawingml/2006/main">
            <a:r>
              <a:t>    {</a:t>
            </a:r>
          </a:p>
          <a:p xmlns:a="http://schemas.openxmlformats.org/drawingml/2006/main">
            <a:r>
              <a:t>      "penetration_assumption": 0.02,</a:t>
            </a:r>
          </a:p>
          <a:p xmlns:a="http://schemas.openxmlformats.org/drawingml/2006/main">
            <a:r>
              <a:t>      "clans": 3793,</a:t>
            </a:r>
          </a:p>
          <a:p xmlns:a="http://schemas.openxmlformats.org/drawingml/2006/main">
            <a:r>
              <a:t>      "annual_run_rate_won": 1896500000,</a:t>
            </a:r>
          </a:p>
          <a:p xmlns:a="http://schemas.openxmlformats.org/drawingml/2006/main">
            <a:r>
              <a:t>      "display_eok": 18.97</a:t>
            </a:r>
          </a:p>
          <a:p xmlns:a="http://schemas.openxmlformats.org/drawingml/2006/main">
            <a:r>
              <a:t>    }</a:t>
            </a:r>
          </a:p>
          <a:p xmlns:a="http://schemas.openxmlformats.org/drawingml/2006/main">
            <a:r>
              <a:t>  ],</a:t>
            </a:r>
          </a:p>
          <a:p xmlns:a="http://schemas.openxmlformats.org/drawingml/2006/main">
            <a:r>
              <a:t>  "SAM_scenarios": [</a:t>
            </a:r>
          </a:p>
          <a:p xmlns:a="http://schemas.openxmlformats.org/drawingml/2006/main">
            <a:r>
              <a:t>    {</a:t>
            </a:r>
          </a:p>
          <a:p xmlns:a="http://schemas.openxmlformats.org/drawingml/2006/main">
            <a:r>
              <a:t>      "professional_exclusion_assumption": 0.1,</a:t>
            </a:r>
          </a:p>
          <a:p xmlns:a="http://schemas.openxmlformats.org/drawingml/2006/main">
            <a:r>
              <a:t>      "clans": 213364,</a:t>
            </a:r>
          </a:p>
          <a:p xmlns:a="http://schemas.openxmlformats.org/drawingml/2006/main">
            <a:r>
              <a:t>      "annual_subscription_revenue_won": 106682000000,</a:t>
            </a:r>
          </a:p>
          <a:p xmlns:a="http://schemas.openxmlformats.org/drawingml/2006/main">
            <a:r>
              <a:t>      "display_eok": 1066.82</a:t>
            </a:r>
          </a:p>
          <a:p xmlns:a="http://schemas.openxmlformats.org/drawingml/2006/main">
            <a:r>
              <a:t>    },</a:t>
            </a:r>
          </a:p>
          <a:p xmlns:a="http://schemas.openxmlformats.org/drawingml/2006/main">
            <a:r>
              <a:t>    {</a:t>
            </a:r>
          </a:p>
          <a:p xmlns:a="http://schemas.openxmlformats.org/drawingml/2006/main">
            <a:r>
              <a:t>      "professional_exclusion_assumption": 0.2,</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a:t>
            </a:r>
          </a:p>
          <a:p xmlns:a="http://schemas.openxmlformats.org/drawingml/2006/main">
            <a:r>
              <a:t>    {</a:t>
            </a:r>
          </a:p>
          <a:p xmlns:a="http://schemas.openxmlformats.org/drawingml/2006/main">
            <a:r>
              <a:t>      "professional_exclusion_assumption": 0.3,</a:t>
            </a:r>
          </a:p>
          <a:p xmlns:a="http://schemas.openxmlformats.org/drawingml/2006/main">
            <a:r>
              <a:t>      "clans": 165950,</a:t>
            </a:r>
          </a:p>
          <a:p xmlns:a="http://schemas.openxmlformats.org/drawingml/2006/main">
            <a:r>
              <a:t>      "annual_subscription_revenue_won": 82975000000,</a:t>
            </a:r>
          </a:p>
          <a:p xmlns:a="http://schemas.openxmlformats.org/drawingml/2006/main">
            <a:r>
              <a:t>      "display_eok": 829.75</a:t>
            </a:r>
          </a:p>
          <a:p xmlns:a="http://schemas.openxmlformats.org/drawingml/2006/main">
            <a:r>
              <a:t>    }</a:t>
            </a:r>
          </a:p>
          <a:p xmlns:a="http://schemas.openxmlformats.org/drawingml/2006/main">
            <a:r>
              <a:t>  ],</a:t>
            </a:r>
          </a:p>
          <a:p xmlns:a="http://schemas.openxmlformats.org/drawingml/2006/main">
            <a:r>
              <a:t>  "rounding": "SAM 고객 수와 SOM 고객 수는 각각 계산 후 정수 반올림. 억원 표시는 원 금액에서 0.01억원 단위 반올림.",</a:t>
            </a:r>
          </a:p>
          <a:p xmlns:a="http://schemas.openxmlformats.org/drawingml/2006/main">
            <a:r>
              <a:t>  "market_boundary": "TAM과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  "diagram_boundary": "중첩 원은 집합의 포함 관계. 원 면적은 시장 규모나 비율에 비례하지 않음.",</a:t>
            </a:r>
          </a:p>
          <a:p xmlns:a="http://schemas.openxmlformats.org/drawingml/2006/main">
            <a:r>
              <a:t>  "precedent_search": {</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  }</a:t>
            </a:r>
          </a:p>
          <a:p xmlns:a="http://schemas.openxmlformats.org/drawingml/2006/main">
            <a:r>
              <a:t>}</a:t>
            </a:r>
          </a:p>
          <a:p xmlns:a="http://schemas.openxmlformats.org/drawingml/2006/main">
            <a:r>
              <a:t>연 50만원, 전담 관리 종중 20% 제외, 3년 내 1% 확보 가정. 원은 포함 관계이며 면적 비례 아님.</a:t>
            </a:r>
          </a:p>
          <a:p xmlns:a="http://schemas.openxmlformats.org/drawingml/2006/main">
            <a:r>
              <a:t>출처: https://ebook.kabl.kr/registrationforum/202409/11/</a:t>
            </a:r>
          </a:p>
          <a:p xmlns:a="http://schemas.openxmlformats.org/drawingml/2006/main">
            <a:r>
              <a:t>출처: https://fundservice.zuzu.network/fund-pricing/</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etration_assumption":0.005,"clans":948,"annual_run_rate_won":474000000,"display_eok":4.74},{"penetration_assumption":0.01,"clans":1897,"annual_run_rate_won":948500000,"display_eok":9.49},{"penetration_assumption":0.02,"clans":3793,"annual_run_rate_won":1896500000,"display_eok":18.97}]</a:t>
            </a:r>
          </a:p>
          <a:p xmlns:a="http://schemas.openxmlformats.org/drawingml/2006/main">
            <a:r>
              <a:t>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SAM 189,657개, 연 50만원 가정. 3년 도달 시점의 연환산 매출이며 누적 매출·실적이 아님.</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통화 음성 전사와 문맥 보완, PRD·종원 페르소나·업무 흐름, 화면·업무 코드·배포, 법령·판례·공개 필지 수집, 단위·PBT·독립 UI 검수를 한 페이지에 모았다. 가상 페르소나는 실제 사용자 조사 표본이 아니며 공식 자료 수집과 서비스 색인은 별도다.</a:t>
            </a:r>
          </a:p>
          <a:p xmlns:a="http://schemas.openxmlformats.org/drawingml/2006/main">
            <a:r>
              <a:t>출처: D:/Project/royal-family/ppt/data/implementation-evidence-v7.json</a:t>
            </a:r>
          </a:p>
          <a:p xmlns:a="http://schemas.openxmlformats.org/drawingml/2006/main">
            <a:r>
              <a:t>출처: D:/Project/royal-family/docs/prd/hackathon-prd.md</a:t>
            </a:r>
          </a:p>
          <a:p xmlns:a="http://schemas.openxmlformats.org/drawingml/2006/main">
            <a:r>
              <a:t>출처: D:/Project/royal-family/rawdata/Law/catalog.json</a:t>
            </a:r>
          </a:p>
          <a:p xmlns:a="http://schemas.openxmlformats.org/drawingml/2006/main">
            <a:r>
              <a:t>출처: D:/Project/royal-family/ppt/data/parcel-source-v7.json</a:t>
            </a:r>
          </a:p>
          <a:p xmlns:a="http://schemas.openxmlformats.org/drawingml/2006/main">
            <a:r>
              <a:t>출처: D:/Project/royal-family/qa/ui-acceptance-2026-10-09.md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코드의 웹 화면, HTTP 조립 계층, 공개 업무 함수, 의미별 업무 모듈과 저장소·AI 어댑터를 구분한 하이레벨 구조다. 도메인 모듈은 조직·재산·회계·회의·문서·법률·AI 작업에 더해 변경 이벤트와 원격 자원 정리 책임을 나눴다. 하나의 Sites 배포 단위이며 별도 마이크로서비스를 뜻하지 않는다. D1은 상태·버전·outbox, R2는 원본, OpenAI는 전사·생성·검색을 맡는다. Agents 연결은 뒤의 For Agents에서 별도로 다룬다.</a:t>
            </a:r>
          </a:p>
          <a:p xmlns:a="http://schemas.openxmlformats.org/drawingml/2006/main">
            <a:r>
              <a:t>출처: D:/Project/royal-family/docs/architecture/system-design.md</a:t>
            </a:r>
          </a:p>
          <a:p xmlns:a="http://schemas.openxmlformats.org/drawingml/2006/main">
            <a:r>
              <a:t>출처: D:/Project/royal-family/service/modules/royal/domain.cljs</a:t>
            </a:r>
          </a:p>
          <a:p xmlns:a="http://schemas.openxmlformats.org/drawingml/2006/main">
            <a:r>
              <a:t>출처: D:/Project/royal-family/service/app/api/store.ts</a:t>
            </a:r>
          </a:p>
          <a:p xmlns:a="http://schemas.openxmlformats.org/drawingml/2006/main">
            <a:r>
              <a:t>출처: D:/Project/royal-family/service/app/api/ai/jobs.ts</a:t>
            </a:r>
          </a:p>
          <a:p xmlns:a="http://schemas.openxmlformats.org/drawingml/2006/main">
            <a:r>
              <a:t>출처: D:/Project/royal-family/service/modules/royal/resources.cljs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코드의 모델 ID는 whisper-1, gpt-6-luna, gpt-6.1-sol이다. Luna Decisions는 gpt-6-luna를 /decisions에서 호출해 생성 모델과 다음 검토 단계를 각각 선택한다. 전사는 한국어 verbose_json과 segment timestamps를 사용한다. 생성은 Responses와 strict JSON Schema를 사용하지만 발표 화면에는 API 형식 세부 명칭을 나열하지 않았다. File Search는 선택한 문서 버전을 임시 vector store에 넣고 인용 범위를 검사한 뒤 정리한다. 이 장은 사용한 모델·기술의 역할이며 live API 검증 완료를 뜻하지 않는다.</a:t>
            </a:r>
          </a:p>
          <a:p xmlns:a="http://schemas.openxmlformats.org/drawingml/2006/main">
            <a:r>
              <a:t>출처: D:/Project/royal-family/docs/architecture/ai-runtime.md</a:t>
            </a:r>
          </a:p>
          <a:p xmlns:a="http://schemas.openxmlformats.org/drawingml/2006/main">
            <a:r>
              <a:t>출처: D:/Project/royal-family/service/connectors/openai/workflows.mjs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개발자가 적용한 작업 방법을 정리한다. PRD에 요구사항과 완료 조건을 정의하고, 종원·전문가 페르소나로 정상·예외 시나리오를 검토했다. 모듈러 모놀리스에서 DDD의 업무 경계와 공개 함수를 적용하고, 순수 규칙을 cljs.test·test.check의 PBT로 검사한다. 문서 버전 보존, 중복 동의 방지, 회계 합계 일치는 관련 불변식이다. 실패 seed와 최소 반례로 재현한다. 모든 외부 연동 검증이나 안전성의 완전한 보증을 뜻하지 않는다.</a:t>
            </a:r>
          </a:p>
          <a:p xmlns:a="http://schemas.openxmlformats.org/drawingml/2006/main">
            <a:r>
              <a:t>출처: D:/Project/royal-family/docs/prd/hackathon-prd.md</a:t>
            </a:r>
          </a:p>
          <a:p xmlns:a="http://schemas.openxmlformats.org/drawingml/2006/main">
            <a:r>
              <a:t>출처: D:/Project/royal-family/docs/architecture/system-design.md</a:t>
            </a:r>
          </a:p>
          <a:p xmlns:a="http://schemas.openxmlformats.org/drawingml/2006/main">
            <a:r>
              <a:t>출처: D:/Project/royal-family/AGENTS.md</a:t>
            </a:r>
          </a:p>
          <a:p xmlns:a="http://schemas.openxmlformats.org/drawingml/2006/main">
            <a:r>
              <a:t>출처: D:/Project/royal-family/docs/architecture/testing.md</a:t>
            </a:r>
          </a:p>
          <a:p xmlns:a="http://schemas.openxmlformats.org/drawingml/2006/main">
            <a:r>
              <a:t>출처: D:/Project/royal-family/qa/scenarios/hackathon-use-cases.md</a:t>
            </a:r>
          </a:p>
          <a:p xmlns:a="http://schemas.openxmlformats.org/drawingml/2006/main">
            <a:r>
              <a:t>출처: D:/Project/royal-family/qa/persona/familly</a:t>
            </a:r>
          </a:p>
          <a:p xmlns:a="http://schemas.openxmlformats.org/drawingml/2006/main">
            <a:r>
              <a:t>출처: D:/Project/royal-family/service/modules/royal/domain.cljs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선정 페르소나별 평가다. 실제 고객 만족도 조사나 유료 고객 실적으로 해석하지 않는다. 평균은 제공된 6개 점수의 단순 평균이다.</a:t>
            </a:r>
          </a:p>
          <a:p xmlns:a="http://schemas.openxmlformats.org/drawingml/2006/main">
            <a:r>
              <a:t>이정호 · 59세, 총무 · ★ 5.0</a:t>
            </a:r>
          </a:p>
          <a:p xmlns:a="http://schemas.openxmlformats.org/drawingml/2006/main">
            <a:r>
              <a:t>“명부랑 전화 안내, 회의록이 한곳에서 이어지니 가게 문 닫고 같은 내용을 다시 옮겨 적을 일이 줄겠어요.”</a:t>
            </a:r>
          </a:p>
          <a:p xmlns:a="http://schemas.openxmlformats.org/drawingml/2006/main">
            <a:r>
              <a:t/>
            </a:r>
          </a:p>
          <a:p xmlns:a="http://schemas.openxmlformats.org/drawingml/2006/main">
            <a:r>
              <a:t>이영수 · 74세, 회장 · ★ 4.5</a:t>
            </a:r>
          </a:p>
          <a:p xmlns:a="http://schemas.openxmlformats.org/drawingml/2006/main">
            <a:r>
              <a:t>“어떤 근거로 결정했는지 다음 회장에게도 보여줄 수 있어 든든한데, 처음 익힐 때는 도움이 좀 필요하겠어요.”</a:t>
            </a:r>
          </a:p>
          <a:p xmlns:a="http://schemas.openxmlformats.org/drawingml/2006/main">
            <a:r>
              <a:t/>
            </a:r>
          </a:p>
          <a:p xmlns:a="http://schemas.openxmlformats.org/drawingml/2006/main">
            <a:r>
              <a:t>이서연 · 42세, 일과 돌봄을 병행하는 종원 · ★ 4.5</a:t>
            </a:r>
          </a:p>
          <a:p xmlns:a="http://schemas.openxmlformats.org/drawingml/2006/main">
            <a:r>
              <a:t>“휴대폰으로 자료를 보고 참석 여부와 의견을 따로 남길 수 있으니, 회의에 못 가도 제 뜻은 전할 수 있겠어요.”</a:t>
            </a:r>
          </a:p>
          <a:p xmlns:a="http://schemas.openxmlformats.org/drawingml/2006/main">
            <a:r>
              <a:t/>
            </a:r>
          </a:p>
          <a:p xmlns:a="http://schemas.openxmlformats.org/drawingml/2006/main">
            <a:r>
              <a:t>이순자 · 81세, 전화·종이 중심 종원 · ★ 4.0</a:t>
            </a:r>
          </a:p>
          <a:p xmlns:a="http://schemas.openxmlformats.org/drawingml/2006/main">
            <a:r>
              <a:t>“가입 안 해도 총무가 제 말을 기록해주는 건 좋은데, 중요한 안건은 계속 전화로 설명해줬으면 해요.”</a:t>
            </a:r>
          </a:p>
          <a:p xmlns:a="http://schemas.openxmlformats.org/drawingml/2006/main">
            <a:r>
              <a:t/>
            </a:r>
          </a:p>
          <a:p xmlns:a="http://schemas.openxmlformats.org/drawingml/2006/main">
            <a:r>
              <a:t>이상훈 · 55세, 기록에 이의를 제기한 종원 · ★ 4.5</a:t>
            </a:r>
          </a:p>
          <a:p xmlns:a="http://schemas.openxmlformats.org/drawingml/2006/main">
            <a:r>
              <a:t>“회의록 원본과 정정 이유를 직접 확인할 수 있으니, 말이 엇갈려도 어떤 기록부터 봐야 할지는 알겠네요.”</a:t>
            </a:r>
          </a:p>
          <a:p xmlns:a="http://schemas.openxmlformats.org/drawingml/2006/main">
            <a:r>
              <a:t/>
            </a:r>
          </a:p>
          <a:p xmlns:a="http://schemas.openxmlformats.org/drawingml/2006/main">
            <a:r>
              <a:t>정수민 · 토지 등기 업무 법무사 · ★ 4.5</a:t>
            </a:r>
          </a:p>
          <a:p xmlns:a="http://schemas.openxmlformats.org/drawingml/2006/main">
            <a:r>
              <a:t>“신청 목적과 빠진 서류가 정리돼 있으면 상담을 시작하기 수월하고, 원본과 위임 관계 확인에 더 집중할 수 있겠어요.”</a:t>
            </a:r>
          </a:p>
          <a:p xmlns:a="http://schemas.openxmlformats.org/drawingml/2006/main">
            <a:r>
              <a:t>출처: D:/Project/royal-family/ppt/data/persona-reviews-v12.json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업무 기록을 바탕으로 확인할 일을 안내하는 Events 흐름을 소개한다.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Skills는 종중 업무를 다루는 절차, MCP는 공개 업무 기능의 조회와 실행, MCP Events는 자료 변경 후 확인을 안내하는 연결을 담당한다. 모두 이번 구현 범위다. 도구 서버, 이벤트 모듈 코드와 실제 ChatGPT 수신·응답 검증은 구분한다. 서비스 Skill과 Events의 전달 상태는 배포 기록과 별도로 확인해야 한다.</a:t>
            </a:r>
          </a:p>
          <a:p xmlns:a="http://schemas.openxmlformats.org/drawingml/2006/main">
            <a:r>
              <a:t>출처: D:/Project/royal-family/docs/architecture/mcp-and-skills.md</a:t>
            </a:r>
          </a:p>
          <a:p xmlns:a="http://schemas.openxmlformats.org/drawingml/2006/main">
            <a:r>
              <a:t>출처: D:/Project/royal-family/service/connectors/mcp/tools/catalog.ts</a:t>
            </a:r>
          </a:p>
          <a:p xmlns:a="http://schemas.openxmlformats.org/drawingml/2006/main">
            <a:r>
              <a:t>출처: D:/Project/royal-family/service/connectors/mcp/events/catalog.ts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제공한 ChatGPT 로그인 계정 선택 화면이다. 제공된 화면은 변경 없이 사용했다. 계정 선택 화면 자체를 도구 실행·Events 수신이 완료된 증거로 확대 해석하지 않는다.</a:t>
            </a:r>
          </a:p>
          <a:p xmlns:a="http://schemas.openxmlformats.org/drawingml/2006/main">
            <a:r>
              <a:t>출처: D:/Project/royal-family/ppt/assets/ir-v14/chatgpt-login.png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명문가 브랜드 화면으로 발표를 마친다. 소나무와 사당 배경은 특정 실제 장소가 아닌 개념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1f792434424d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3640ab8898e40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7b9e85f89540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4c86723a4443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15d1d94ed14a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f44da2fc6246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5D117E-EDDB-40C3-A31A-45E028116742}"/>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A6DDC7-7E79-448A-A289-D4BAB218D7BD}"/>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13AC26-5EF5-4958-9300-99509AFDB333}"/>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D85C74-8473-4E04-A4E2-ABA952BE89DB}"/>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D0E99F-08D2-4FC4-B7E7-D470210842A3}"/>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66B1F2-630D-4F2B-9F3B-1F5E3503A5D4}"/>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66F184-BC5C-4406-9650-85E3987D0717}"/>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AC38326-D215-459F-BCFD-12FFD5FCBD61}"/>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68E24E-7A1C-4878-8E4E-D52F20824E4B}"/>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025BBE-DDD3-4985-B7A5-C0569526E45E}"/>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764595195244a4" /><Relationship Type="http://schemas.openxmlformats.org/officeDocument/2006/relationships/slideLayout" Target="/ppt/slideLayouts/slideLayout1.xml" Id="Reb52317301074c32" /><Relationship Type="http://schemas.openxmlformats.org/officeDocument/2006/relationships/slideLayout" Target="/ppt/slideLayouts/slideLayout2.xml" Id="Rda4f5c14e92248cd" /><Relationship Type="http://schemas.openxmlformats.org/officeDocument/2006/relationships/slideLayout" Target="/ppt/slideLayouts/slideLayout3.xml" Id="R8f772af390614762" /><Relationship Type="http://schemas.openxmlformats.org/officeDocument/2006/relationships/slideLayout" Target="/ppt/slideLayouts/slideLayout4.xml" Id="R5d4b3dbb9f1f453c" /><Relationship Type="http://schemas.openxmlformats.org/officeDocument/2006/relationships/slideLayout" Target="/ppt/slideLayouts/slideLayout5.xml" Id="R15cf362136cb4deb" /><Relationship Type="http://schemas.openxmlformats.org/officeDocument/2006/relationships/slideLayout" Target="/ppt/slideLayouts/slideLayout6.xml" Id="R1616cb659d3b48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52317301074c32"/>
    <p:sldLayoutId xmlns:r="http://schemas.openxmlformats.org/officeDocument/2006/relationships" id="2147483650" r:id="Rda4f5c14e92248cd"/>
    <p:sldLayoutId xmlns:r="http://schemas.openxmlformats.org/officeDocument/2006/relationships" id="2147483651" r:id="R8f772af390614762"/>
    <p:sldLayoutId xmlns:r="http://schemas.openxmlformats.org/officeDocument/2006/relationships" id="2147483652" r:id="R5d4b3dbb9f1f453c"/>
    <p:sldLayoutId xmlns:r="http://schemas.openxmlformats.org/officeDocument/2006/relationships" id="2147483653" r:id="R15cf362136cb4deb"/>
    <p:sldLayoutId xmlns:r="http://schemas.openxmlformats.org/officeDocument/2006/relationships" id="2147483654" r:id="R1616cb659d3b48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85269d38c7ba472f"/><Relationship Type="http://schemas.openxmlformats.org/officeDocument/2006/relationships/image" Target="/ppt/media/image.png" Id="R9319e74f50c0488d"/><Relationship Type="http://schemas.openxmlformats.org/officeDocument/2006/relationships/image" Target="/ppt/media/image2.png" Id="Rbadfba4b3e0847ab"/><Relationship Type="http://schemas.openxmlformats.org/officeDocument/2006/relationships/notesSlide" Target="/ppt/notesSlides/notesSlide1.xml" Id="Rc89273b061314ca8"/><Relationship Id="rIdFamilyAudio" Type="http://schemas.openxmlformats.org/officeDocument/2006/relationships/audio" Target="../media/family-call.m4a"/><Relationship Id="rIdFamilyMedia" Type="http://schemas.microsoft.com/office/2007/relationships/media" Target="../media/family-call.m4a"/></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984b080eb74a19" /><Relationship Type="http://schemas.openxmlformats.org/officeDocument/2006/relationships/notesSlide" Target="/ppt/notesSlides/notesSlide2.xml" Id="R9435bfcf59c648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baf81ad6274e8f" /><Relationship Type="http://schemas.openxmlformats.org/officeDocument/2006/relationships/image" Target="/ppt/media/image3.png" Id="Rd4de03aaeaf14034" /><Relationship Type="http://schemas.openxmlformats.org/officeDocument/2006/relationships/notesSlide" Target="/ppt/notesSlides/notesSlide3.xml" Id="R7b7bd18caea34a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61fd40920f4965" /><Relationship Type="http://schemas.openxmlformats.org/officeDocument/2006/relationships/image" Target="/ppt/media/image4.png" Id="Rb5dcf5614aa1459c" /><Relationship Type="http://schemas.openxmlformats.org/officeDocument/2006/relationships/image" Target="/ppt/media/image5.png" Id="R005372d593764308" /><Relationship Type="http://schemas.openxmlformats.org/officeDocument/2006/relationships/image" Target="/ppt/media/image6.png" Id="Rc768da53838d467c" /><Relationship Type="http://schemas.openxmlformats.org/officeDocument/2006/relationships/image" Target="/ppt/media/image7.png" Id="R457dfb4efc154ac4" /><Relationship Type="http://schemas.openxmlformats.org/officeDocument/2006/relationships/notesSlide" Target="/ppt/notesSlides/notesSlide4.xml" Id="R3ea94f42c58449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4900297fe44ddc" /><Relationship Type="http://schemas.openxmlformats.org/officeDocument/2006/relationships/image" Target="/ppt/media/image.jpeg" Id="R306a6609f68e429b" /><Relationship Type="http://schemas.openxmlformats.org/officeDocument/2006/relationships/notesSlide" Target="/ppt/notesSlides/notesSlide5.xml" Id="R072d163a2dcc49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ca257f5f6f414e" /><Relationship Type="http://schemas.openxmlformats.org/officeDocument/2006/relationships/image" Target="/ppt/media/image2.jpeg" Id="R4d9d30f305944992" /><Relationship Type="http://schemas.openxmlformats.org/officeDocument/2006/relationships/image" Target="/ppt/media/image3.jpeg" Id="R648cf3e2f2294571" /><Relationship Type="http://schemas.openxmlformats.org/officeDocument/2006/relationships/image" Target="/ppt/media/image4.jpeg" Id="R00f33e1599074e5b" /><Relationship Type="http://schemas.openxmlformats.org/officeDocument/2006/relationships/notesSlide" Target="/ppt/notesSlides/notesSlide6.xml" Id="R005629cdac1843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63b636b649404e" /><Relationship Type="http://schemas.openxmlformats.org/officeDocument/2006/relationships/image" Target="/ppt/media/image8.png" Id="Rc3f4c9a9d1044d28" /><Relationship Type="http://schemas.openxmlformats.org/officeDocument/2006/relationships/notesSlide" Target="/ppt/notesSlides/notesSlide7.xml" Id="R44878b90a3de4e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47eccb940441e6" /><Relationship Type="http://schemas.openxmlformats.org/officeDocument/2006/relationships/image" Target="/ppt/media/image9.png" Id="Raf3bff7f9c924cb8" /><Relationship Type="http://schemas.openxmlformats.org/officeDocument/2006/relationships/image" Target="/ppt/media/image10.png" Id="R5c8002d693134d03" /><Relationship Type="http://schemas.openxmlformats.org/officeDocument/2006/relationships/image" Target="/ppt/media/image11.png" Id="R06eeaf82d3c34453" /><Relationship Type="http://schemas.openxmlformats.org/officeDocument/2006/relationships/notesSlide" Target="/ppt/notesSlides/notesSlide8.xml" Id="Rc1cff0fc5c8743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56753e583f4146" /><Relationship Type="http://schemas.openxmlformats.org/officeDocument/2006/relationships/notesSlide" Target="/ppt/notesSlides/notesSlide9.xml" Id="Ra3e0f081be5f47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f0ba1b7381406e" /><Relationship Type="http://schemas.openxmlformats.org/officeDocument/2006/relationships/image" Target="/ppt/media/image12.png" Id="R361560d868b14ffd" /><Relationship Type="http://schemas.openxmlformats.org/officeDocument/2006/relationships/notesSlide" Target="/ppt/notesSlides/notesSlide10.xml" Id="Rbdb0afb62fe34b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dd9520c93f0405a" /><Relationship Type="http://schemas.openxmlformats.org/officeDocument/2006/relationships/image" Target="/ppt/media/image13.png" Id="R71330ec9d4a94079" /><Relationship Type="http://schemas.openxmlformats.org/officeDocument/2006/relationships/notesSlide" Target="/ppt/notesSlides/notesSlide11.xml" Id="R484aabe1b9c04f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d468119193d492a" /><Relationship Type="http://schemas.openxmlformats.org/officeDocument/2006/relationships/image" Target="/ppt/media/image14.png" Id="R3bc89d9f93ce47bc" /><Relationship Type="http://schemas.openxmlformats.org/officeDocument/2006/relationships/image" Target="/ppt/media/image15.png" Id="Ra8bea393270b4e20" /><Relationship Type="http://schemas.openxmlformats.org/officeDocument/2006/relationships/image" Target="/ppt/media/image16.png" Id="Rcf68bb029af84565" /><Relationship Type="http://schemas.openxmlformats.org/officeDocument/2006/relationships/image" Target="/ppt/media/image5.jpeg" Id="R4ecea7550b8f4c9f" /><Relationship Type="http://schemas.openxmlformats.org/officeDocument/2006/relationships/notesSlide" Target="/ppt/notesSlides/notesSlide12.xml" Id="R5393d7dda4dc46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4ae7bacbec4ec1" /><Relationship Type="http://schemas.openxmlformats.org/officeDocument/2006/relationships/image" Target="/ppt/media/image17.png" Id="Rf76a5e6e3d994480" /><Relationship Type="http://schemas.openxmlformats.org/officeDocument/2006/relationships/image" Target="/ppt/media/image6.jpeg" Id="R4fe7bca9bf5240b6" /><Relationship Type="http://schemas.openxmlformats.org/officeDocument/2006/relationships/image" Target="/ppt/media/image18.png" Id="R9f7dd415b88c4fc7" /><Relationship Type="http://schemas.openxmlformats.org/officeDocument/2006/relationships/image" Target="/ppt/media/image19.png" Id="Reed7da4d63214cc2" /><Relationship Type="http://schemas.openxmlformats.org/officeDocument/2006/relationships/image" Target="/ppt/media/image20.png" Id="Rf8d6ac6f13ec41ba" /><Relationship Type="http://schemas.openxmlformats.org/officeDocument/2006/relationships/notesSlide" Target="/ppt/notesSlides/notesSlide13.xml" Id="R86ce5e7301b847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43f0ff67ee4c29" /><Relationship Type="http://schemas.openxmlformats.org/officeDocument/2006/relationships/image" Target="/ppt/media/image21.png" Id="Rf529f517a6e44f65" /><Relationship Type="http://schemas.openxmlformats.org/officeDocument/2006/relationships/image" Target="/ppt/media/image22.png" Id="Rcfdf733795d24ffd" /><Relationship Type="http://schemas.openxmlformats.org/officeDocument/2006/relationships/image" Target="/ppt/media/image23.png" Id="Rec3618908faa47d9" /><Relationship Type="http://schemas.openxmlformats.org/officeDocument/2006/relationships/image" Target="/ppt/media/image7.jpeg" Id="Rc3230bd6fcf64e62" /><Relationship Type="http://schemas.openxmlformats.org/officeDocument/2006/relationships/notesSlide" Target="/ppt/notesSlides/notesSlide14.xml" Id="Rd1867ade818643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023b485664e4e27" /><Relationship Type="http://schemas.openxmlformats.org/officeDocument/2006/relationships/image" Target="/ppt/media/image24.png" Id="R875b98589bea40ec" /><Relationship Type="http://schemas.openxmlformats.org/officeDocument/2006/relationships/image" Target="/ppt/media/image8.jpeg" Id="Rc71961dff782401a" /><Relationship Type="http://schemas.openxmlformats.org/officeDocument/2006/relationships/image" Target="/ppt/media/image25.png" Id="R58299158f5bb48ba" /><Relationship Type="http://schemas.openxmlformats.org/officeDocument/2006/relationships/image" Target="/ppt/media/image26.png" Id="R34a93e75914f4bff" /><Relationship Type="http://schemas.openxmlformats.org/officeDocument/2006/relationships/image" Target="/ppt/media/image27.png" Id="Rc2680e6d92254fea" /><Relationship Type="http://schemas.openxmlformats.org/officeDocument/2006/relationships/notesSlide" Target="/ppt/notesSlides/notesSlide15.xml" Id="R3b51c03f5b4744c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a3181ecfa8e4acf" /><Relationship Type="http://schemas.openxmlformats.org/officeDocument/2006/relationships/image" Target="/ppt/media/image28.png" Id="R580ae5755b4046ae" /><Relationship Type="http://schemas.openxmlformats.org/officeDocument/2006/relationships/image" Target="/ppt/media/image9.jpeg" Id="R773a37b45f0844ea" /><Relationship Type="http://schemas.openxmlformats.org/officeDocument/2006/relationships/image" Target="/ppt/media/image29.png" Id="Re202dfb8973c46db" /><Relationship Type="http://schemas.openxmlformats.org/officeDocument/2006/relationships/notesSlide" Target="/ppt/notesSlides/notesSlide16.xml" Id="Rcb263db8350b42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549f4e7dbcd4266" /><Relationship Type="http://schemas.openxmlformats.org/officeDocument/2006/relationships/image" Target="/ppt/media/image30.png" Id="Rba124cd8fe3b4be0" /><Relationship Type="http://schemas.openxmlformats.org/officeDocument/2006/relationships/image" Target="/ppt/media/image10.jpeg" Id="R164efad7b6f34a07" /><Relationship Type="http://schemas.openxmlformats.org/officeDocument/2006/relationships/image" Target="/ppt/media/image31.png" Id="R5c97e9cd29d04a45" /><Relationship Type="http://schemas.openxmlformats.org/officeDocument/2006/relationships/image" Target="/ppt/media/image32.png" Id="R49d3eb3bc4bd4bc2" /><Relationship Type="http://schemas.openxmlformats.org/officeDocument/2006/relationships/notesSlide" Target="/ppt/notesSlides/notesSlide17.xml" Id="Rba7692024fe242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6e1ba35784348a8" /><Relationship Type="http://schemas.openxmlformats.org/officeDocument/2006/relationships/image" Target="/ppt/media/image33.png" Id="R00bcfd7971764922" /><Relationship Type="http://schemas.openxmlformats.org/officeDocument/2006/relationships/image" Target="/ppt/media/image34.png" Id="Rd7cf305757c74a6f" /><Relationship Type="http://schemas.openxmlformats.org/officeDocument/2006/relationships/image" Target="/ppt/media/image35.png" Id="R10e772dfc88747fd" /><Relationship Type="http://schemas.openxmlformats.org/officeDocument/2006/relationships/image" Target="/ppt/media/image11.jpeg" Id="R3cf0908233964145" /><Relationship Type="http://schemas.openxmlformats.org/officeDocument/2006/relationships/notesSlide" Target="/ppt/notesSlides/notesSlide18.xml" Id="Rb03ebb7b9d904c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ba53ef14fe940b6" /><Relationship Type="http://schemas.openxmlformats.org/officeDocument/2006/relationships/image" Target="/ppt/media/image36.png" Id="Rdf6fc070fd494a0c" /><Relationship Type="http://schemas.openxmlformats.org/officeDocument/2006/relationships/image" Target="/ppt/media/image12.jpeg" Id="R365736cba2714f1a" /><Relationship Type="http://schemas.openxmlformats.org/officeDocument/2006/relationships/image" Target="/ppt/media/image37.png" Id="R9ff66b7dab01421f" /><Relationship Type="http://schemas.openxmlformats.org/officeDocument/2006/relationships/image" Target="/ppt/media/image38.png" Id="R7c7c395d469d419e" /><Relationship Type="http://schemas.openxmlformats.org/officeDocument/2006/relationships/image" Target="/ppt/media/image39.png" Id="R7c56cf13aaed4b29" /><Relationship Type="http://schemas.openxmlformats.org/officeDocument/2006/relationships/notesSlide" Target="/ppt/notesSlides/notesSlide19.xml" Id="R9be09584e49246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fa5388a8b334288" /><Relationship Type="http://schemas.openxmlformats.org/officeDocument/2006/relationships/image" Target="/ppt/media/image40.png" Id="R383581503c294144" /><Relationship Type="http://schemas.openxmlformats.org/officeDocument/2006/relationships/image" Target="/ppt/media/image41.png" Id="R6d6b8840b1a94a3b" /><Relationship Type="http://schemas.openxmlformats.org/officeDocument/2006/relationships/image" Target="/ppt/media/image42.png" Id="R6864bd61fba54898" /><Relationship Type="http://schemas.openxmlformats.org/officeDocument/2006/relationships/image" Target="/ppt/media/image43.png" Id="R542f65cf0d3e4080" /><Relationship Type="http://schemas.openxmlformats.org/officeDocument/2006/relationships/notesSlide" Target="/ppt/notesSlides/notesSlide20.xml" Id="Re5559a09f6fd48f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22a441d3c7546e8" /><Relationship Type="http://schemas.openxmlformats.org/officeDocument/2006/relationships/notesSlide" Target="/ppt/notesSlides/notesSlide21.xml" Id="R177a3ccba94e4d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5d51bc3018344bc" /><Relationship Type="http://schemas.openxmlformats.org/officeDocument/2006/relationships/chart" Target="/ppt/slides/charts/chart1.xml" Id="Ra35099b3ffab488f" /><Relationship Type="http://schemas.openxmlformats.org/officeDocument/2006/relationships/notesSlide" Target="/ppt/notesSlides/notesSlide22.xml" Id="R2b98e92512914e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9c3389b8d3f47f1" /><Relationship Type="http://schemas.openxmlformats.org/officeDocument/2006/relationships/image" Target="/ppt/media/image44.png" Id="R084d111b3a214168" /><Relationship Type="http://schemas.openxmlformats.org/officeDocument/2006/relationships/image" Target="/ppt/media/image45.png" Id="Rd4f8dad4c8ef4d14" /><Relationship Type="http://schemas.openxmlformats.org/officeDocument/2006/relationships/image" Target="/ppt/media/image46.png" Id="R40711899ae994489" /><Relationship Type="http://schemas.openxmlformats.org/officeDocument/2006/relationships/image" Target="/ppt/media/image47.png" Id="R3286ae92a78d449a" /><Relationship Type="http://schemas.openxmlformats.org/officeDocument/2006/relationships/image" Target="/ppt/media/image48.png" Id="R85d0705d7597453c" /><Relationship Type="http://schemas.openxmlformats.org/officeDocument/2006/relationships/image" Target="/ppt/media/image49.png" Id="Ra5c04154eae74afb" /><Relationship Type="http://schemas.openxmlformats.org/officeDocument/2006/relationships/image" Target="/ppt/media/image50.png" Id="Re68e2d0efe114610" /><Relationship Type="http://schemas.openxmlformats.org/officeDocument/2006/relationships/notesSlide" Target="/ppt/notesSlides/notesSlide23.xml" Id="Rce9c1b611198474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a2786573931455d" /><Relationship Type="http://schemas.openxmlformats.org/officeDocument/2006/relationships/notesSlide" Target="/ppt/notesSlides/notesSlide24.xml" Id="Re111f3e85a9a47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68684372eab46ee" /><Relationship Type="http://schemas.openxmlformats.org/officeDocument/2006/relationships/image" Target="/ppt/media/image51.png" Id="R55bc395dc3f24fdb" /><Relationship Type="http://schemas.openxmlformats.org/officeDocument/2006/relationships/image" Target="/ppt/media/image52.png" Id="Rff346bf0b53b4949" /><Relationship Type="http://schemas.openxmlformats.org/officeDocument/2006/relationships/image" Target="/ppt/media/image53.png" Id="R86651777356048b5" /><Relationship Type="http://schemas.openxmlformats.org/officeDocument/2006/relationships/image" Target="/ppt/media/image54.png" Id="Ra81aba35a3be42b7" /><Relationship Type="http://schemas.openxmlformats.org/officeDocument/2006/relationships/image" Target="/ppt/media/image55.png" Id="Rb2af1ad2aee44a1d" /><Relationship Type="http://schemas.openxmlformats.org/officeDocument/2006/relationships/notesSlide" Target="/ppt/notesSlides/notesSlide25.xml" Id="Rc287666d32ff460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59be19e1edb4ad0" /><Relationship Type="http://schemas.openxmlformats.org/officeDocument/2006/relationships/image" Target="/ppt/media/image56.png" Id="Rc7504f2a17d541a5" /><Relationship Type="http://schemas.openxmlformats.org/officeDocument/2006/relationships/image" Target="/ppt/media/image57.png" Id="R7c111a5008004d5a" /><Relationship Type="http://schemas.openxmlformats.org/officeDocument/2006/relationships/image" Target="/ppt/media/image58.png" Id="R52680771d3e149d9" /><Relationship Type="http://schemas.openxmlformats.org/officeDocument/2006/relationships/image" Target="/ppt/media/image59.png" Id="R16809c5abed4450c" /><Relationship Type="http://schemas.openxmlformats.org/officeDocument/2006/relationships/notesSlide" Target="/ppt/notesSlides/notesSlide26.xml" Id="R7920dc8c9bbc473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6ac6863bf7a4160" /><Relationship Type="http://schemas.openxmlformats.org/officeDocument/2006/relationships/notesSlide" Target="/ppt/notesSlides/notesSlide27.xml" Id="R6eb4ed2d568b47b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47c987bf98a45fa" /><Relationship Type="http://schemas.openxmlformats.org/officeDocument/2006/relationships/notesSlide" Target="/ppt/notesSlides/notesSlide28.xml" Id="R35fbf2a3e0a04ce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3f62055150f47eb" /><Relationship Type="http://schemas.openxmlformats.org/officeDocument/2006/relationships/image" Target="/ppt/media/image60.png" Id="Rd56102cfdf28419c" /><Relationship Type="http://schemas.openxmlformats.org/officeDocument/2006/relationships/image" Target="/ppt/media/image61.png" Id="R38bfaf4d672840e9" /><Relationship Type="http://schemas.openxmlformats.org/officeDocument/2006/relationships/image" Target="/ppt/media/image62.png" Id="R3dcea33b545a44b3" /><Relationship Type="http://schemas.openxmlformats.org/officeDocument/2006/relationships/notesSlide" Target="/ppt/notesSlides/notesSlide29.xml" Id="R0f277d726ec646d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750e7a5dbcf45d2" /><Relationship Type="http://schemas.openxmlformats.org/officeDocument/2006/relationships/image" Target="/ppt/media/image63.png" Id="Reb4c2517e4d741a2" /><Relationship Type="http://schemas.openxmlformats.org/officeDocument/2006/relationships/notesSlide" Target="/ppt/notesSlides/notesSlide30.xml" Id="Rc047e84cf6ae4fa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5cb4d20186a4167" /><Relationship Type="http://schemas.openxmlformats.org/officeDocument/2006/relationships/image" Target="/ppt/media/image64.png" Id="Rba53ede9e5884fd9" /><Relationship Type="http://schemas.openxmlformats.org/officeDocument/2006/relationships/notesSlide" Target="/ppt/notesSlides/notesSlide31.xml" Id="R19cd946d71fe4f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연환산 매출</c:v>
          </c:tx>
          <c:dPt>
            <c:idx val="0"/>
            <c:invertIfNegative val="0"/>
            <c:spPr>
              <a:solidFill xmlns:a="http://schemas.openxmlformats.org/drawingml/2006/main">
                <a:srgbClr val="729690"/>
              </a:solidFill>
            </c:spPr>
          </c:dPt>
          <c:dPt>
            <c:idx val="1"/>
            <c:invertIfNegative val="0"/>
            <c:spPr>
              <a:solidFill xmlns:a="http://schemas.openxmlformats.org/drawingml/2006/main">
                <a:srgbClr val="183E35"/>
              </a:solidFill>
            </c:spPr>
          </c:dPt>
          <c:dPt>
            <c:idx val="2"/>
            <c:invertIfNegative val="0"/>
            <c:spPr>
              <a:solidFill xmlns:a="http://schemas.openxmlformats.org/drawingml/2006/main">
                <a:srgbClr val="567D89"/>
              </a:solidFill>
            </c:spPr>
          </c:dPt>
          <c:cat>
            <c:strRef>
              <c:f>'Chart Data'!$A$2:$A$4</c:f>
              <c:strCache>
                <c:ptCount val="3"/>
                <c:pt idx="0">
                  <c:v>0.5%  948개</c:v>
                </c:pt>
                <c:pt idx="1">
                  <c:v>1%  1,897개</c:v>
                </c:pt>
                <c:pt idx="2">
                  <c:v>2%  3,793개</c:v>
                </c:pt>
              </c:strCache>
            </c:strRef>
          </c:cat>
          <c:val>
            <c:numRef>
              <c:f>'Chart Data'!$B$2:$B$4</c:f>
              <c:numCache>
                <c:formatCode>0</c:formatCode>
                <c:ptCount val="3"/>
                <c:pt idx="0">
                  <c:v>4.74</c:v>
                </c:pt>
                <c:pt idx="1">
                  <c:v>9.49</c:v>
                </c:pt>
                <c:pt idx="2">
                  <c:v>18.97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a:solidFill>
                    <a:srgbClr val="183E35"/>
                  </a:solidFill>
                  <a:latin typeface="Pretendard"/>
                  <a:ea typeface="Pretendard"/>
                  <a:cs typeface="Pretendard"/>
                </a:defRPr>
              </a:pPr>
            </a:p>
          </c:txPr>
          <c:dLblPos val="outEnd"/>
          <c:showLegendKey val="0"/>
          <c:showVal val="1"/>
          <c:showCatName val="0"/>
          <c:showSerName val="0"/>
          <c:showPercent val="0"/>
          <c:showBubbleSize val="0"/>
          <c:showLeaderLines val="0"/>
        </c:dLbls>
        <c:gapWidth val="86"/>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83E35"/>
                </a:solidFill>
                <a:latin typeface="Pretendard"/>
                <a:ea typeface="Pretendard"/>
                <a:cs typeface="Pretendard"/>
              </a:defRPr>
            </a:pPr>
          </a:p>
        </c:txPr>
        <c:crossAx val="48672768"/>
      </c:catAx>
      <c:valAx>
        <c:axId val="48672768"/>
        <c:scaling>
          <c:orientation val="minMax"/>
          <c:max val="25"/>
          <c:min val="0"/>
        </c:scaling>
        <c:delete val="0"/>
        <c:axPos val="b"/>
        <c:majorGridlines>
          <c:spPr>
            <a:ln xmlns:a="http://schemas.openxmlformats.org/drawingml/2006/main" w="9525">
              <a:solidFill>
                <a:srgbClr val="D2DCD6"/>
              </a:solidFill>
            </a:ln>
          </c:spPr>
        </c:majorGridlines>
        <c:title>
          <c:tx>
            <c:rich>
              <a:bodyPr xmlns:a="http://schemas.openxmlformats.org/drawingml/2006/main"/>
              <a:lstStyle xmlns:a="http://schemas.openxmlformats.org/drawingml/2006/main"/>
              <a:p xmlns:a="http://schemas.openxmlformats.org/drawingml/2006/main">
                <a:r>
                  <a:rPr>
                    <a:latin typeface="Pretendard"/>
                    <a:ea typeface="Pretendard"/>
                    <a:cs typeface="Pretendard"/>
                  </a:rPr>
                  <a:t>억원 / 년</a:t>
                </a:r>
              </a:p>
            </c:rich>
          </c:tx>
          <c:overlay val="0"/>
          <c:txPr>
            <a:bodyPr xmlns:a="http://schemas.openxmlformats.org/drawingml/2006/main" anchorCtr="1"/>
            <a:lstStyle xmlns:a="http://schemas.openxmlformats.org/drawingml/2006/main"/>
            <a:p xmlns:a="http://schemas.openxmlformats.org/drawingml/2006/main">
              <a:pPr>
                <a:defRPr>
                  <a:latin typeface="Pretendard"/>
                  <a:ea typeface="Pretendard"/>
                  <a:cs typeface="Pretendard"/>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568"/>
                </a:solidFill>
                <a:latin typeface="Pretendard"/>
                <a:ea typeface="Pretendard"/>
                <a:cs typeface="Pretendard"/>
              </a:defRPr>
            </a:pPr>
          </a:p>
        </c:txPr>
        <c:crossAx val="48650112"/>
        <c:crossBetween val="between"/>
        <c:majorUnit val="5"/>
      </c:valAx>
      <c:spPr>
        <a:solidFill xmlns:a="http://schemas.openxmlformats.org/drawingml/2006/main">
          <a:srgbClr val="F5F2E9"/>
        </a:solidFill>
      </c:spPr>
    </c:plotArea>
    <c:plotVisOnly val="1"/>
  </c:chart>
  <c:spPr>
    <a:solidFill xmlns:a="http://schemas.openxmlformats.org/drawingml/2006/main">
      <a:srgbClr val="F5F2E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4FF0C7-6B9E-4F0D-8AA6-DEE7264C02DF}"/>
              </a:ext>
            </a:extLst>
          </p:cNvPr>
          <p:cNvSpPr>
            <a:spLocks xmlns:a="http://schemas.openxmlformats.org/drawingml/2006/main" noGrp="1"/>
          </p:cNvSpPr>
          <p:nvPr/>
        </p:nvSpPr>
        <p:spPr>
          <a:xfrm xmlns:a="http://schemas.openxmlformats.org/drawingml/2006/main">
            <a:off x="3486150" y="1485900"/>
            <a:ext cx="2171700" cy="21717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574B1C-562D-438C-B1AF-D5C392923D6C}"/>
              </a:ext>
            </a:extLst>
          </p:cNvPr>
          <p:cNvSpPr>
            <a:spLocks xmlns:a="http://schemas.openxmlformats.org/drawingml/2006/main" noGrp="1"/>
          </p:cNvSpPr>
          <p:nvPr/>
        </p:nvSpPr>
        <p:spPr>
          <a:xfrm xmlns:a="http://schemas.openxmlformats.org/drawingml/2006/main">
            <a:off x="3600450" y="1600200"/>
            <a:ext cx="1943100" cy="194310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6C95782-B5D1-4D22-9E50-D8A837876687}"/>
              </a:ext>
            </a:extLst>
          </p:cNvPr>
          <p:cNvPicPr>
            <a:picLocks xmlns:a="http://schemas.openxmlformats.org/drawingml/2006/main" noChangeAspect="1"/>
          </p:cNvPicPr>
          <p:nvPr/>
        </p:nvPicPr>
        <p:blipFill>
          <a:blip xmlns:r="http://schemas.openxmlformats.org/officeDocument/2006/relationships" xmlns:a="http://schemas.openxmlformats.org/drawingml/2006/main" r:embed="R9319e74f50c0488d"/>
          <a:stretch xmlns:a="http://schemas.openxmlformats.org/drawingml/2006/main"/>
        </p:blipFill>
        <p:spPr>
          <a:xfrm xmlns:a="http://schemas.openxmlformats.org/drawingml/2006/main">
            <a:off x="4038600" y="2038350"/>
            <a:ext cx="1066800" cy="1066800"/>
          </a:xfrm>
          <a:prstGeom xmlns:a="http://schemas.openxmlformats.org/drawingml/2006/main" prst="rect">
            <a:avLst/>
          </a:prstGeom>
        </p:spPr>
      </p:pic>
      <p:pic>
        <p:nvPicPr>
          <p:cNvPr id="4" name="Play embedded family call">
            <a:hlinkClick xmlns:a="http://schemas.openxmlformats.org/drawingml/2006/main" action="ppaction://media"/>
            <a:extLst xmlns:a="http://schemas.openxmlformats.org/drawingml/2006/main">
              <a:ext uri="{FF2B5EF4-FFF2-40B4-BE49-F238E27FC236}">
                <a16:creationId xmlns:a16="http://schemas.microsoft.com/office/drawing/2014/main" id="{1A06C398-A5ED-489D-8033-FAA4F822E016}"/>
              </a:ext>
            </a:extLst>
          </p:cNvPr>
          <p:cNvPicPr>
            <a:picLocks xmlns:a="http://schemas.openxmlformats.org/drawingml/2006/main" noChangeAspect="1"/>
          </p:cNvPicPr>
          <p:nvPr>
            <a:audioFile xmlns:a="http://schemas.openxmlformats.org/drawingml/2006/main" xmlns:r="http://schemas.openxmlformats.org/officeDocument/2006/relationships" r:link="rIdFamilyAudio"/>
            <p:extLst>
              <p:ext uri="{DAA4B4D4-6D71-4841-9C94-3DE7FCFB9230}">
                <p14:media xmlns:p14="http://schemas.microsoft.com/office/powerpoint/2010/main" xmlns:r="http://schemas.openxmlformats.org/officeDocument/2006/relationships" r:embed="rIdFamilyMedia"/>
              </p:ext>
            </p:extLst>
          </p:nvPr>
        </p:nvPicPr>
        <p:blipFill>
          <a:blip xmlns:r="http://schemas.openxmlformats.org/officeDocument/2006/relationships" xmlns:a="http://schemas.openxmlformats.org/drawingml/2006/main" r:embed="Rbadfba4b3e0847ab"/>
          <a:srcRect xmlns:a="http://schemas.openxmlformats.org/drawingml/2006/main" l="0" t="0" r="0" b="0"/>
          <a:stretch xmlns:a="http://schemas.openxmlformats.org/drawingml/2006/main">
            <a:fillRect l="0" t="0" r="0" b="0"/>
          </a:stretch>
        </p:blipFill>
        <p:spPr>
          <a:xfrm xmlns:a="http://schemas.openxmlformats.org/drawingml/2006/main">
            <a:off x="3600450" y="1600200"/>
            <a:ext cx="1943100" cy="1943100"/>
          </a:xfrm>
          <a:prstGeom xmlns:a="http://schemas.openxmlformats.org/drawingml/2006/main" prst="rect">
            <a:avLst/>
          </a:prstGeom>
        </p:spPr>
      </p:pic>
    </p:spTree>
    <p:extLst>
      <p:ext uri="{BB962C8B-B14F-4D97-AF65-F5344CB8AC3E}">
        <p14:creationId xmlns:p14="http://schemas.microsoft.com/office/powerpoint/2010/main" val="1939766901"/>
      </p:ext>
    </p:extLst>
  </p:cSld>
  <p:timing>
    <p:tnLst>
      <p:par>
        <p:cTn id="1" dur="indefinite" restart="never" nodeType="tmRoot">
          <p:childTnLst>
            <p:audio isNarration="0">
              <p:cMediaNode vol="100000">
                <p:cTn id="2" fill="hold" display="0">
                  <p:stCondLst>
                    <p:cond delay="indefinite"/>
                  </p:stCondLst>
                </p:cTn>
                <p:tgtEl>
                  <p:spTgt spid="4"/>
                </p:tgtEl>
              </p:cMediaNode>
            </p:audio>
          </p:childTnLst>
        </p:cTn>
      </p:par>
    </p:tnLst>
  </p:timing>
</p:sld>
</file>

<file path=ppt/slides/slide2.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4" name="여러분의 종중은">
            <a:extLst xmlns:a="http://schemas.openxmlformats.org/drawingml/2006/main">
              <a:ext uri="{FF2B5EF4-FFF2-40B4-BE49-F238E27FC236}">
                <a16:creationId xmlns:a16="http://schemas.microsoft.com/office/drawing/2014/main" id="{F91C17BF-D98C-4B33-8C47-8B3035EE3ACD}"/>
              </a:ext>
            </a:extLst>
          </p:cNvPr>
          <p:cNvSpPr>
            <a:spLocks xmlns:a="http://schemas.openxmlformats.org/drawingml/2006/main" noGrp="1"/>
          </p:cNvSpPr>
          <p:nvPr/>
        </p:nvSpPr>
        <p:spPr>
          <a:xfrm xmlns:a="http://schemas.openxmlformats.org/drawingml/2006/main">
            <a:off x="628650" y="1219200"/>
            <a:ext cx="7886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75" b="1">
                <a:solidFill>
                  <a:srgbClr val="F5F2E9"/>
                </a:solidFill>
                <a:latin typeface="Pretendard"/>
                <a:ea typeface="Pretendard"/>
                <a:cs typeface="Pretendard"/>
              </a:defRPr>
            </a:defPPr>
          </a:lstStyle>
          <a:p xmlns:a="http://schemas.openxmlformats.org/drawingml/2006/main">
            <a:pPr algn="l">
              <a:defRPr sz="4875" b="1">
                <a:solidFill>
                  <a:srgbClr val="F5F2E9"/>
                </a:solidFill>
                <a:latin typeface="Pretendard"/>
                <a:ea typeface="Pretendard"/>
                <a:cs typeface="Pretendard"/>
              </a:defRPr>
            </a:pPr>
            <a:r>
              <a:rPr sz="4875" b="1">
                <a:solidFill>
                  <a:srgbClr val="F5F2E9"/>
                </a:solidFill>
                <a:latin typeface="Pretendard"/>
                <a:ea typeface="Pretendard"/>
                <a:cs typeface="Pretendard"/>
              </a:rPr>
              <a:t>여러분의 종중은</a:t>
            </a:r>
          </a:p>
        </p:txBody>
      </p:sp>
      <p:sp>
        <p:nvSpPr>
          <p:cNvPr id="2" name="안녕">
            <a:extLst xmlns:a="http://schemas.openxmlformats.org/drawingml/2006/main">
              <a:ext uri="{FF2B5EF4-FFF2-40B4-BE49-F238E27FC236}">
                <a16:creationId xmlns:a16="http://schemas.microsoft.com/office/drawing/2014/main" id="{940BBAA1-CF5B-4DA6-8CB8-B7E9A29912C3}"/>
              </a:ext>
            </a:extLst>
          </p:cNvPr>
          <p:cNvSpPr>
            <a:spLocks xmlns:a="http://schemas.openxmlformats.org/drawingml/2006/main" noGrp="1"/>
          </p:cNvSpPr>
          <p:nvPr/>
        </p:nvSpPr>
        <p:spPr>
          <a:xfrm xmlns:a="http://schemas.openxmlformats.org/drawingml/2006/main">
            <a:off x="619125" y="2352675"/>
            <a:ext cx="1704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D05258"/>
                </a:solidFill>
                <a:latin typeface="Pretendard"/>
                <a:ea typeface="Pretendard"/>
                <a:cs typeface="Pretendard"/>
              </a:defRPr>
            </a:defPPr>
          </a:lstStyle>
          <a:p xmlns:a="http://schemas.openxmlformats.org/drawingml/2006/main">
            <a:pPr algn="l">
              <a:defRPr sz="6300" b="1">
                <a:solidFill>
                  <a:srgbClr val="D05258"/>
                </a:solidFill>
                <a:latin typeface="Pretendard"/>
                <a:ea typeface="Pretendard"/>
                <a:cs typeface="Pretendard"/>
              </a:defRPr>
            </a:pPr>
            <a:r>
              <a:rPr sz="6300" b="1">
                <a:solidFill>
                  <a:srgbClr val="D05258"/>
                </a:solidFill>
                <a:latin typeface="Pretendard"/>
                <a:ea typeface="Pretendard"/>
                <a:cs typeface="Pretendard"/>
              </a:rPr>
              <a:t>안녕</a:t>
            </a:r>
          </a:p>
        </p:txBody>
      </p:sp>
      <p:sp>
        <p:nvSpPr>
          <p:cNvPr id="3" name="하십니까?">
            <a:extLst xmlns:a="http://schemas.openxmlformats.org/drawingml/2006/main">
              <a:ext uri="{FF2B5EF4-FFF2-40B4-BE49-F238E27FC236}">
                <a16:creationId xmlns:a16="http://schemas.microsoft.com/office/drawing/2014/main" id="{24BC382A-193F-4768-8D78-16682D3D00F8}"/>
              </a:ext>
            </a:extLst>
          </p:cNvPr>
          <p:cNvSpPr>
            <a:spLocks xmlns:a="http://schemas.openxmlformats.org/drawingml/2006/main" noGrp="1"/>
          </p:cNvSpPr>
          <p:nvPr/>
        </p:nvSpPr>
        <p:spPr>
          <a:xfrm xmlns:a="http://schemas.openxmlformats.org/drawingml/2006/main">
            <a:off x="2324100" y="2352675"/>
            <a:ext cx="5953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하십니까?</a:t>
            </a:r>
          </a:p>
        </p:txBody>
      </p:sp>
    </p:spTree>
    <p:extLst>
      <p:ext uri="{BB962C8B-B14F-4D97-AF65-F5344CB8AC3E}">
        <p14:creationId xmlns:p14="http://schemas.microsoft.com/office/powerpoint/2010/main" val="2127647726"/>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4" name="전주이씨">
            <a:extLst xmlns:a="http://schemas.openxmlformats.org/drawingml/2006/main">
              <a:ext uri="{FF2B5EF4-FFF2-40B4-BE49-F238E27FC236}">
                <a16:creationId xmlns:a16="http://schemas.microsoft.com/office/drawing/2014/main" id="{B6D97593-DB1F-4287-AF3C-E906650AD844}"/>
              </a:ext>
            </a:extLst>
          </p:cNvPr>
          <p:cNvSpPr>
            <a:spLocks xmlns:a="http://schemas.openxmlformats.org/drawingml/2006/main" noGrp="1"/>
          </p:cNvSpPr>
          <p:nvPr/>
        </p:nvSpPr>
        <p:spPr>
          <a:xfrm xmlns:a="http://schemas.openxmlformats.org/drawingml/2006/main">
            <a:off x="485775" y="228600"/>
            <a:ext cx="817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183E35"/>
                </a:solidFill>
                <a:latin typeface="Pretendard"/>
                <a:ea typeface="Pretendard"/>
                <a:cs typeface="Pretendard"/>
              </a:defRPr>
            </a:defPPr>
          </a:lstStyle>
          <a:p xmlns:a="http://schemas.openxmlformats.org/drawingml/2006/main">
            <a:pPr algn="ctr">
              <a:defRPr sz="1800">
                <a:solidFill>
                  <a:srgbClr val="183E35"/>
                </a:solidFill>
                <a:latin typeface="Pretendard"/>
                <a:ea typeface="Pretendard"/>
                <a:cs typeface="Pretendard"/>
              </a:defRPr>
            </a:pPr>
            <a:r>
              <a:rPr sz="1800">
                <a:solidFill>
                  <a:srgbClr val="183E35"/>
                </a:solidFill>
                <a:latin typeface="Pretendard"/>
                <a:ea typeface="Pretendard"/>
                <a:cs typeface="Pretendard"/>
              </a:rPr>
              <a:t>전주이씨</a:t>
            </a:r>
          </a:p>
        </p:txBody>
      </p:sp>
      <p:sp>
        <p:nvSpPr>
          <p:cNvPr id="2" name="임영대군파종중">
            <a:extLst xmlns:a="http://schemas.openxmlformats.org/drawingml/2006/main">
              <a:ext uri="{FF2B5EF4-FFF2-40B4-BE49-F238E27FC236}">
                <a16:creationId xmlns:a16="http://schemas.microsoft.com/office/drawing/2014/main" id="{551C329F-8F1C-4D47-9F55-BA3927885493}"/>
              </a:ext>
            </a:extLst>
          </p:cNvPr>
          <p:cNvSpPr>
            <a:spLocks xmlns:a="http://schemas.openxmlformats.org/drawingml/2006/main" noGrp="1"/>
          </p:cNvSpPr>
          <p:nvPr/>
        </p:nvSpPr>
        <p:spPr>
          <a:xfrm xmlns:a="http://schemas.openxmlformats.org/drawingml/2006/main">
            <a:off x="485775" y="571500"/>
            <a:ext cx="817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625" b="1">
                <a:solidFill>
                  <a:srgbClr val="183E35"/>
                </a:solidFill>
                <a:latin typeface="Pretendard"/>
                <a:ea typeface="Pretendard"/>
                <a:cs typeface="Pretendard"/>
              </a:defRPr>
            </a:defPPr>
          </a:lstStyle>
          <a:p xmlns:a="http://schemas.openxmlformats.org/drawingml/2006/main">
            <a:pPr algn="ctr">
              <a:defRPr sz="2625" b="1">
                <a:solidFill>
                  <a:srgbClr val="183E35"/>
                </a:solidFill>
                <a:latin typeface="Pretendard"/>
                <a:ea typeface="Pretendard"/>
                <a:cs typeface="Pretendard"/>
              </a:defRPr>
            </a:pPr>
            <a:r>
              <a:rPr sz="2625" b="1">
                <a:solidFill>
                  <a:srgbClr val="183E35"/>
                </a:solidFill>
                <a:latin typeface="Pretendard"/>
                <a:ea typeface="Pretendard"/>
                <a:cs typeface="Pretendard"/>
              </a:rPr>
              <a:t>임영대군파종중</a:t>
            </a:r>
          </a:p>
        </p:txBody>
      </p:sp>
      <p:pic>
        <p:nvPicPr>
          <p:cNvPr id="3" name="">
            <a:extLst xmlns:a="http://schemas.openxmlformats.org/drawingml/2006/main">
              <a:ext uri="{FF2B5EF4-FFF2-40B4-BE49-F238E27FC236}">
                <a16:creationId xmlns:a16="http://schemas.microsoft.com/office/drawing/2014/main" id="{B3A21BFB-1723-435C-B102-6353CDD51F9C}"/>
              </a:ext>
            </a:extLst>
          </p:cNvPr>
          <p:cNvPicPr>
            <a:picLocks xmlns:a="http://schemas.openxmlformats.org/drawingml/2006/main" noChangeAspect="1"/>
          </p:cNvPicPr>
          <p:nvPr/>
        </p:nvPicPr>
        <p:blipFill>
          <a:blip xmlns:r="http://schemas.openxmlformats.org/officeDocument/2006/relationships" xmlns:a="http://schemas.openxmlformats.org/drawingml/2006/main" r:embed="Rd4de03aaeaf14034"/>
          <a:stretch xmlns:a="http://schemas.openxmlformats.org/drawingml/2006/main"/>
        </p:blipFill>
        <p:spPr>
          <a:xfrm xmlns:a="http://schemas.openxmlformats.org/drawingml/2006/main">
            <a:off x="3214878" y="1123950"/>
            <a:ext cx="2714244" cy="3914775"/>
          </a:xfrm>
          <a:prstGeom xmlns:a="http://schemas.openxmlformats.org/drawingml/2006/main" prst="rect">
            <a:avLst/>
          </a:prstGeom>
        </p:spPr>
      </p:pic>
    </p:spTree>
    <p:extLst>
      <p:ext uri="{BB962C8B-B14F-4D97-AF65-F5344CB8AC3E}">
        <p14:creationId xmlns:p14="http://schemas.microsoft.com/office/powerpoint/2010/main" val="161608853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우리 가족의 일">
            <a:extLst xmlns:a="http://schemas.openxmlformats.org/drawingml/2006/main">
              <a:ext uri="{FF2B5EF4-FFF2-40B4-BE49-F238E27FC236}">
                <a16:creationId xmlns:a16="http://schemas.microsoft.com/office/drawing/2014/main" id="{B54B31A7-692E-4605-A3C9-76CE762F544E}"/>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우리 가족의 일</a:t>
            </a:r>
          </a:p>
        </p:txBody>
      </p:sp>
      <p:sp>
        <p:nvSpPr>
          <p:cNvPr id="2" name="종중">
            <a:extLst xmlns:a="http://schemas.openxmlformats.org/drawingml/2006/main">
              <a:ext uri="{FF2B5EF4-FFF2-40B4-BE49-F238E27FC236}">
                <a16:creationId xmlns:a16="http://schemas.microsoft.com/office/drawing/2014/main" id="{08E31101-D51B-4C34-9A8D-BC02FFD6602C}"/>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a:t>
            </a:r>
          </a:p>
        </p:txBody>
      </p:sp>
      <p:sp>
        <p:nvSpPr>
          <p:cNvPr id="3" name="04">
            <a:extLst xmlns:a="http://schemas.openxmlformats.org/drawingml/2006/main">
              <a:ext uri="{FF2B5EF4-FFF2-40B4-BE49-F238E27FC236}">
                <a16:creationId xmlns:a16="http://schemas.microsoft.com/office/drawing/2014/main" id="{C96351F2-0DE0-4467-8AD8-77C7E32479B4}"/>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04</a:t>
            </a:r>
          </a:p>
        </p:txBody>
      </p:sp>
      <p:pic>
        <p:nvPicPr>
          <p:cNvPr id="4" name="">
            <a:extLst xmlns:a="http://schemas.openxmlformats.org/drawingml/2006/main">
              <a:ext uri="{FF2B5EF4-FFF2-40B4-BE49-F238E27FC236}">
                <a16:creationId xmlns:a16="http://schemas.microsoft.com/office/drawing/2014/main" id="{3CEAC333-12E5-47A5-B5E4-6B778859AD76}"/>
              </a:ext>
            </a:extLst>
          </p:cNvPr>
          <p:cNvPicPr>
            <a:picLocks xmlns:a="http://schemas.openxmlformats.org/drawingml/2006/main" noChangeAspect="1"/>
          </p:cNvPicPr>
          <p:nvPr/>
        </p:nvPicPr>
        <p:blipFill>
          <a:blip xmlns:r="http://schemas.openxmlformats.org/officeDocument/2006/relationships" xmlns:a="http://schemas.openxmlformats.org/drawingml/2006/main" r:embed="Rb5dcf5614aa1459c"/>
          <a:stretch xmlns:a="http://schemas.openxmlformats.org/drawingml/2006/main"/>
        </p:blipFill>
        <p:spPr>
          <a:xfrm xmlns:a="http://schemas.openxmlformats.org/drawingml/2006/main">
            <a:off x="1066800" y="1847850"/>
            <a:ext cx="952500" cy="952500"/>
          </a:xfrm>
          <a:prstGeom xmlns:a="http://schemas.openxmlformats.org/drawingml/2006/main" prst="rect">
            <a:avLst/>
          </a:prstGeom>
        </p:spPr>
      </p:pic>
      <p:sp>
        <p:nvSpPr>
          <p:cNvPr id="5" name="뿌리">
            <a:extLst xmlns:a="http://schemas.openxmlformats.org/drawingml/2006/main">
              <a:ext uri="{FF2B5EF4-FFF2-40B4-BE49-F238E27FC236}">
                <a16:creationId xmlns:a16="http://schemas.microsoft.com/office/drawing/2014/main" id="{4D658857-C899-4C37-9713-3B41970E3ED6}"/>
              </a:ext>
            </a:extLst>
          </p:cNvPr>
          <p:cNvSpPr>
            <a:spLocks xmlns:a="http://schemas.openxmlformats.org/drawingml/2006/main" noGrp="1"/>
          </p:cNvSpPr>
          <p:nvPr/>
        </p:nvSpPr>
        <p:spPr>
          <a:xfrm xmlns:a="http://schemas.openxmlformats.org/drawingml/2006/main">
            <a:off x="5810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뿌리</a:t>
            </a:r>
          </a:p>
        </p:txBody>
      </p:sp>
      <p:pic>
        <p:nvPicPr>
          <p:cNvPr id="6" name="">
            <a:extLst xmlns:a="http://schemas.openxmlformats.org/drawingml/2006/main">
              <a:ext uri="{FF2B5EF4-FFF2-40B4-BE49-F238E27FC236}">
                <a16:creationId xmlns:a16="http://schemas.microsoft.com/office/drawing/2014/main" id="{E32A1304-6F8C-4846-AF7C-B04A3881F4A0}"/>
              </a:ext>
            </a:extLst>
          </p:cNvPr>
          <p:cNvPicPr>
            <a:picLocks xmlns:a="http://schemas.openxmlformats.org/drawingml/2006/main" noChangeAspect="1"/>
          </p:cNvPicPr>
          <p:nvPr/>
        </p:nvPicPr>
        <p:blipFill>
          <a:blip xmlns:r="http://schemas.openxmlformats.org/officeDocument/2006/relationships" xmlns:a="http://schemas.openxmlformats.org/drawingml/2006/main" r:embed="R005372d593764308"/>
          <a:stretch xmlns:a="http://schemas.openxmlformats.org/drawingml/2006/main"/>
        </p:blipFill>
        <p:spPr>
          <a:xfrm xmlns:a="http://schemas.openxmlformats.org/drawingml/2006/main">
            <a:off x="3181350" y="1847850"/>
            <a:ext cx="952500" cy="952500"/>
          </a:xfrm>
          <a:prstGeom xmlns:a="http://schemas.openxmlformats.org/drawingml/2006/main" prst="rect">
            <a:avLst/>
          </a:prstGeom>
        </p:spPr>
      </p:pic>
      <p:sp>
        <p:nvSpPr>
          <p:cNvPr id="7" name="공동재산">
            <a:extLst xmlns:a="http://schemas.openxmlformats.org/drawingml/2006/main">
              <a:ext uri="{FF2B5EF4-FFF2-40B4-BE49-F238E27FC236}">
                <a16:creationId xmlns:a16="http://schemas.microsoft.com/office/drawing/2014/main" id="{340D3773-C53A-4120-A57B-4306FA363D4D}"/>
              </a:ext>
            </a:extLst>
          </p:cNvPr>
          <p:cNvSpPr>
            <a:spLocks xmlns:a="http://schemas.openxmlformats.org/drawingml/2006/main" noGrp="1"/>
          </p:cNvSpPr>
          <p:nvPr/>
        </p:nvSpPr>
        <p:spPr>
          <a:xfrm xmlns:a="http://schemas.openxmlformats.org/drawingml/2006/main">
            <a:off x="26955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공동재산</a:t>
            </a:r>
          </a:p>
        </p:txBody>
      </p:sp>
      <p:pic>
        <p:nvPicPr>
          <p:cNvPr id="8" name="">
            <a:extLst xmlns:a="http://schemas.openxmlformats.org/drawingml/2006/main">
              <a:ext uri="{FF2B5EF4-FFF2-40B4-BE49-F238E27FC236}">
                <a16:creationId xmlns:a16="http://schemas.microsoft.com/office/drawing/2014/main" id="{032BE4FC-A514-4015-AD6E-47005EA7FEC0}"/>
              </a:ext>
            </a:extLst>
          </p:cNvPr>
          <p:cNvPicPr>
            <a:picLocks xmlns:a="http://schemas.openxmlformats.org/drawingml/2006/main" noChangeAspect="1"/>
          </p:cNvPicPr>
          <p:nvPr/>
        </p:nvPicPr>
        <p:blipFill>
          <a:blip xmlns:r="http://schemas.openxmlformats.org/officeDocument/2006/relationships" xmlns:a="http://schemas.openxmlformats.org/drawingml/2006/main" r:embed="Rc768da53838d467c"/>
          <a:stretch xmlns:a="http://schemas.openxmlformats.org/drawingml/2006/main"/>
        </p:blipFill>
        <p:spPr>
          <a:xfrm xmlns:a="http://schemas.openxmlformats.org/drawingml/2006/main">
            <a:off x="5295900" y="1847850"/>
            <a:ext cx="952500" cy="952500"/>
          </a:xfrm>
          <a:prstGeom xmlns:a="http://schemas.openxmlformats.org/drawingml/2006/main" prst="rect">
            <a:avLst/>
          </a:prstGeom>
        </p:spPr>
      </p:pic>
      <p:sp>
        <p:nvSpPr>
          <p:cNvPr id="9" name="기록">
            <a:extLst xmlns:a="http://schemas.openxmlformats.org/drawingml/2006/main">
              <a:ext uri="{FF2B5EF4-FFF2-40B4-BE49-F238E27FC236}">
                <a16:creationId xmlns:a16="http://schemas.microsoft.com/office/drawing/2014/main" id="{1654A6D1-03BF-47CA-99B0-5906113A4EEB}"/>
              </a:ext>
            </a:extLst>
          </p:cNvPr>
          <p:cNvSpPr>
            <a:spLocks xmlns:a="http://schemas.openxmlformats.org/drawingml/2006/main" noGrp="1"/>
          </p:cNvSpPr>
          <p:nvPr/>
        </p:nvSpPr>
        <p:spPr>
          <a:xfrm xmlns:a="http://schemas.openxmlformats.org/drawingml/2006/main">
            <a:off x="48101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기록</a:t>
            </a:r>
          </a:p>
        </p:txBody>
      </p:sp>
      <p:pic>
        <p:nvPicPr>
          <p:cNvPr id="10" name="">
            <a:extLst xmlns:a="http://schemas.openxmlformats.org/drawingml/2006/main">
              <a:ext uri="{FF2B5EF4-FFF2-40B4-BE49-F238E27FC236}">
                <a16:creationId xmlns:a16="http://schemas.microsoft.com/office/drawing/2014/main" id="{11C4BF86-EEA7-4FAE-AE42-2AB0D737461B}"/>
              </a:ext>
            </a:extLst>
          </p:cNvPr>
          <p:cNvPicPr>
            <a:picLocks xmlns:a="http://schemas.openxmlformats.org/drawingml/2006/main" noChangeAspect="1"/>
          </p:cNvPicPr>
          <p:nvPr/>
        </p:nvPicPr>
        <p:blipFill>
          <a:blip xmlns:r="http://schemas.openxmlformats.org/officeDocument/2006/relationships" xmlns:a="http://schemas.openxmlformats.org/drawingml/2006/main" r:embed="R457dfb4efc154ac4"/>
          <a:stretch xmlns:a="http://schemas.openxmlformats.org/drawingml/2006/main"/>
        </p:blipFill>
        <p:spPr>
          <a:xfrm xmlns:a="http://schemas.openxmlformats.org/drawingml/2006/main">
            <a:off x="7410450" y="1847850"/>
            <a:ext cx="952500" cy="952500"/>
          </a:xfrm>
          <a:prstGeom xmlns:a="http://schemas.openxmlformats.org/drawingml/2006/main" prst="rect">
            <a:avLst/>
          </a:prstGeom>
        </p:spPr>
      </p:pic>
      <p:sp>
        <p:nvSpPr>
          <p:cNvPr id="11" name="종원">
            <a:extLst xmlns:a="http://schemas.openxmlformats.org/drawingml/2006/main">
              <a:ext uri="{FF2B5EF4-FFF2-40B4-BE49-F238E27FC236}">
                <a16:creationId xmlns:a16="http://schemas.microsoft.com/office/drawing/2014/main" id="{E1140AFB-4AA9-4D8A-8564-18A186657525}"/>
              </a:ext>
            </a:extLst>
          </p:cNvPr>
          <p:cNvSpPr>
            <a:spLocks xmlns:a="http://schemas.openxmlformats.org/drawingml/2006/main" noGrp="1"/>
          </p:cNvSpPr>
          <p:nvPr/>
        </p:nvSpPr>
        <p:spPr>
          <a:xfrm xmlns:a="http://schemas.openxmlformats.org/drawingml/2006/main">
            <a:off x="69246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종원</a:t>
            </a:r>
          </a:p>
        </p:txBody>
      </p:sp>
    </p:spTree>
    <p:extLst>
      <p:ext uri="{BB962C8B-B14F-4D97-AF65-F5344CB8AC3E}">
        <p14:creationId xmlns:p14="http://schemas.microsoft.com/office/powerpoint/2010/main" val="542430845"/>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공개 보도 사례">
            <a:extLst xmlns:a="http://schemas.openxmlformats.org/drawingml/2006/main">
              <a:ext uri="{FF2B5EF4-FFF2-40B4-BE49-F238E27FC236}">
                <a16:creationId xmlns:a16="http://schemas.microsoft.com/office/drawing/2014/main" id="{8F1AB78E-68DE-46DB-8DF7-6CA663604657}"/>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보도 사례</a:t>
            </a:r>
          </a:p>
        </p:txBody>
      </p:sp>
      <p:sp>
        <p:nvSpPr>
          <p:cNvPr id="2" name="다툼과 소송의 온상">
            <a:extLst xmlns:a="http://schemas.openxmlformats.org/drawingml/2006/main">
              <a:ext uri="{FF2B5EF4-FFF2-40B4-BE49-F238E27FC236}">
                <a16:creationId xmlns:a16="http://schemas.microsoft.com/office/drawing/2014/main" id="{C0248D8F-65FC-4FAB-B7C1-7901377D11C9}"/>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다툼과 소송의 온상</a:t>
            </a:r>
          </a:p>
        </p:txBody>
      </p:sp>
      <p:sp>
        <p:nvSpPr>
          <p:cNvPr id="3" name="05">
            <a:extLst xmlns:a="http://schemas.openxmlformats.org/drawingml/2006/main">
              <a:ext uri="{FF2B5EF4-FFF2-40B4-BE49-F238E27FC236}">
                <a16:creationId xmlns:a16="http://schemas.microsoft.com/office/drawing/2014/main" id="{1EB2348B-EF2E-4A86-BD81-73697344073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05</a:t>
            </a:r>
          </a:p>
        </p:txBody>
      </p:sp>
      <p:pic>
        <p:nvPicPr>
          <p:cNvPr id="4" name="">
            <a:extLst xmlns:a="http://schemas.openxmlformats.org/drawingml/2006/main">
              <a:ext uri="{FF2B5EF4-FFF2-40B4-BE49-F238E27FC236}">
                <a16:creationId xmlns:a16="http://schemas.microsoft.com/office/drawing/2014/main" id="{65F669C7-2520-4E4F-82A6-8BC6306FCA68}"/>
              </a:ext>
            </a:extLst>
          </p:cNvPr>
          <p:cNvPicPr>
            <a:picLocks xmlns:a="http://schemas.openxmlformats.org/drawingml/2006/main" noChangeAspect="1"/>
          </p:cNvPicPr>
          <p:nvPr/>
        </p:nvPicPr>
        <p:blipFill>
          <a:blip xmlns:r="http://schemas.openxmlformats.org/officeDocument/2006/relationships" xmlns:a="http://schemas.openxmlformats.org/drawingml/2006/main" r:embed="R306a6609f68e429b"/>
          <a:stretch xmlns:a="http://schemas.openxmlformats.org/drawingml/2006/main"/>
        </p:blipFill>
        <p:spPr>
          <a:xfrm xmlns:a="http://schemas.openxmlformats.org/drawingml/2006/main">
            <a:off x="851123" y="1552575"/>
            <a:ext cx="4946204" cy="2781300"/>
          </a:xfrm>
          <a:prstGeom xmlns:a="http://schemas.openxmlformats.org/drawingml/2006/main" prst="rect">
            <a:avLst/>
          </a:prstGeom>
        </p:spPr>
      </p:pic>
      <p:sp>
        <p:nvSpPr>
          <p:cNvPr id="5" name="약">
            <a:extLst xmlns:a="http://schemas.openxmlformats.org/drawingml/2006/main">
              <a:ext uri="{FF2B5EF4-FFF2-40B4-BE49-F238E27FC236}">
                <a16:creationId xmlns:a16="http://schemas.microsoft.com/office/drawing/2014/main" id="{157545E6-A50C-4FE3-A753-8A4BAD0E70F4}"/>
              </a:ext>
            </a:extLst>
          </p:cNvPr>
          <p:cNvSpPr>
            <a:spLocks xmlns:a="http://schemas.openxmlformats.org/drawingml/2006/main" noGrp="1"/>
          </p:cNvSpPr>
          <p:nvPr/>
        </p:nvSpPr>
        <p:spPr>
          <a:xfrm xmlns:a="http://schemas.openxmlformats.org/drawingml/2006/main">
            <a:off x="6553200" y="1600200"/>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687568"/>
                </a:solidFill>
                <a:latin typeface="Pretendard"/>
                <a:ea typeface="Pretendard"/>
                <a:cs typeface="Pretendard"/>
              </a:defRPr>
            </a:defPPr>
          </a:lstStyle>
          <a:p xmlns:a="http://schemas.openxmlformats.org/drawingml/2006/main">
            <a:pPr algn="l">
              <a:defRPr sz="1725">
                <a:solidFill>
                  <a:srgbClr val="687568"/>
                </a:solidFill>
                <a:latin typeface="Pretendard"/>
                <a:ea typeface="Pretendard"/>
                <a:cs typeface="Pretendard"/>
              </a:defRPr>
            </a:pPr>
            <a:r>
              <a:rPr sz="1725">
                <a:solidFill>
                  <a:srgbClr val="687568"/>
                </a:solidFill>
                <a:latin typeface="Pretendard"/>
                <a:ea typeface="Pretendard"/>
                <a:cs typeface="Pretendard"/>
              </a:rPr>
              <a:t>약</a:t>
            </a:r>
          </a:p>
        </p:txBody>
      </p:sp>
      <p:sp>
        <p:nvSpPr>
          <p:cNvPr id="6" name="4">
            <a:extLst xmlns:a="http://schemas.openxmlformats.org/drawingml/2006/main">
              <a:ext uri="{FF2B5EF4-FFF2-40B4-BE49-F238E27FC236}">
                <a16:creationId xmlns:a16="http://schemas.microsoft.com/office/drawing/2014/main" id="{073C4038-ACF8-403E-A37B-AB24480D9FDD}"/>
              </a:ext>
            </a:extLst>
          </p:cNvPr>
          <p:cNvSpPr>
            <a:spLocks xmlns:a="http://schemas.openxmlformats.org/drawingml/2006/main" noGrp="1"/>
          </p:cNvSpPr>
          <p:nvPr/>
        </p:nvSpPr>
        <p:spPr>
          <a:xfrm xmlns:a="http://schemas.openxmlformats.org/drawingml/2006/main">
            <a:off x="6467475" y="1809750"/>
            <a:ext cx="1428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25" b="1">
                <a:solidFill>
                  <a:srgbClr val="183E35"/>
                </a:solidFill>
                <a:latin typeface="Pretendard"/>
                <a:ea typeface="Pretendard"/>
                <a:cs typeface="Pretendard"/>
              </a:defRPr>
            </a:defPPr>
          </a:lstStyle>
          <a:p xmlns:a="http://schemas.openxmlformats.org/drawingml/2006/main">
            <a:pPr algn="l">
              <a:defRPr sz="9825" b="1">
                <a:solidFill>
                  <a:srgbClr val="183E35"/>
                </a:solidFill>
                <a:latin typeface="Pretendard"/>
                <a:ea typeface="Pretendard"/>
                <a:cs typeface="Pretendard"/>
              </a:defRPr>
            </a:pPr>
            <a:r>
              <a:rPr sz="9825" b="1">
                <a:solidFill>
                  <a:srgbClr val="183E35"/>
                </a:solidFill>
                <a:latin typeface="Pretendard"/>
                <a:ea typeface="Pretendard"/>
                <a:cs typeface="Pretendard"/>
              </a:rPr>
              <a:t>4</a:t>
            </a:r>
          </a:p>
        </p:txBody>
      </p:sp>
      <p:sp>
        <p:nvSpPr>
          <p:cNvPr id="7" name="년">
            <a:extLst xmlns:a="http://schemas.openxmlformats.org/drawingml/2006/main">
              <a:ext uri="{FF2B5EF4-FFF2-40B4-BE49-F238E27FC236}">
                <a16:creationId xmlns:a16="http://schemas.microsoft.com/office/drawing/2014/main" id="{EABECE66-A6A1-435F-B3BA-D8249C1C535B}"/>
              </a:ext>
            </a:extLst>
          </p:cNvPr>
          <p:cNvSpPr>
            <a:spLocks xmlns:a="http://schemas.openxmlformats.org/drawingml/2006/main" noGrp="1"/>
          </p:cNvSpPr>
          <p:nvPr/>
        </p:nvSpPr>
        <p:spPr>
          <a:xfrm xmlns:a="http://schemas.openxmlformats.org/drawingml/2006/main">
            <a:off x="7610475" y="2552700"/>
            <a:ext cx="90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a:solidFill>
                  <a:srgbClr val="183E35"/>
                </a:solidFill>
                <a:latin typeface="Pretendard"/>
                <a:ea typeface="Pretendard"/>
                <a:cs typeface="Pretendard"/>
              </a:defRPr>
            </a:defPPr>
          </a:lstStyle>
          <a:p xmlns:a="http://schemas.openxmlformats.org/drawingml/2006/main">
            <a:pPr algn="l">
              <a:defRPr sz="2550">
                <a:solidFill>
                  <a:srgbClr val="183E35"/>
                </a:solidFill>
                <a:latin typeface="Pretendard"/>
                <a:ea typeface="Pretendard"/>
                <a:cs typeface="Pretendard"/>
              </a:defRPr>
            </a:pPr>
            <a:r>
              <a:rPr sz="2550">
                <a:solidFill>
                  <a:srgbClr val="183E35"/>
                </a:solidFill>
                <a:latin typeface="Pretendard"/>
                <a:ea typeface="Pretendard"/>
                <a:cs typeface="Pretendard"/>
              </a:rPr>
              <a:t>년</a:t>
            </a:r>
          </a:p>
        </p:txBody>
      </p:sp>
      <p:sp>
        <p:nvSpPr>
          <p:cNvPr id="8" name="법정 다툼">
            <a:extLst xmlns:a="http://schemas.openxmlformats.org/drawingml/2006/main">
              <a:ext uri="{FF2B5EF4-FFF2-40B4-BE49-F238E27FC236}">
                <a16:creationId xmlns:a16="http://schemas.microsoft.com/office/drawing/2014/main" id="{9373DDA6-9D0B-4207-BAEF-CACB4B0F805C}"/>
              </a:ext>
            </a:extLst>
          </p:cNvPr>
          <p:cNvSpPr>
            <a:spLocks xmlns:a="http://schemas.openxmlformats.org/drawingml/2006/main" noGrp="1"/>
          </p:cNvSpPr>
          <p:nvPr/>
        </p:nvSpPr>
        <p:spPr>
          <a:xfrm xmlns:a="http://schemas.openxmlformats.org/drawingml/2006/main">
            <a:off x="6543675" y="3543300"/>
            <a:ext cx="2143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3E35"/>
                </a:solidFill>
                <a:latin typeface="Pretendard"/>
                <a:ea typeface="Pretendard"/>
                <a:cs typeface="Pretendard"/>
              </a:defRPr>
            </a:defPPr>
          </a:lstStyle>
          <a:p xmlns:a="http://schemas.openxmlformats.org/drawingml/2006/main">
            <a:pPr algn="l">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법정 다툼</a:t>
            </a:r>
          </a:p>
        </p:txBody>
      </p:sp>
    </p:spTree>
    <p:extLst>
      <p:ext uri="{BB962C8B-B14F-4D97-AF65-F5344CB8AC3E}">
        <p14:creationId xmlns:p14="http://schemas.microsoft.com/office/powerpoint/2010/main" val="52571014"/>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문제가 생기는 곳">
            <a:extLst xmlns:a="http://schemas.openxmlformats.org/drawingml/2006/main">
              <a:ext uri="{FF2B5EF4-FFF2-40B4-BE49-F238E27FC236}">
                <a16:creationId xmlns:a16="http://schemas.microsoft.com/office/drawing/2014/main" id="{8515A216-38B6-43C8-A874-7AF3F62F21A4}"/>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문제가 생기는 곳</a:t>
            </a:r>
          </a:p>
        </p:txBody>
      </p:sp>
      <p:sp>
        <p:nvSpPr>
          <p:cNvPr id="2" name="지위·임대차·대표권">
            <a:extLst xmlns:a="http://schemas.openxmlformats.org/drawingml/2006/main">
              <a:ext uri="{FF2B5EF4-FFF2-40B4-BE49-F238E27FC236}">
                <a16:creationId xmlns:a16="http://schemas.microsoft.com/office/drawing/2014/main" id="{8A5BC9F2-31F7-42F1-A256-4A605548F29A}"/>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지위·임대차·대표권</a:t>
            </a:r>
          </a:p>
        </p:txBody>
      </p:sp>
      <p:sp>
        <p:nvSpPr>
          <p:cNvPr id="3" name="06">
            <a:extLst xmlns:a="http://schemas.openxmlformats.org/drawingml/2006/main">
              <a:ext uri="{FF2B5EF4-FFF2-40B4-BE49-F238E27FC236}">
                <a16:creationId xmlns:a16="http://schemas.microsoft.com/office/drawing/2014/main" id="{339F0E1F-8CFE-483E-94CB-F92B722BB786}"/>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06</a:t>
            </a:r>
          </a:p>
        </p:txBody>
      </p:sp>
      <p:sp>
        <p:nvSpPr>
          <p:cNvPr id="4" name="종손 지위">
            <a:extLst xmlns:a="http://schemas.openxmlformats.org/drawingml/2006/main">
              <a:ext uri="{FF2B5EF4-FFF2-40B4-BE49-F238E27FC236}">
                <a16:creationId xmlns:a16="http://schemas.microsoft.com/office/drawing/2014/main" id="{D0A5532D-A751-4540-A2B8-C1060D6986AA}"/>
              </a:ext>
            </a:extLst>
          </p:cNvPr>
          <p:cNvSpPr>
            <a:spLocks xmlns:a="http://schemas.openxmlformats.org/drawingml/2006/main" noGrp="1"/>
          </p:cNvSpPr>
          <p:nvPr/>
        </p:nvSpPr>
        <p:spPr>
          <a:xfrm xmlns:a="http://schemas.openxmlformats.org/drawingml/2006/main">
            <a:off x="495300" y="15144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종손 지위</a:t>
            </a:r>
          </a:p>
        </p:txBody>
      </p:sp>
      <p:pic>
        <p:nvPicPr>
          <p:cNvPr id="5" name="">
            <a:extLst xmlns:a="http://schemas.openxmlformats.org/drawingml/2006/main">
              <a:ext uri="{FF2B5EF4-FFF2-40B4-BE49-F238E27FC236}">
                <a16:creationId xmlns:a16="http://schemas.microsoft.com/office/drawing/2014/main" id="{8C304E92-7062-40E8-91DB-FB4450EFDC0E}"/>
              </a:ext>
            </a:extLst>
          </p:cNvPr>
          <p:cNvPicPr>
            <a:picLocks xmlns:a="http://schemas.openxmlformats.org/drawingml/2006/main" noChangeAspect="1"/>
          </p:cNvPicPr>
          <p:nvPr/>
        </p:nvPicPr>
        <p:blipFill>
          <a:blip xmlns:r="http://schemas.openxmlformats.org/officeDocument/2006/relationships" xmlns:a="http://schemas.openxmlformats.org/drawingml/2006/main" r:embed="R4d9d30f305944992"/>
          <a:stretch xmlns:a="http://schemas.openxmlformats.org/drawingml/2006/main"/>
        </p:blipFill>
        <p:spPr>
          <a:xfrm xmlns:a="http://schemas.openxmlformats.org/drawingml/2006/main">
            <a:off x="2371725" y="1548844"/>
            <a:ext cx="6229350" cy="397986"/>
          </a:xfrm>
          <a:prstGeom xmlns:a="http://schemas.openxmlformats.org/drawingml/2006/main" prst="rect">
            <a:avLst/>
          </a:prstGeom>
        </p:spPr>
      </p:pic>
      <p:sp>
        <p:nvSpPr>
          <p:cNvPr id="6" name="법치뉴스 2026.04.28">
            <a:extLst xmlns:a="http://schemas.openxmlformats.org/drawingml/2006/main">
              <a:ext uri="{FF2B5EF4-FFF2-40B4-BE49-F238E27FC236}">
                <a16:creationId xmlns:a16="http://schemas.microsoft.com/office/drawing/2014/main" id="{BF3530F8-4432-4717-912B-B3FC62F1ECD0}"/>
              </a:ext>
            </a:extLst>
          </p:cNvPr>
          <p:cNvSpPr>
            <a:spLocks xmlns:a="http://schemas.openxmlformats.org/drawingml/2006/main" noGrp="1"/>
          </p:cNvSpPr>
          <p:nvPr/>
        </p:nvSpPr>
        <p:spPr>
          <a:xfrm xmlns:a="http://schemas.openxmlformats.org/drawingml/2006/main">
            <a:off x="2409825" y="21145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법치뉴스 2026.04.28</a:t>
            </a:r>
          </a:p>
        </p:txBody>
      </p:sp>
      <p:sp>
        <p:nvSpPr>
          <p:cNvPr id="7" name="">
            <a:extLst xmlns:a="http://schemas.openxmlformats.org/drawingml/2006/main">
              <a:ext uri="{FF2B5EF4-FFF2-40B4-BE49-F238E27FC236}">
                <a16:creationId xmlns:a16="http://schemas.microsoft.com/office/drawing/2014/main" id="{2ABF5C58-1E5B-4D44-851D-18351448B7D2}"/>
              </a:ext>
            </a:extLst>
          </p:cNvPr>
          <p:cNvSpPr>
            <a:spLocks xmlns:a="http://schemas.openxmlformats.org/drawingml/2006/main" noGrp="1"/>
          </p:cNvSpPr>
          <p:nvPr/>
        </p:nvSpPr>
        <p:spPr>
          <a:xfrm xmlns:a="http://schemas.openxmlformats.org/drawingml/2006/main">
            <a:off x="495300" y="238125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8" name="임대차">
            <a:extLst xmlns:a="http://schemas.openxmlformats.org/drawingml/2006/main">
              <a:ext uri="{FF2B5EF4-FFF2-40B4-BE49-F238E27FC236}">
                <a16:creationId xmlns:a16="http://schemas.microsoft.com/office/drawing/2014/main" id="{BA75B64D-83C4-4FCE-BFA6-C2B5A6AF56B0}"/>
              </a:ext>
            </a:extLst>
          </p:cNvPr>
          <p:cNvSpPr>
            <a:spLocks xmlns:a="http://schemas.openxmlformats.org/drawingml/2006/main" noGrp="1"/>
          </p:cNvSpPr>
          <p:nvPr/>
        </p:nvSpPr>
        <p:spPr>
          <a:xfrm xmlns:a="http://schemas.openxmlformats.org/drawingml/2006/main">
            <a:off x="495300" y="256222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임대차</a:t>
            </a:r>
          </a:p>
        </p:txBody>
      </p:sp>
      <p:pic>
        <p:nvPicPr>
          <p:cNvPr id="9" name="">
            <a:extLst xmlns:a="http://schemas.openxmlformats.org/drawingml/2006/main">
              <a:ext uri="{FF2B5EF4-FFF2-40B4-BE49-F238E27FC236}">
                <a16:creationId xmlns:a16="http://schemas.microsoft.com/office/drawing/2014/main" id="{FF059DD3-D838-4FD5-B3D0-23CD82313A29}"/>
              </a:ext>
            </a:extLst>
          </p:cNvPr>
          <p:cNvPicPr>
            <a:picLocks xmlns:a="http://schemas.openxmlformats.org/drawingml/2006/main" noChangeAspect="1"/>
          </p:cNvPicPr>
          <p:nvPr/>
        </p:nvPicPr>
        <p:blipFill>
          <a:blip xmlns:r="http://schemas.openxmlformats.org/officeDocument/2006/relationships" xmlns:a="http://schemas.openxmlformats.org/drawingml/2006/main" r:embed="R648cf3e2f2294571"/>
          <a:stretch xmlns:a="http://schemas.openxmlformats.org/drawingml/2006/main"/>
        </p:blipFill>
        <p:spPr>
          <a:xfrm xmlns:a="http://schemas.openxmlformats.org/drawingml/2006/main">
            <a:off x="2371725" y="2616782"/>
            <a:ext cx="6229350" cy="357611"/>
          </a:xfrm>
          <a:prstGeom xmlns:a="http://schemas.openxmlformats.org/drawingml/2006/main" prst="rect">
            <a:avLst/>
          </a:prstGeom>
        </p:spPr>
      </p:pic>
      <p:sp>
        <p:nvSpPr>
          <p:cNvPr id="10" name="충청투데이 2026.07.10">
            <a:extLst xmlns:a="http://schemas.openxmlformats.org/drawingml/2006/main">
              <a:ext uri="{FF2B5EF4-FFF2-40B4-BE49-F238E27FC236}">
                <a16:creationId xmlns:a16="http://schemas.microsoft.com/office/drawing/2014/main" id="{F8B57F90-D3ED-4BA1-927D-EEC5BD1DFCE6}"/>
              </a:ext>
            </a:extLst>
          </p:cNvPr>
          <p:cNvSpPr>
            <a:spLocks xmlns:a="http://schemas.openxmlformats.org/drawingml/2006/main" noGrp="1"/>
          </p:cNvSpPr>
          <p:nvPr/>
        </p:nvSpPr>
        <p:spPr>
          <a:xfrm xmlns:a="http://schemas.openxmlformats.org/drawingml/2006/main">
            <a:off x="2409825" y="316230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충청투데이 2026.07.10</a:t>
            </a:r>
          </a:p>
        </p:txBody>
      </p:sp>
      <p:sp>
        <p:nvSpPr>
          <p:cNvPr id="11" name="">
            <a:extLst xmlns:a="http://schemas.openxmlformats.org/drawingml/2006/main">
              <a:ext uri="{FF2B5EF4-FFF2-40B4-BE49-F238E27FC236}">
                <a16:creationId xmlns:a16="http://schemas.microsoft.com/office/drawing/2014/main" id="{B6A68AEC-F142-4C0D-9CEE-0D0704B1F86F}"/>
              </a:ext>
            </a:extLst>
          </p:cNvPr>
          <p:cNvSpPr>
            <a:spLocks xmlns:a="http://schemas.openxmlformats.org/drawingml/2006/main" noGrp="1"/>
          </p:cNvSpPr>
          <p:nvPr/>
        </p:nvSpPr>
        <p:spPr>
          <a:xfrm xmlns:a="http://schemas.openxmlformats.org/drawingml/2006/main">
            <a:off x="495300" y="342900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12" name="대표권">
            <a:extLst xmlns:a="http://schemas.openxmlformats.org/drawingml/2006/main">
              <a:ext uri="{FF2B5EF4-FFF2-40B4-BE49-F238E27FC236}">
                <a16:creationId xmlns:a16="http://schemas.microsoft.com/office/drawing/2014/main" id="{F438CBA6-2CD7-499C-9E60-36AFF2D0ADF8}"/>
              </a:ext>
            </a:extLst>
          </p:cNvPr>
          <p:cNvSpPr>
            <a:spLocks xmlns:a="http://schemas.openxmlformats.org/drawingml/2006/main" noGrp="1"/>
          </p:cNvSpPr>
          <p:nvPr/>
        </p:nvSpPr>
        <p:spPr>
          <a:xfrm xmlns:a="http://schemas.openxmlformats.org/drawingml/2006/main">
            <a:off x="495300" y="36099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대표권</a:t>
            </a:r>
          </a:p>
        </p:txBody>
      </p:sp>
      <p:pic>
        <p:nvPicPr>
          <p:cNvPr id="13" name="">
            <a:extLst xmlns:a="http://schemas.openxmlformats.org/drawingml/2006/main">
              <a:ext uri="{FF2B5EF4-FFF2-40B4-BE49-F238E27FC236}">
                <a16:creationId xmlns:a16="http://schemas.microsoft.com/office/drawing/2014/main" id="{E4DBB256-A834-48F6-BE6B-30AE92F8E1F9}"/>
              </a:ext>
            </a:extLst>
          </p:cNvPr>
          <p:cNvPicPr>
            <a:picLocks xmlns:a="http://schemas.openxmlformats.org/drawingml/2006/main" noChangeAspect="1"/>
          </p:cNvPicPr>
          <p:nvPr/>
        </p:nvPicPr>
        <p:blipFill>
          <a:blip xmlns:r="http://schemas.openxmlformats.org/officeDocument/2006/relationships" xmlns:a="http://schemas.openxmlformats.org/drawingml/2006/main" r:embed="R00f33e1599074e5b"/>
          <a:stretch xmlns:a="http://schemas.openxmlformats.org/drawingml/2006/main"/>
        </p:blipFill>
        <p:spPr>
          <a:xfrm xmlns:a="http://schemas.openxmlformats.org/drawingml/2006/main">
            <a:off x="3100699" y="3524250"/>
            <a:ext cx="4771402" cy="638175"/>
          </a:xfrm>
          <a:prstGeom xmlns:a="http://schemas.openxmlformats.org/drawingml/2006/main" prst="rect">
            <a:avLst/>
          </a:prstGeom>
        </p:spPr>
      </p:pic>
      <p:sp>
        <p:nvSpPr>
          <p:cNvPr id="14" name="한경BUSINESS 2026.07.24">
            <a:extLst xmlns:a="http://schemas.openxmlformats.org/drawingml/2006/main">
              <a:ext uri="{FF2B5EF4-FFF2-40B4-BE49-F238E27FC236}">
                <a16:creationId xmlns:a16="http://schemas.microsoft.com/office/drawing/2014/main" id="{896AD267-4F31-407B-8A74-9FDC55647C07}"/>
              </a:ext>
            </a:extLst>
          </p:cNvPr>
          <p:cNvSpPr>
            <a:spLocks xmlns:a="http://schemas.openxmlformats.org/drawingml/2006/main" noGrp="1"/>
          </p:cNvSpPr>
          <p:nvPr/>
        </p:nvSpPr>
        <p:spPr>
          <a:xfrm xmlns:a="http://schemas.openxmlformats.org/drawingml/2006/main">
            <a:off x="2409825" y="42100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한경BUSINESS 2026.07.24</a:t>
            </a:r>
          </a:p>
        </p:txBody>
      </p:sp>
    </p:spTree>
    <p:extLst>
      <p:ext uri="{BB962C8B-B14F-4D97-AF65-F5344CB8AC3E}">
        <p14:creationId xmlns:p14="http://schemas.microsoft.com/office/powerpoint/2010/main" val="771591708"/>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7" name="공개 판례 검색">
            <a:extLst xmlns:a="http://schemas.openxmlformats.org/drawingml/2006/main">
              <a:ext uri="{FF2B5EF4-FFF2-40B4-BE49-F238E27FC236}">
                <a16:creationId xmlns:a16="http://schemas.microsoft.com/office/drawing/2014/main" id="{62CAAD02-7EF9-4A95-8E47-9E7ECACDF956}"/>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판례 검색</a:t>
            </a:r>
          </a:p>
        </p:txBody>
      </p:sp>
      <p:sp>
        <p:nvSpPr>
          <p:cNvPr id="2" name="종중 관련 공개 판례">
            <a:extLst xmlns:a="http://schemas.openxmlformats.org/drawingml/2006/main">
              <a:ext uri="{FF2B5EF4-FFF2-40B4-BE49-F238E27FC236}">
                <a16:creationId xmlns:a16="http://schemas.microsoft.com/office/drawing/2014/main" id="{93551106-7073-43C8-BEFE-18A8F1DF4361}"/>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 관련 공개 판례</a:t>
            </a:r>
          </a:p>
        </p:txBody>
      </p:sp>
      <p:sp>
        <p:nvSpPr>
          <p:cNvPr id="3" name="07">
            <a:extLst xmlns:a="http://schemas.openxmlformats.org/drawingml/2006/main">
              <a:ext uri="{FF2B5EF4-FFF2-40B4-BE49-F238E27FC236}">
                <a16:creationId xmlns:a16="http://schemas.microsoft.com/office/drawing/2014/main" id="{22EBB01F-61DA-4FB6-9777-D86EB1133BA9}"/>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07</a:t>
            </a:r>
          </a:p>
        </p:txBody>
      </p:sp>
      <p:pic>
        <p:nvPicPr>
          <p:cNvPr id="4" name="">
            <a:extLst xmlns:a="http://schemas.openxmlformats.org/drawingml/2006/main">
              <a:ext uri="{FF2B5EF4-FFF2-40B4-BE49-F238E27FC236}">
                <a16:creationId xmlns:a16="http://schemas.microsoft.com/office/drawing/2014/main" id="{877EF338-78A6-470A-B29C-2E2560956B80}"/>
              </a:ext>
            </a:extLst>
          </p:cNvPr>
          <p:cNvPicPr>
            <a:picLocks xmlns:a="http://schemas.openxmlformats.org/drawingml/2006/main" noChangeAspect="1"/>
          </p:cNvPicPr>
          <p:nvPr/>
        </p:nvPicPr>
        <p:blipFill>
          <a:blip xmlns:r="http://schemas.openxmlformats.org/officeDocument/2006/relationships" xmlns:a="http://schemas.openxmlformats.org/drawingml/2006/main" r:embed="Rc3f4c9a9d1044d28"/>
          <a:stretch xmlns:a="http://schemas.openxmlformats.org/drawingml/2006/main"/>
        </p:blipFill>
        <p:spPr>
          <a:xfrm xmlns:a="http://schemas.openxmlformats.org/drawingml/2006/main">
            <a:off x="1600200" y="2133600"/>
            <a:ext cx="1076325" cy="1076325"/>
          </a:xfrm>
          <a:prstGeom xmlns:a="http://schemas.openxmlformats.org/drawingml/2006/main" prst="rect">
            <a:avLst/>
          </a:prstGeom>
        </p:spPr>
      </p:pic>
      <p:sp>
        <p:nvSpPr>
          <p:cNvPr id="5" name="1,416">
            <a:extLst xmlns:a="http://schemas.openxmlformats.org/drawingml/2006/main">
              <a:ext uri="{FF2B5EF4-FFF2-40B4-BE49-F238E27FC236}">
                <a16:creationId xmlns:a16="http://schemas.microsoft.com/office/drawing/2014/main" id="{BC04F231-1D83-4ADC-AA01-962CE58AD762}"/>
              </a:ext>
            </a:extLst>
          </p:cNvPr>
          <p:cNvSpPr>
            <a:spLocks xmlns:a="http://schemas.openxmlformats.org/drawingml/2006/main" noGrp="1"/>
          </p:cNvSpPr>
          <p:nvPr/>
        </p:nvSpPr>
        <p:spPr>
          <a:xfrm xmlns:a="http://schemas.openxmlformats.org/drawingml/2006/main">
            <a:off x="3143250" y="1790700"/>
            <a:ext cx="371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950" b="1">
                <a:solidFill>
                  <a:srgbClr val="183E35"/>
                </a:solidFill>
                <a:latin typeface="Pretendard"/>
                <a:ea typeface="Pretendard"/>
                <a:cs typeface="Pretendard"/>
              </a:defRPr>
            </a:defPPr>
          </a:lstStyle>
          <a:p xmlns:a="http://schemas.openxmlformats.org/drawingml/2006/main">
            <a:pPr algn="l">
              <a:defRPr sz="10950" b="1">
                <a:solidFill>
                  <a:srgbClr val="183E35"/>
                </a:solidFill>
                <a:latin typeface="Pretendard"/>
                <a:ea typeface="Pretendard"/>
                <a:cs typeface="Pretendard"/>
              </a:defRPr>
            </a:pPr>
            <a:r>
              <a:rPr sz="10950" b="1">
                <a:solidFill>
                  <a:srgbClr val="183E35"/>
                </a:solidFill>
                <a:latin typeface="Pretendard"/>
                <a:ea typeface="Pretendard"/>
                <a:cs typeface="Pretendard"/>
              </a:rPr>
              <a:t>1,416</a:t>
            </a:r>
          </a:p>
        </p:txBody>
      </p:sp>
      <p:sp>
        <p:nvSpPr>
          <p:cNvPr id="6" name="건">
            <a:extLst xmlns:a="http://schemas.openxmlformats.org/drawingml/2006/main">
              <a:ext uri="{FF2B5EF4-FFF2-40B4-BE49-F238E27FC236}">
                <a16:creationId xmlns:a16="http://schemas.microsoft.com/office/drawing/2014/main" id="{18C8E51F-F293-48E2-B13F-526DBD5AF203}"/>
              </a:ext>
            </a:extLst>
          </p:cNvPr>
          <p:cNvSpPr>
            <a:spLocks xmlns:a="http://schemas.openxmlformats.org/drawingml/2006/main" noGrp="1"/>
          </p:cNvSpPr>
          <p:nvPr/>
        </p:nvSpPr>
        <p:spPr>
          <a:xfrm xmlns:a="http://schemas.openxmlformats.org/drawingml/2006/main">
            <a:off x="6896100" y="2771775"/>
            <a:ext cx="6381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a:solidFill>
                  <a:srgbClr val="183E35"/>
                </a:solidFill>
                <a:latin typeface="Pretendard"/>
                <a:ea typeface="Pretendard"/>
                <a:cs typeface="Pretendard"/>
              </a:defRPr>
            </a:defPPr>
          </a:lstStyle>
          <a:p xmlns:a="http://schemas.openxmlformats.org/drawingml/2006/main">
            <a:pPr algn="l">
              <a:defRPr sz="3000">
                <a:solidFill>
                  <a:srgbClr val="183E35"/>
                </a:solidFill>
                <a:latin typeface="Pretendard"/>
                <a:ea typeface="Pretendard"/>
                <a:cs typeface="Pretendard"/>
              </a:defRPr>
            </a:pPr>
            <a:r>
              <a:rPr sz="3000">
                <a:solidFill>
                  <a:srgbClr val="183E35"/>
                </a:solidFill>
                <a:latin typeface="Pretendard"/>
                <a:ea typeface="Pretendard"/>
                <a:cs typeface="Pretendard"/>
              </a:rPr>
              <a:t>건</a:t>
            </a:r>
          </a:p>
        </p:txBody>
      </p:sp>
    </p:spTree>
    <p:extLst>
      <p:ext uri="{BB962C8B-B14F-4D97-AF65-F5344CB8AC3E}">
        <p14:creationId xmlns:p14="http://schemas.microsoft.com/office/powerpoint/2010/main" val="1948257973"/>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결국, 누군가 이어받는 일">
            <a:extLst xmlns:a="http://schemas.openxmlformats.org/drawingml/2006/main">
              <a:ext uri="{FF2B5EF4-FFF2-40B4-BE49-F238E27FC236}">
                <a16:creationId xmlns:a16="http://schemas.microsoft.com/office/drawing/2014/main" id="{E1F340D4-3F59-45C1-8FE8-0CA0191137F9}"/>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결국, 누군가 이어받는 일</a:t>
            </a:r>
          </a:p>
        </p:txBody>
      </p:sp>
      <p:sp>
        <p:nvSpPr>
          <p:cNvPr id="2" name="08">
            <a:extLst xmlns:a="http://schemas.openxmlformats.org/drawingml/2006/main">
              <a:ext uri="{FF2B5EF4-FFF2-40B4-BE49-F238E27FC236}">
                <a16:creationId xmlns:a16="http://schemas.microsoft.com/office/drawing/2014/main" id="{39293867-9C09-47BA-BB7D-4B8080D903D7}"/>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08</a:t>
            </a:r>
          </a:p>
        </p:txBody>
      </p:sp>
      <p:pic>
        <p:nvPicPr>
          <p:cNvPr id="3" name="">
            <a:extLst xmlns:a="http://schemas.openxmlformats.org/drawingml/2006/main">
              <a:ext uri="{FF2B5EF4-FFF2-40B4-BE49-F238E27FC236}">
                <a16:creationId xmlns:a16="http://schemas.microsoft.com/office/drawing/2014/main" id="{13BA390F-ECA5-4CC8-9DF2-BC430D8643A0}"/>
              </a:ext>
            </a:extLst>
          </p:cNvPr>
          <p:cNvPicPr>
            <a:picLocks xmlns:a="http://schemas.openxmlformats.org/drawingml/2006/main" noChangeAspect="1"/>
          </p:cNvPicPr>
          <p:nvPr/>
        </p:nvPicPr>
        <p:blipFill>
          <a:blip xmlns:r="http://schemas.openxmlformats.org/officeDocument/2006/relationships" xmlns:a="http://schemas.openxmlformats.org/drawingml/2006/main" r:embed="Raf3bff7f9c924cb8"/>
          <a:stretch xmlns:a="http://schemas.openxmlformats.org/drawingml/2006/main"/>
        </p:blipFill>
        <p:spPr>
          <a:xfrm xmlns:a="http://schemas.openxmlformats.org/drawingml/2006/main">
            <a:off x="1266825" y="1676400"/>
            <a:ext cx="914400" cy="914400"/>
          </a:xfrm>
          <a:prstGeom xmlns:a="http://schemas.openxmlformats.org/drawingml/2006/main" prst="rect">
            <a:avLst/>
          </a:prstGeom>
        </p:spPr>
      </p:pic>
      <p:sp>
        <p:nvSpPr>
          <p:cNvPr id="4" name="과거의 유산">
            <a:extLst xmlns:a="http://schemas.openxmlformats.org/drawingml/2006/main">
              <a:ext uri="{FF2B5EF4-FFF2-40B4-BE49-F238E27FC236}">
                <a16:creationId xmlns:a16="http://schemas.microsoft.com/office/drawing/2014/main" id="{3D12BD28-69C6-4A4F-B0EC-BBDBE0ADD900}"/>
              </a:ext>
            </a:extLst>
          </p:cNvPr>
          <p:cNvSpPr>
            <a:spLocks xmlns:a="http://schemas.openxmlformats.org/drawingml/2006/main" noGrp="1"/>
          </p:cNvSpPr>
          <p:nvPr/>
        </p:nvSpPr>
        <p:spPr>
          <a:xfrm xmlns:a="http://schemas.openxmlformats.org/drawingml/2006/main">
            <a:off x="54292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과거의 유산</a:t>
            </a:r>
          </a:p>
        </p:txBody>
      </p:sp>
      <p:sp>
        <p:nvSpPr>
          <p:cNvPr id="5" name="">
            <a:extLst xmlns:a="http://schemas.openxmlformats.org/drawingml/2006/main">
              <a:ext uri="{FF2B5EF4-FFF2-40B4-BE49-F238E27FC236}">
                <a16:creationId xmlns:a16="http://schemas.microsoft.com/office/drawing/2014/main" id="{584DC6C2-F075-49ED-ACEB-FA66BA4578C8}"/>
              </a:ext>
            </a:extLst>
          </p:cNvPr>
          <p:cNvSpPr>
            <a:spLocks xmlns:a="http://schemas.openxmlformats.org/drawingml/2006/main" noGrp="1"/>
          </p:cNvSpPr>
          <p:nvPr/>
        </p:nvSpPr>
        <p:spPr>
          <a:xfrm xmlns:a="http://schemas.openxmlformats.org/drawingml/2006/main">
            <a:off x="3000375"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D4572D5E-B7C5-4208-AB38-5E7EEF24DC06}"/>
              </a:ext>
            </a:extLst>
          </p:cNvPr>
          <p:cNvPicPr>
            <a:picLocks xmlns:a="http://schemas.openxmlformats.org/drawingml/2006/main" noChangeAspect="1"/>
          </p:cNvPicPr>
          <p:nvPr/>
        </p:nvPicPr>
        <p:blipFill>
          <a:blip xmlns:r="http://schemas.openxmlformats.org/officeDocument/2006/relationships" xmlns:a="http://schemas.openxmlformats.org/drawingml/2006/main" r:embed="R5c8002d693134d03"/>
          <a:stretch xmlns:a="http://schemas.openxmlformats.org/drawingml/2006/main"/>
        </p:blipFill>
        <p:spPr>
          <a:xfrm xmlns:a="http://schemas.openxmlformats.org/drawingml/2006/main">
            <a:off x="4095750" y="1676400"/>
            <a:ext cx="914400" cy="914400"/>
          </a:xfrm>
          <a:prstGeom xmlns:a="http://schemas.openxmlformats.org/drawingml/2006/main" prst="rect">
            <a:avLst/>
          </a:prstGeom>
        </p:spPr>
      </p:pic>
      <p:sp>
        <p:nvSpPr>
          <p:cNvPr id="7" name="오늘의 일상">
            <a:extLst xmlns:a="http://schemas.openxmlformats.org/drawingml/2006/main">
              <a:ext uri="{FF2B5EF4-FFF2-40B4-BE49-F238E27FC236}">
                <a16:creationId xmlns:a16="http://schemas.microsoft.com/office/drawing/2014/main" id="{F0B4B809-C002-4207-9D29-D728C5DF5CE9}"/>
              </a:ext>
            </a:extLst>
          </p:cNvPr>
          <p:cNvSpPr>
            <a:spLocks xmlns:a="http://schemas.openxmlformats.org/drawingml/2006/main" noGrp="1"/>
          </p:cNvSpPr>
          <p:nvPr/>
        </p:nvSpPr>
        <p:spPr>
          <a:xfrm xmlns:a="http://schemas.openxmlformats.org/drawingml/2006/main">
            <a:off x="3371850"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오늘의 일상</a:t>
            </a:r>
          </a:p>
        </p:txBody>
      </p:sp>
      <p:sp>
        <p:nvSpPr>
          <p:cNvPr id="8" name="">
            <a:extLst xmlns:a="http://schemas.openxmlformats.org/drawingml/2006/main">
              <a:ext uri="{FF2B5EF4-FFF2-40B4-BE49-F238E27FC236}">
                <a16:creationId xmlns:a16="http://schemas.microsoft.com/office/drawing/2014/main" id="{3F6AA5C1-7EF6-42DB-9DB5-E282E77E4897}"/>
              </a:ext>
            </a:extLst>
          </p:cNvPr>
          <p:cNvSpPr>
            <a:spLocks xmlns:a="http://schemas.openxmlformats.org/drawingml/2006/main" noGrp="1"/>
          </p:cNvSpPr>
          <p:nvPr/>
        </p:nvSpPr>
        <p:spPr>
          <a:xfrm xmlns:a="http://schemas.openxmlformats.org/drawingml/2006/main">
            <a:off x="5829300"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6D29D185-9630-4C30-BEFC-F8C4548711CB}"/>
              </a:ext>
            </a:extLst>
          </p:cNvPr>
          <p:cNvPicPr>
            <a:picLocks xmlns:a="http://schemas.openxmlformats.org/drawingml/2006/main" noChangeAspect="1"/>
          </p:cNvPicPr>
          <p:nvPr/>
        </p:nvPicPr>
        <p:blipFill>
          <a:blip xmlns:r="http://schemas.openxmlformats.org/officeDocument/2006/relationships" xmlns:a="http://schemas.openxmlformats.org/drawingml/2006/main" r:embed="R06eeaf82d3c34453"/>
          <a:stretch xmlns:a="http://schemas.openxmlformats.org/drawingml/2006/main"/>
        </p:blipFill>
        <p:spPr>
          <a:xfrm xmlns:a="http://schemas.openxmlformats.org/drawingml/2006/main">
            <a:off x="6924675" y="1676400"/>
            <a:ext cx="914400" cy="914400"/>
          </a:xfrm>
          <a:prstGeom xmlns:a="http://schemas.openxmlformats.org/drawingml/2006/main" prst="rect">
            <a:avLst/>
          </a:prstGeom>
        </p:spPr>
      </p:pic>
      <p:sp>
        <p:nvSpPr>
          <p:cNvPr id="10" name="미래의 문제">
            <a:extLst xmlns:a="http://schemas.openxmlformats.org/drawingml/2006/main">
              <a:ext uri="{FF2B5EF4-FFF2-40B4-BE49-F238E27FC236}">
                <a16:creationId xmlns:a16="http://schemas.microsoft.com/office/drawing/2014/main" id="{5483D923-CF6F-4D5C-903B-2E036AC276E6}"/>
              </a:ext>
            </a:extLst>
          </p:cNvPr>
          <p:cNvSpPr>
            <a:spLocks xmlns:a="http://schemas.openxmlformats.org/drawingml/2006/main" noGrp="1"/>
          </p:cNvSpPr>
          <p:nvPr/>
        </p:nvSpPr>
        <p:spPr>
          <a:xfrm xmlns:a="http://schemas.openxmlformats.org/drawingml/2006/main">
            <a:off x="620077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미래의 문제</a:t>
            </a:r>
          </a:p>
        </p:txBody>
      </p:sp>
    </p:spTree>
    <p:extLst>
      <p:ext uri="{BB962C8B-B14F-4D97-AF65-F5344CB8AC3E}">
        <p14:creationId xmlns:p14="http://schemas.microsoft.com/office/powerpoint/2010/main" val="1917723990"/>
      </p:ext>
    </p:extLst>
  </p:cSld>
</p:sld>
</file>

<file path=ppt/slides/slide9.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3" name="한 번">
            <a:extLst xmlns:a="http://schemas.openxmlformats.org/drawingml/2006/main">
              <a:ext uri="{FF2B5EF4-FFF2-40B4-BE49-F238E27FC236}">
                <a16:creationId xmlns:a16="http://schemas.microsoft.com/office/drawing/2014/main" id="{EE03BE1E-3B27-420E-8456-D1AE7481B1DC}"/>
              </a:ext>
            </a:extLst>
          </p:cNvPr>
          <p:cNvSpPr>
            <a:spLocks xmlns:a="http://schemas.openxmlformats.org/drawingml/2006/main" noGrp="1"/>
          </p:cNvSpPr>
          <p:nvPr/>
        </p:nvSpPr>
        <p:spPr>
          <a:xfrm xmlns:a="http://schemas.openxmlformats.org/drawingml/2006/main">
            <a:off x="657225" y="1181100"/>
            <a:ext cx="7810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075" b="1">
                <a:solidFill>
                  <a:srgbClr val="F5F2E9"/>
                </a:solidFill>
                <a:latin typeface="Pretendard"/>
                <a:ea typeface="Pretendard"/>
                <a:cs typeface="Pretendard"/>
              </a:defRPr>
            </a:defPPr>
          </a:lstStyle>
          <a:p xmlns:a="http://schemas.openxmlformats.org/drawingml/2006/main">
            <a:pPr algn="l">
              <a:defRPr sz="6075" b="1">
                <a:solidFill>
                  <a:srgbClr val="F5F2E9"/>
                </a:solidFill>
                <a:latin typeface="Pretendard"/>
                <a:ea typeface="Pretendard"/>
                <a:cs typeface="Pretendard"/>
              </a:defRPr>
            </a:pPr>
            <a:r>
              <a:rPr sz="6075" b="1">
                <a:solidFill>
                  <a:srgbClr val="F5F2E9"/>
                </a:solidFill>
                <a:latin typeface="Pretendard"/>
                <a:ea typeface="Pretendard"/>
                <a:cs typeface="Pretendard"/>
              </a:rPr>
              <a:t>한 번</a:t>
            </a:r>
          </a:p>
        </p:txBody>
      </p:sp>
      <p:sp>
        <p:nvSpPr>
          <p:cNvPr id="2" name="망했습니다">
            <a:extLst xmlns:a="http://schemas.openxmlformats.org/drawingml/2006/main">
              <a:ext uri="{FF2B5EF4-FFF2-40B4-BE49-F238E27FC236}">
                <a16:creationId xmlns:a16="http://schemas.microsoft.com/office/drawing/2014/main" id="{DB6A33C4-59E2-4576-8A36-620F304D12BA}"/>
              </a:ext>
            </a:extLst>
          </p:cNvPr>
          <p:cNvSpPr>
            <a:spLocks xmlns:a="http://schemas.openxmlformats.org/drawingml/2006/main" noGrp="1"/>
          </p:cNvSpPr>
          <p:nvPr/>
        </p:nvSpPr>
        <p:spPr>
          <a:xfrm xmlns:a="http://schemas.openxmlformats.org/drawingml/2006/main">
            <a:off x="647700" y="2371725"/>
            <a:ext cx="79533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망했습니다</a:t>
            </a:r>
          </a:p>
        </p:txBody>
      </p:sp>
    </p:spTree>
    <p:extLst>
      <p:ext uri="{BB962C8B-B14F-4D97-AF65-F5344CB8AC3E}">
        <p14:creationId xmlns:p14="http://schemas.microsoft.com/office/powerpoint/2010/main" val="1061792625"/>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575C724-C710-4B8F-817B-DBE1D41A7467}"/>
              </a:ext>
            </a:extLst>
          </p:cNvPr>
          <p:cNvPicPr>
            <a:picLocks xmlns:a="http://schemas.openxmlformats.org/drawingml/2006/main" noChangeAspect="1"/>
          </p:cNvPicPr>
          <p:nvPr/>
        </p:nvPicPr>
        <p:blipFill>
          <a:blip xmlns:r="http://schemas.openxmlformats.org/officeDocument/2006/relationships" xmlns:a="http://schemas.openxmlformats.org/drawingml/2006/main" r:embed="R361560d868b14ffd"/>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AI ERA">
            <a:extLst xmlns:a="http://schemas.openxmlformats.org/drawingml/2006/main">
              <a:ext uri="{FF2B5EF4-FFF2-40B4-BE49-F238E27FC236}">
                <a16:creationId xmlns:a16="http://schemas.microsoft.com/office/drawing/2014/main" id="{46F82A05-B0D0-4942-8F93-3D154EDCA751}"/>
              </a:ext>
            </a:extLst>
          </p:cNvPr>
          <p:cNvSpPr>
            <a:spLocks xmlns:a="http://schemas.openxmlformats.org/drawingml/2006/main" noGrp="1"/>
          </p:cNvSpPr>
          <p:nvPr/>
        </p:nvSpPr>
        <p:spPr>
          <a:xfrm xmlns:a="http://schemas.openxmlformats.org/drawingml/2006/main">
            <a:off x="552450" y="1152525"/>
            <a:ext cx="39719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25" b="1">
                <a:solidFill>
                  <a:srgbClr val="183E35"/>
                </a:solidFill>
                <a:latin typeface="Pretendard"/>
                <a:ea typeface="Pretendard"/>
                <a:cs typeface="Pretendard"/>
              </a:defRPr>
            </a:defPPr>
          </a:lstStyle>
          <a:p xmlns:a="http://schemas.openxmlformats.org/drawingml/2006/main">
            <a:pPr algn="l">
              <a:defRPr sz="5925" b="1">
                <a:solidFill>
                  <a:srgbClr val="183E35"/>
                </a:solidFill>
                <a:latin typeface="Pretendard"/>
                <a:ea typeface="Pretendard"/>
                <a:cs typeface="Pretendard"/>
              </a:defRPr>
            </a:pPr>
            <a:r>
              <a:rPr sz="5925" b="1">
                <a:solidFill>
                  <a:srgbClr val="183E35"/>
                </a:solidFill>
                <a:latin typeface="Pretendard"/>
                <a:ea typeface="Pretendard"/>
                <a:cs typeface="Pretendard"/>
              </a:rPr>
              <a:t>AI ERA</a:t>
            </a:r>
          </a:p>
        </p:txBody>
      </p:sp>
      <p:sp>
        <p:nvSpPr>
          <p:cNvPr id="3" name="녹음">
            <a:extLst xmlns:a="http://schemas.openxmlformats.org/drawingml/2006/main">
              <a:ext uri="{FF2B5EF4-FFF2-40B4-BE49-F238E27FC236}">
                <a16:creationId xmlns:a16="http://schemas.microsoft.com/office/drawing/2014/main" id="{F86A6C70-2237-410C-A471-908F569C2237}"/>
              </a:ext>
            </a:extLst>
          </p:cNvPr>
          <p:cNvSpPr>
            <a:spLocks xmlns:a="http://schemas.openxmlformats.org/drawingml/2006/main" noGrp="1"/>
          </p:cNvSpPr>
          <p:nvPr/>
        </p:nvSpPr>
        <p:spPr>
          <a:xfrm xmlns:a="http://schemas.openxmlformats.org/drawingml/2006/main">
            <a:off x="609600" y="271462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녹음</a:t>
            </a:r>
          </a:p>
        </p:txBody>
      </p:sp>
      <p:sp>
        <p:nvSpPr>
          <p:cNvPr id="4" name="문서 초안">
            <a:extLst xmlns:a="http://schemas.openxmlformats.org/drawingml/2006/main">
              <a:ext uri="{FF2B5EF4-FFF2-40B4-BE49-F238E27FC236}">
                <a16:creationId xmlns:a16="http://schemas.microsoft.com/office/drawing/2014/main" id="{8F40EACE-174E-4BE6-BFB7-4085969980A3}"/>
              </a:ext>
            </a:extLst>
          </p:cNvPr>
          <p:cNvSpPr>
            <a:spLocks xmlns:a="http://schemas.openxmlformats.org/drawingml/2006/main" noGrp="1"/>
          </p:cNvSpPr>
          <p:nvPr/>
        </p:nvSpPr>
        <p:spPr>
          <a:xfrm xmlns:a="http://schemas.openxmlformats.org/drawingml/2006/main">
            <a:off x="609600" y="3219450"/>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문서 초안</a:t>
            </a:r>
          </a:p>
        </p:txBody>
      </p:sp>
      <p:sp>
        <p:nvSpPr>
          <p:cNvPr id="5" name="자료 비교">
            <a:extLst xmlns:a="http://schemas.openxmlformats.org/drawingml/2006/main">
              <a:ext uri="{FF2B5EF4-FFF2-40B4-BE49-F238E27FC236}">
                <a16:creationId xmlns:a16="http://schemas.microsoft.com/office/drawing/2014/main" id="{3D2C049E-1036-4650-938D-FC0C6BD32AAD}"/>
              </a:ext>
            </a:extLst>
          </p:cNvPr>
          <p:cNvSpPr>
            <a:spLocks xmlns:a="http://schemas.openxmlformats.org/drawingml/2006/main" noGrp="1"/>
          </p:cNvSpPr>
          <p:nvPr/>
        </p:nvSpPr>
        <p:spPr>
          <a:xfrm xmlns:a="http://schemas.openxmlformats.org/drawingml/2006/main">
            <a:off x="609600" y="372427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자료 비교</a:t>
            </a:r>
          </a:p>
        </p:txBody>
      </p:sp>
    </p:spTree>
    <p:extLst>
      <p:ext uri="{BB962C8B-B14F-4D97-AF65-F5344CB8AC3E}">
        <p14:creationId xmlns:p14="http://schemas.microsoft.com/office/powerpoint/2010/main" val="1490107690"/>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73F5473-08B5-408C-81CD-283843EB2A03}"/>
              </a:ext>
            </a:extLst>
          </p:cNvPr>
          <p:cNvPicPr>
            <a:picLocks xmlns:a="http://schemas.openxmlformats.org/drawingml/2006/main" noChangeAspect="1"/>
          </p:cNvPicPr>
          <p:nvPr/>
        </p:nvPicPr>
        <p:blipFill>
          <a:blip xmlns:r="http://schemas.openxmlformats.org/officeDocument/2006/relationships" xmlns:a="http://schemas.openxmlformats.org/drawingml/2006/main" r:embed="R71330ec9d4a94079"/>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F97949C1-ECF4-4D90-B9D5-F068D3B427AC}"/>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D4F82489-6A2C-438F-879A-44B9BB10E9E6}"/>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8382061D-BDE2-4DF6-9FA1-5E8854F6815A}"/>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412988669"/>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종중 홈">
            <a:extLst xmlns:a="http://schemas.openxmlformats.org/drawingml/2006/main">
              <a:ext uri="{FF2B5EF4-FFF2-40B4-BE49-F238E27FC236}">
                <a16:creationId xmlns:a16="http://schemas.microsoft.com/office/drawing/2014/main" id="{AF7FFE0C-CB13-4921-8126-9B6F0EB7EE5F}"/>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종중 홈</a:t>
            </a:r>
          </a:p>
        </p:txBody>
      </p:sp>
      <p:sp>
        <p:nvSpPr>
          <p:cNvPr id="2" name="12">
            <a:extLst xmlns:a="http://schemas.openxmlformats.org/drawingml/2006/main">
              <a:ext uri="{FF2B5EF4-FFF2-40B4-BE49-F238E27FC236}">
                <a16:creationId xmlns:a16="http://schemas.microsoft.com/office/drawing/2014/main" id="{28D4FD63-E356-4548-B29F-34B124C7C9E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12</a:t>
            </a:r>
          </a:p>
        </p:txBody>
      </p:sp>
      <p:sp>
        <p:nvSpPr>
          <p:cNvPr id="3" name="오늘 확인할 일.">
            <a:extLst xmlns:a="http://schemas.openxmlformats.org/drawingml/2006/main">
              <a:ext uri="{FF2B5EF4-FFF2-40B4-BE49-F238E27FC236}">
                <a16:creationId xmlns:a16="http://schemas.microsoft.com/office/drawing/2014/main" id="{24150168-A1E1-4D00-9CDF-6437A8E4BB67}"/>
              </a:ext>
            </a:extLst>
          </p:cNvPr>
          <p:cNvSpPr>
            <a:spLocks xmlns:a="http://schemas.openxmlformats.org/drawingml/2006/main" noGrp="1"/>
          </p:cNvSpPr>
          <p:nvPr/>
        </p:nvSpPr>
        <p:spPr>
          <a:xfrm xmlns:a="http://schemas.openxmlformats.org/drawingml/2006/main">
            <a:off x="457200" y="1104900"/>
            <a:ext cx="4000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183E35"/>
                </a:solidFill>
                <a:latin typeface="Pretendard"/>
                <a:ea typeface="Pretendard"/>
                <a:cs typeface="Pretendard"/>
              </a:defRPr>
            </a:defPPr>
          </a:lstStyle>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오늘</a:t>
            </a:r>
          </a:p>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확인할 일.</a:t>
            </a:r>
          </a:p>
        </p:txBody>
      </p:sp>
      <p:pic>
        <p:nvPicPr>
          <p:cNvPr id="4" name="">
            <a:extLst xmlns:a="http://schemas.openxmlformats.org/drawingml/2006/main">
              <a:ext uri="{FF2B5EF4-FFF2-40B4-BE49-F238E27FC236}">
                <a16:creationId xmlns:a16="http://schemas.microsoft.com/office/drawing/2014/main" id="{EE1566A9-51FF-4327-A6FC-F59D558541A2}"/>
              </a:ext>
            </a:extLst>
          </p:cNvPr>
          <p:cNvPicPr>
            <a:picLocks xmlns:a="http://schemas.openxmlformats.org/drawingml/2006/main" noChangeAspect="1"/>
          </p:cNvPicPr>
          <p:nvPr/>
        </p:nvPicPr>
        <p:blipFill>
          <a:blip xmlns:r="http://schemas.openxmlformats.org/officeDocument/2006/relationships" xmlns:a="http://schemas.openxmlformats.org/drawingml/2006/main" r:embed="R3bc89d9f93ce47bc"/>
          <a:stretch xmlns:a="http://schemas.openxmlformats.org/drawingml/2006/main"/>
        </p:blipFill>
        <p:spPr>
          <a:xfrm xmlns:a="http://schemas.openxmlformats.org/drawingml/2006/main">
            <a:off x="504825" y="3286125"/>
            <a:ext cx="266700" cy="266700"/>
          </a:xfrm>
          <a:prstGeom xmlns:a="http://schemas.openxmlformats.org/drawingml/2006/main" prst="rect">
            <a:avLst/>
          </a:prstGeom>
        </p:spPr>
      </p:pic>
      <p:sp>
        <p:nvSpPr>
          <p:cNvPr id="5" name="일정·미응답을 한눈에">
            <a:extLst xmlns:a="http://schemas.openxmlformats.org/drawingml/2006/main">
              <a:ext uri="{FF2B5EF4-FFF2-40B4-BE49-F238E27FC236}">
                <a16:creationId xmlns:a16="http://schemas.microsoft.com/office/drawing/2014/main" id="{A22778AE-2B64-45EB-AC97-721850D76643}"/>
              </a:ext>
            </a:extLst>
          </p:cNvPr>
          <p:cNvSpPr>
            <a:spLocks xmlns:a="http://schemas.openxmlformats.org/drawingml/2006/main" noGrp="1"/>
          </p:cNvSpPr>
          <p:nvPr/>
        </p:nvSpPr>
        <p:spPr>
          <a:xfrm xmlns:a="http://schemas.openxmlformats.org/drawingml/2006/main">
            <a:off x="914400" y="3257550"/>
            <a:ext cx="3114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567D89"/>
                </a:solidFill>
                <a:latin typeface="Pretendard"/>
                <a:ea typeface="Pretendard"/>
                <a:cs typeface="Pretendard"/>
              </a:defRPr>
            </a:defPPr>
          </a:lstStyle>
          <a:p xmlns:a="http://schemas.openxmlformats.org/drawingml/2006/main">
            <a:pPr algn="l">
              <a:defRPr sz="1650" b="1">
                <a:solidFill>
                  <a:srgbClr val="567D89"/>
                </a:solidFill>
                <a:latin typeface="Pretendard"/>
                <a:ea typeface="Pretendard"/>
                <a:cs typeface="Pretendard"/>
              </a:defRPr>
            </a:pPr>
            <a:r>
              <a:rPr sz="1650" b="1">
                <a:solidFill>
                  <a:srgbClr val="567D89"/>
                </a:solidFill>
                <a:latin typeface="Pretendard"/>
                <a:ea typeface="Pretendard"/>
                <a:cs typeface="Pretendard"/>
              </a:rPr>
              <a:t>일정·미응답을 한눈에</a:t>
            </a:r>
          </a:p>
        </p:txBody>
      </p:sp>
      <p:pic>
        <p:nvPicPr>
          <p:cNvPr id="6" name="">
            <a:extLst xmlns:a="http://schemas.openxmlformats.org/drawingml/2006/main">
              <a:ext uri="{FF2B5EF4-FFF2-40B4-BE49-F238E27FC236}">
                <a16:creationId xmlns:a16="http://schemas.microsoft.com/office/drawing/2014/main" id="{BAC82526-67E0-4FC5-8597-04381599EFF8}"/>
              </a:ext>
            </a:extLst>
          </p:cNvPr>
          <p:cNvPicPr>
            <a:picLocks xmlns:a="http://schemas.openxmlformats.org/drawingml/2006/main" noChangeAspect="1"/>
          </p:cNvPicPr>
          <p:nvPr/>
        </p:nvPicPr>
        <p:blipFill>
          <a:blip xmlns:r="http://schemas.openxmlformats.org/officeDocument/2006/relationships" xmlns:a="http://schemas.openxmlformats.org/drawingml/2006/main" r:embed="Ra8bea393270b4e20"/>
          <a:stretch xmlns:a="http://schemas.openxmlformats.org/drawingml/2006/main"/>
        </p:blipFill>
        <p:spPr>
          <a:xfrm xmlns:a="http://schemas.openxmlformats.org/drawingml/2006/main">
            <a:off x="504825" y="3933825"/>
            <a:ext cx="266700" cy="266700"/>
          </a:xfrm>
          <a:prstGeom xmlns:a="http://schemas.openxmlformats.org/drawingml/2006/main" prst="rect">
            <a:avLst/>
          </a:prstGeom>
        </p:spPr>
      </p:pic>
      <p:sp>
        <p:nvSpPr>
          <p:cNvPr id="7" name="명부부터 기록까지 한곳에">
            <a:extLst xmlns:a="http://schemas.openxmlformats.org/drawingml/2006/main">
              <a:ext uri="{FF2B5EF4-FFF2-40B4-BE49-F238E27FC236}">
                <a16:creationId xmlns:a16="http://schemas.microsoft.com/office/drawing/2014/main" id="{E650B110-F6C0-4503-8601-C8E1C8106A32}"/>
              </a:ext>
            </a:extLst>
          </p:cNvPr>
          <p:cNvSpPr>
            <a:spLocks xmlns:a="http://schemas.openxmlformats.org/drawingml/2006/main" noGrp="1"/>
          </p:cNvSpPr>
          <p:nvPr/>
        </p:nvSpPr>
        <p:spPr>
          <a:xfrm xmlns:a="http://schemas.openxmlformats.org/drawingml/2006/main">
            <a:off x="914400" y="3905250"/>
            <a:ext cx="3114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567D89"/>
                </a:solidFill>
                <a:latin typeface="Pretendard"/>
                <a:ea typeface="Pretendard"/>
                <a:cs typeface="Pretendard"/>
              </a:defRPr>
            </a:defPPr>
          </a:lstStyle>
          <a:p xmlns:a="http://schemas.openxmlformats.org/drawingml/2006/main">
            <a:pPr algn="l">
              <a:defRPr sz="1650" b="1">
                <a:solidFill>
                  <a:srgbClr val="567D89"/>
                </a:solidFill>
                <a:latin typeface="Pretendard"/>
                <a:ea typeface="Pretendard"/>
                <a:cs typeface="Pretendard"/>
              </a:defRPr>
            </a:pPr>
            <a:r>
              <a:rPr sz="1650" b="1">
                <a:solidFill>
                  <a:srgbClr val="567D89"/>
                </a:solidFill>
                <a:latin typeface="Pretendard"/>
                <a:ea typeface="Pretendard"/>
                <a:cs typeface="Pretendard"/>
              </a:rPr>
              <a:t>명부부터 기록까지 한곳에</a:t>
            </a:r>
          </a:p>
        </p:txBody>
      </p:sp>
      <p:pic>
        <p:nvPicPr>
          <p:cNvPr id="8" name="">
            <a:extLst xmlns:a="http://schemas.openxmlformats.org/drawingml/2006/main">
              <a:ext uri="{FF2B5EF4-FFF2-40B4-BE49-F238E27FC236}">
                <a16:creationId xmlns:a16="http://schemas.microsoft.com/office/drawing/2014/main" id="{AFD601D4-E45D-4AFB-819E-5272A4A88CB4}"/>
              </a:ext>
            </a:extLst>
          </p:cNvPr>
          <p:cNvPicPr>
            <a:picLocks xmlns:a="http://schemas.openxmlformats.org/drawingml/2006/main" noChangeAspect="1"/>
          </p:cNvPicPr>
          <p:nvPr/>
        </p:nvPicPr>
        <p:blipFill>
          <a:blip xmlns:r="http://schemas.openxmlformats.org/officeDocument/2006/relationships" xmlns:a="http://schemas.openxmlformats.org/drawingml/2006/main" r:embed="Rcf68bb029af84565"/>
          <a:stretch xmlns:a="http://schemas.openxmlformats.org/drawingml/2006/main"/>
        </p:blipFill>
        <p:spPr>
          <a:xfrm xmlns:a="http://schemas.openxmlformats.org/drawingml/2006/main">
            <a:off x="3143250" y="1323975"/>
            <a:ext cx="5962650" cy="318475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59550D1-AB04-4ED4-85CE-8C8BEA343444}"/>
              </a:ext>
            </a:extLst>
          </p:cNvPr>
          <p:cNvSpPr>
            <a:spLocks xmlns:a="http://schemas.openxmlformats.org/drawingml/2006/main" noGrp="1"/>
          </p:cNvSpPr>
          <p:nvPr/>
        </p:nvSpPr>
        <p:spPr>
          <a:xfrm xmlns:a="http://schemas.openxmlformats.org/drawingml/2006/main">
            <a:off x="4209512" y="1585864"/>
            <a:ext cx="3830126" cy="240376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ABFDE7A3-5D40-4268-B483-DB7E92D084E6}"/>
              </a:ext>
            </a:extLst>
          </p:cNvPr>
          <p:cNvPicPr>
            <a:picLocks xmlns:a="http://schemas.openxmlformats.org/drawingml/2006/main" noChangeAspect="1"/>
          </p:cNvPicPr>
          <p:nvPr/>
        </p:nvPicPr>
        <p:blipFill>
          <a:blip xmlns:r="http://schemas.openxmlformats.org/officeDocument/2006/relationships" xmlns:a="http://schemas.openxmlformats.org/drawingml/2006/main" r:embed="R4ecea7550b8f4c9f"/>
          <a:srcRect xmlns:a="http://schemas.openxmlformats.org/drawingml/2006/main" l="0" t="0" r="0" b="0"/>
          <a:stretch xmlns:a="http://schemas.openxmlformats.org/drawingml/2006/main">
            <a:fillRect l="0" t="0" r="0" b="0"/>
          </a:stretch>
        </p:blipFill>
        <p:spPr>
          <a:xfrm xmlns:a="http://schemas.openxmlformats.org/drawingml/2006/main">
            <a:off x="4209512" y="1585864"/>
            <a:ext cx="3830126" cy="2403766"/>
          </a:xfrm>
          <a:prstGeom xmlns:a="http://schemas.openxmlformats.org/drawingml/2006/main" prst="rect">
            <a:avLst/>
          </a:prstGeom>
        </p:spPr>
      </p:pic>
    </p:spTree>
    <p:extLst>
      <p:ext uri="{BB962C8B-B14F-4D97-AF65-F5344CB8AC3E}">
        <p14:creationId xmlns:p14="http://schemas.microsoft.com/office/powerpoint/2010/main" val="812861152"/>
      </p:ext>
    </p:extLst>
  </p:cSld>
</p:sld>
</file>

<file path=ppt/slides/slide13.xml><?xml version="1.0" encoding="utf-8"?>
<p:sld xmlns:p="http://schemas.openxmlformats.org/presentationml/2006/main">
  <p:cSld>
    <p:bg>
      <p:bgPr>
        <a:solidFill xmlns:a="http://schemas.openxmlformats.org/drawingml/2006/main">
          <a:srgbClr val="E5EDEA"/>
        </a:solidFill>
      </p:bgPr>
    </p:bg>
    <p:spTree>
      <p:nvGrpSpPr>
        <p:cNvPr id="1" name=""/>
        <p:cNvGrpSpPr/>
        <p:nvPr/>
      </p:nvGrpSpPr>
      <p:grpSpPr>
        <a:xfrm xmlns:a="http://schemas.openxmlformats.org/drawingml/2006/main"/>
      </p:grpSpPr>
      <p:sp>
        <p:nvSpPr>
          <p:cNvPr id="13" name="설립 준비">
            <a:extLst xmlns:a="http://schemas.openxmlformats.org/drawingml/2006/main">
              <a:ext uri="{FF2B5EF4-FFF2-40B4-BE49-F238E27FC236}">
                <a16:creationId xmlns:a16="http://schemas.microsoft.com/office/drawing/2014/main" id="{E15ACA15-04D9-432E-B11B-4BBFEC804221}"/>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설립 준비</a:t>
            </a:r>
          </a:p>
        </p:txBody>
      </p:sp>
      <p:sp>
        <p:nvSpPr>
          <p:cNvPr id="2" name="13">
            <a:extLst xmlns:a="http://schemas.openxmlformats.org/drawingml/2006/main">
              <a:ext uri="{FF2B5EF4-FFF2-40B4-BE49-F238E27FC236}">
                <a16:creationId xmlns:a16="http://schemas.microsoft.com/office/drawing/2014/main" id="{2416033D-AD13-4289-AF78-E24A3396E92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13</a:t>
            </a:r>
          </a:p>
        </p:txBody>
      </p:sp>
      <p:pic>
        <p:nvPicPr>
          <p:cNvPr id="3" name="">
            <a:extLst xmlns:a="http://schemas.openxmlformats.org/drawingml/2006/main">
              <a:ext uri="{FF2B5EF4-FFF2-40B4-BE49-F238E27FC236}">
                <a16:creationId xmlns:a16="http://schemas.microsoft.com/office/drawing/2014/main" id="{51D65842-D442-4425-8190-1613C0CFB4E6}"/>
              </a:ext>
            </a:extLst>
          </p:cNvPr>
          <p:cNvPicPr>
            <a:picLocks xmlns:a="http://schemas.openxmlformats.org/drawingml/2006/main" noChangeAspect="1"/>
          </p:cNvPicPr>
          <p:nvPr/>
        </p:nvPicPr>
        <p:blipFill>
          <a:blip xmlns:r="http://schemas.openxmlformats.org/officeDocument/2006/relationships" xmlns:a="http://schemas.openxmlformats.org/drawingml/2006/main" r:embed="Rf76a5e6e3d994480"/>
          <a:stretch xmlns:a="http://schemas.openxmlformats.org/drawingml/2006/main"/>
        </p:blipFill>
        <p:spPr>
          <a:xfrm xmlns:a="http://schemas.openxmlformats.org/drawingml/2006/main">
            <a:off x="47625" y="1343025"/>
            <a:ext cx="5810250" cy="310335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CFECE0-B9E0-44B6-B97A-A216562E7670}"/>
              </a:ext>
            </a:extLst>
          </p:cNvPr>
          <p:cNvSpPr>
            <a:spLocks xmlns:a="http://schemas.openxmlformats.org/drawingml/2006/main" noGrp="1"/>
          </p:cNvSpPr>
          <p:nvPr/>
        </p:nvSpPr>
        <p:spPr>
          <a:xfrm xmlns:a="http://schemas.openxmlformats.org/drawingml/2006/main">
            <a:off x="1086634" y="1598220"/>
            <a:ext cx="3732231" cy="234232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DC1C8FB-15FF-46D7-908E-83D2780B4A35}"/>
              </a:ext>
            </a:extLst>
          </p:cNvPr>
          <p:cNvPicPr>
            <a:picLocks xmlns:a="http://schemas.openxmlformats.org/drawingml/2006/main" noChangeAspect="1"/>
          </p:cNvPicPr>
          <p:nvPr/>
        </p:nvPicPr>
        <p:blipFill>
          <a:blip xmlns:r="http://schemas.openxmlformats.org/officeDocument/2006/relationships" xmlns:a="http://schemas.openxmlformats.org/drawingml/2006/main" r:embed="R4fe7bca9bf5240b6"/>
          <a:srcRect xmlns:a="http://schemas.openxmlformats.org/drawingml/2006/main" l="0" t="0" r="0" b="0"/>
          <a:stretch xmlns:a="http://schemas.openxmlformats.org/drawingml/2006/main">
            <a:fillRect l="0" t="0" r="0" b="0"/>
          </a:stretch>
        </p:blipFill>
        <p:spPr>
          <a:xfrm xmlns:a="http://schemas.openxmlformats.org/drawingml/2006/main">
            <a:off x="1086634" y="1598220"/>
            <a:ext cx="3732231" cy="2342328"/>
          </a:xfrm>
          <a:prstGeom xmlns:a="http://schemas.openxmlformats.org/drawingml/2006/main" prst="rect">
            <a:avLst/>
          </a:prstGeom>
        </p:spPr>
      </p:pic>
      <p:sp>
        <p:nvSpPr>
          <p:cNvPr id="6" name="첫 서류부터 빠짐없이.">
            <a:extLst xmlns:a="http://schemas.openxmlformats.org/drawingml/2006/main">
              <a:ext uri="{FF2B5EF4-FFF2-40B4-BE49-F238E27FC236}">
                <a16:creationId xmlns:a16="http://schemas.microsoft.com/office/drawing/2014/main" id="{0D13FD30-4BBC-40BD-9870-98EBB577222A}"/>
              </a:ext>
            </a:extLst>
          </p:cNvPr>
          <p:cNvSpPr>
            <a:spLocks xmlns:a="http://schemas.openxmlformats.org/drawingml/2006/main" noGrp="1"/>
          </p:cNvSpPr>
          <p:nvPr/>
        </p:nvSpPr>
        <p:spPr>
          <a:xfrm xmlns:a="http://schemas.openxmlformats.org/drawingml/2006/main">
            <a:off x="5514975" y="914400"/>
            <a:ext cx="34480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825" b="1">
                <a:solidFill>
                  <a:srgbClr val="183E35"/>
                </a:solidFill>
                <a:latin typeface="Pretendard"/>
                <a:ea typeface="Pretendard"/>
                <a:cs typeface="Pretendard"/>
              </a:defRPr>
            </a:defPPr>
          </a:lstStyle>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첫 서류부터</a:t>
            </a:r>
          </a:p>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빠짐없이.</a:t>
            </a:r>
          </a:p>
        </p:txBody>
      </p:sp>
      <p:pic>
        <p:nvPicPr>
          <p:cNvPr id="7" name="">
            <a:extLst xmlns:a="http://schemas.openxmlformats.org/drawingml/2006/main">
              <a:ext uri="{FF2B5EF4-FFF2-40B4-BE49-F238E27FC236}">
                <a16:creationId xmlns:a16="http://schemas.microsoft.com/office/drawing/2014/main" id="{B72D1417-66BB-4D6B-8D17-C41A21AEC838}"/>
              </a:ext>
            </a:extLst>
          </p:cNvPr>
          <p:cNvPicPr>
            <a:picLocks xmlns:a="http://schemas.openxmlformats.org/drawingml/2006/main" noChangeAspect="1"/>
          </p:cNvPicPr>
          <p:nvPr/>
        </p:nvPicPr>
        <p:blipFill>
          <a:blip xmlns:r="http://schemas.openxmlformats.org/officeDocument/2006/relationships" xmlns:a="http://schemas.openxmlformats.org/drawingml/2006/main" r:embed="R9f7dd415b88c4fc7"/>
          <a:stretch xmlns:a="http://schemas.openxmlformats.org/drawingml/2006/main"/>
        </p:blipFill>
        <p:spPr>
          <a:xfrm xmlns:a="http://schemas.openxmlformats.org/drawingml/2006/main">
            <a:off x="6000750" y="2905125"/>
            <a:ext cx="266700" cy="266700"/>
          </a:xfrm>
          <a:prstGeom xmlns:a="http://schemas.openxmlformats.org/drawingml/2006/main" prst="rect">
            <a:avLst/>
          </a:prstGeom>
        </p:spPr>
      </p:pic>
      <p:sp>
        <p:nvSpPr>
          <p:cNvPr id="8" name="빠진 서류까지 확인">
            <a:extLst xmlns:a="http://schemas.openxmlformats.org/drawingml/2006/main">
              <a:ext uri="{FF2B5EF4-FFF2-40B4-BE49-F238E27FC236}">
                <a16:creationId xmlns:a16="http://schemas.microsoft.com/office/drawing/2014/main" id="{0C6704F0-C443-4BFB-8D4E-CBDC9EBD1EFA}"/>
              </a:ext>
            </a:extLst>
          </p:cNvPr>
          <p:cNvSpPr>
            <a:spLocks xmlns:a="http://schemas.openxmlformats.org/drawingml/2006/main" noGrp="1"/>
          </p:cNvSpPr>
          <p:nvPr/>
        </p:nvSpPr>
        <p:spPr>
          <a:xfrm xmlns:a="http://schemas.openxmlformats.org/drawingml/2006/main">
            <a:off x="6410325" y="2876550"/>
            <a:ext cx="2466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빠진 서류까지 확인</a:t>
            </a:r>
          </a:p>
        </p:txBody>
      </p:sp>
      <p:pic>
        <p:nvPicPr>
          <p:cNvPr id="9" name="">
            <a:extLst xmlns:a="http://schemas.openxmlformats.org/drawingml/2006/main">
              <a:ext uri="{FF2B5EF4-FFF2-40B4-BE49-F238E27FC236}">
                <a16:creationId xmlns:a16="http://schemas.microsoft.com/office/drawing/2014/main" id="{62E2D8C8-6A9F-4B69-8140-B6012AC25E09}"/>
              </a:ext>
            </a:extLst>
          </p:cNvPr>
          <p:cNvPicPr>
            <a:picLocks xmlns:a="http://schemas.openxmlformats.org/drawingml/2006/main" noChangeAspect="1"/>
          </p:cNvPicPr>
          <p:nvPr/>
        </p:nvPicPr>
        <p:blipFill>
          <a:blip xmlns:r="http://schemas.openxmlformats.org/officeDocument/2006/relationships" xmlns:a="http://schemas.openxmlformats.org/drawingml/2006/main" r:embed="Reed7da4d63214cc2"/>
          <a:stretch xmlns:a="http://schemas.openxmlformats.org/drawingml/2006/main"/>
        </p:blipFill>
        <p:spPr>
          <a:xfrm xmlns:a="http://schemas.openxmlformats.org/drawingml/2006/main">
            <a:off x="6000750" y="3533775"/>
            <a:ext cx="266700" cy="266700"/>
          </a:xfrm>
          <a:prstGeom xmlns:a="http://schemas.openxmlformats.org/drawingml/2006/main" prst="rect">
            <a:avLst/>
          </a:prstGeom>
        </p:spPr>
      </p:pic>
      <p:sp>
        <p:nvSpPr>
          <p:cNvPr id="10" name="추가할 항목은 명확하게">
            <a:extLst xmlns:a="http://schemas.openxmlformats.org/drawingml/2006/main">
              <a:ext uri="{FF2B5EF4-FFF2-40B4-BE49-F238E27FC236}">
                <a16:creationId xmlns:a16="http://schemas.microsoft.com/office/drawing/2014/main" id="{90D8F5F5-6B60-4DB2-9D92-C9219DF330F6}"/>
              </a:ext>
            </a:extLst>
          </p:cNvPr>
          <p:cNvSpPr>
            <a:spLocks xmlns:a="http://schemas.openxmlformats.org/drawingml/2006/main" noGrp="1"/>
          </p:cNvSpPr>
          <p:nvPr/>
        </p:nvSpPr>
        <p:spPr>
          <a:xfrm xmlns:a="http://schemas.openxmlformats.org/drawingml/2006/main">
            <a:off x="6410325" y="3505200"/>
            <a:ext cx="2466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추가할 항목은 명확하게</a:t>
            </a:r>
          </a:p>
        </p:txBody>
      </p:sp>
      <p:pic>
        <p:nvPicPr>
          <p:cNvPr id="11" name="">
            <a:extLst xmlns:a="http://schemas.openxmlformats.org/drawingml/2006/main">
              <a:ext uri="{FF2B5EF4-FFF2-40B4-BE49-F238E27FC236}">
                <a16:creationId xmlns:a16="http://schemas.microsoft.com/office/drawing/2014/main" id="{F156F2D0-FC31-4048-87D8-0B37115EC030}"/>
              </a:ext>
            </a:extLst>
          </p:cNvPr>
          <p:cNvPicPr>
            <a:picLocks xmlns:a="http://schemas.openxmlformats.org/drawingml/2006/main" noChangeAspect="1"/>
          </p:cNvPicPr>
          <p:nvPr/>
        </p:nvPicPr>
        <p:blipFill>
          <a:blip xmlns:r="http://schemas.openxmlformats.org/officeDocument/2006/relationships" xmlns:a="http://schemas.openxmlformats.org/drawingml/2006/main" r:embed="Rf8d6ac6f13ec41ba"/>
          <a:stretch xmlns:a="http://schemas.openxmlformats.org/drawingml/2006/main"/>
        </p:blipFill>
        <p:spPr>
          <a:xfrm xmlns:a="http://schemas.openxmlformats.org/drawingml/2006/main">
            <a:off x="6000750" y="4162425"/>
            <a:ext cx="266700" cy="266700"/>
          </a:xfrm>
          <a:prstGeom xmlns:a="http://schemas.openxmlformats.org/drawingml/2006/main" prst="rect">
            <a:avLst/>
          </a:prstGeom>
        </p:spPr>
      </p:pic>
      <p:sp>
        <p:nvSpPr>
          <p:cNvPr id="12" name="법무사 후보까지 한 번에">
            <a:extLst xmlns:a="http://schemas.openxmlformats.org/drawingml/2006/main">
              <a:ext uri="{FF2B5EF4-FFF2-40B4-BE49-F238E27FC236}">
                <a16:creationId xmlns:a16="http://schemas.microsoft.com/office/drawing/2014/main" id="{5772C033-3141-4E2D-9F8D-E62260FB14EB}"/>
              </a:ext>
            </a:extLst>
          </p:cNvPr>
          <p:cNvSpPr>
            <a:spLocks xmlns:a="http://schemas.openxmlformats.org/drawingml/2006/main" noGrp="1"/>
          </p:cNvSpPr>
          <p:nvPr/>
        </p:nvSpPr>
        <p:spPr>
          <a:xfrm xmlns:a="http://schemas.openxmlformats.org/drawingml/2006/main">
            <a:off x="6410325" y="4133850"/>
            <a:ext cx="2466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법무사 후보까지 한 번에</a:t>
            </a:r>
          </a:p>
        </p:txBody>
      </p:sp>
    </p:spTree>
    <p:extLst>
      <p:ext uri="{BB962C8B-B14F-4D97-AF65-F5344CB8AC3E}">
        <p14:creationId xmlns:p14="http://schemas.microsoft.com/office/powerpoint/2010/main" val="1664420246"/>
      </p:ext>
    </p:extLst>
  </p:cSld>
</p:sld>
</file>

<file path=ppt/slides/slide14.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11" name="회의 녹음">
            <a:extLst xmlns:a="http://schemas.openxmlformats.org/drawingml/2006/main">
              <a:ext uri="{FF2B5EF4-FFF2-40B4-BE49-F238E27FC236}">
                <a16:creationId xmlns:a16="http://schemas.microsoft.com/office/drawing/2014/main" id="{63C75AE4-30B9-4B98-B82B-3B58D26523D7}"/>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회의 녹음</a:t>
            </a:r>
          </a:p>
        </p:txBody>
      </p:sp>
      <p:sp>
        <p:nvSpPr>
          <p:cNvPr id="2" name="14">
            <a:extLst xmlns:a="http://schemas.openxmlformats.org/drawingml/2006/main">
              <a:ext uri="{FF2B5EF4-FFF2-40B4-BE49-F238E27FC236}">
                <a16:creationId xmlns:a16="http://schemas.microsoft.com/office/drawing/2014/main" id="{A44F4F8C-E6C0-49FE-B2D1-0525AB2BF124}"/>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14</a:t>
            </a:r>
          </a:p>
        </p:txBody>
      </p:sp>
      <p:sp>
        <p:nvSpPr>
          <p:cNvPr id="3" name="말한 내용을 회의록으로.">
            <a:extLst xmlns:a="http://schemas.openxmlformats.org/drawingml/2006/main">
              <a:ext uri="{FF2B5EF4-FFF2-40B4-BE49-F238E27FC236}">
                <a16:creationId xmlns:a16="http://schemas.microsoft.com/office/drawing/2014/main" id="{3C8EB113-C0B0-4DFC-8093-25844C7EA226}"/>
              </a:ext>
            </a:extLst>
          </p:cNvPr>
          <p:cNvSpPr>
            <a:spLocks xmlns:a="http://schemas.openxmlformats.org/drawingml/2006/main" noGrp="1"/>
          </p:cNvSpPr>
          <p:nvPr/>
        </p:nvSpPr>
        <p:spPr>
          <a:xfrm xmlns:a="http://schemas.openxmlformats.org/drawingml/2006/main">
            <a:off x="514350" y="1095375"/>
            <a:ext cx="54102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F5F2E9"/>
                </a:solidFill>
                <a:latin typeface="Pretendard"/>
                <a:ea typeface="Pretendard"/>
                <a:cs typeface="Pretendard"/>
              </a:defRPr>
            </a:defPPr>
          </a:lstStyle>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말한 내용을</a:t>
            </a:r>
          </a:p>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회의록으로.</a:t>
            </a:r>
          </a:p>
        </p:txBody>
      </p:sp>
      <p:pic>
        <p:nvPicPr>
          <p:cNvPr id="4" name="">
            <a:extLst xmlns:a="http://schemas.openxmlformats.org/drawingml/2006/main">
              <a:ext uri="{FF2B5EF4-FFF2-40B4-BE49-F238E27FC236}">
                <a16:creationId xmlns:a16="http://schemas.microsoft.com/office/drawing/2014/main" id="{EF008576-8B75-4AF3-A7F7-B9F1B6800E57}"/>
              </a:ext>
            </a:extLst>
          </p:cNvPr>
          <p:cNvPicPr>
            <a:picLocks xmlns:a="http://schemas.openxmlformats.org/drawingml/2006/main" noChangeAspect="1"/>
          </p:cNvPicPr>
          <p:nvPr/>
        </p:nvPicPr>
        <p:blipFill>
          <a:blip xmlns:r="http://schemas.openxmlformats.org/officeDocument/2006/relationships" xmlns:a="http://schemas.openxmlformats.org/drawingml/2006/main" r:embed="Rf529f517a6e44f65"/>
          <a:stretch xmlns:a="http://schemas.openxmlformats.org/drawingml/2006/main"/>
        </p:blipFill>
        <p:spPr>
          <a:xfrm xmlns:a="http://schemas.openxmlformats.org/drawingml/2006/main">
            <a:off x="590550" y="3419475"/>
            <a:ext cx="304800" cy="304800"/>
          </a:xfrm>
          <a:prstGeom xmlns:a="http://schemas.openxmlformats.org/drawingml/2006/main" prst="rect">
            <a:avLst/>
          </a:prstGeom>
        </p:spPr>
      </p:pic>
      <p:sp>
        <p:nvSpPr>
          <p:cNvPr id="5" name="말은 기록으로, 기억은 근거로">
            <a:extLst xmlns:a="http://schemas.openxmlformats.org/drawingml/2006/main">
              <a:ext uri="{FF2B5EF4-FFF2-40B4-BE49-F238E27FC236}">
                <a16:creationId xmlns:a16="http://schemas.microsoft.com/office/drawing/2014/main" id="{CC938617-19E0-4F16-B64E-C43A5AFAC1D8}"/>
              </a:ext>
            </a:extLst>
          </p:cNvPr>
          <p:cNvSpPr>
            <a:spLocks xmlns:a="http://schemas.openxmlformats.org/drawingml/2006/main" noGrp="1"/>
          </p:cNvSpPr>
          <p:nvPr/>
        </p:nvSpPr>
        <p:spPr>
          <a:xfrm xmlns:a="http://schemas.openxmlformats.org/drawingml/2006/main">
            <a:off x="1038225" y="3390900"/>
            <a:ext cx="4752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BDCFCA"/>
                </a:solidFill>
                <a:latin typeface="Pretendard"/>
                <a:ea typeface="Pretendard"/>
                <a:cs typeface="Pretendard"/>
              </a:defRPr>
            </a:defPPr>
          </a:lstStyle>
          <a:p xmlns:a="http://schemas.openxmlformats.org/drawingml/2006/main">
            <a:pPr algn="l">
              <a:defRPr sz="1800" b="1">
                <a:solidFill>
                  <a:srgbClr val="BDCFCA"/>
                </a:solidFill>
                <a:latin typeface="Pretendard"/>
                <a:ea typeface="Pretendard"/>
                <a:cs typeface="Pretendard"/>
              </a:defRPr>
            </a:pPr>
            <a:r>
              <a:rPr sz="1800" b="1">
                <a:solidFill>
                  <a:srgbClr val="BDCFCA"/>
                </a:solidFill>
                <a:latin typeface="Pretendard"/>
                <a:ea typeface="Pretendard"/>
                <a:cs typeface="Pretendard"/>
              </a:rPr>
              <a:t>말은 기록으로, 기억은 근거로</a:t>
            </a:r>
          </a:p>
        </p:txBody>
      </p:sp>
      <p:pic>
        <p:nvPicPr>
          <p:cNvPr id="6" name="">
            <a:extLst xmlns:a="http://schemas.openxmlformats.org/drawingml/2006/main">
              <a:ext uri="{FF2B5EF4-FFF2-40B4-BE49-F238E27FC236}">
                <a16:creationId xmlns:a16="http://schemas.microsoft.com/office/drawing/2014/main" id="{3E34DCB6-7544-462C-BF5B-B066A088C6B4}"/>
              </a:ext>
            </a:extLst>
          </p:cNvPr>
          <p:cNvPicPr>
            <a:picLocks xmlns:a="http://schemas.openxmlformats.org/drawingml/2006/main" noChangeAspect="1"/>
          </p:cNvPicPr>
          <p:nvPr/>
        </p:nvPicPr>
        <p:blipFill>
          <a:blip xmlns:r="http://schemas.openxmlformats.org/officeDocument/2006/relationships" xmlns:a="http://schemas.openxmlformats.org/drawingml/2006/main" r:embed="Rcfdf733795d24ffd"/>
          <a:stretch xmlns:a="http://schemas.openxmlformats.org/drawingml/2006/main"/>
        </p:blipFill>
        <p:spPr>
          <a:xfrm xmlns:a="http://schemas.openxmlformats.org/drawingml/2006/main">
            <a:off x="590550" y="4048125"/>
            <a:ext cx="304800" cy="304800"/>
          </a:xfrm>
          <a:prstGeom xmlns:a="http://schemas.openxmlformats.org/drawingml/2006/main" prst="rect">
            <a:avLst/>
          </a:prstGeom>
        </p:spPr>
      </p:pic>
      <p:sp>
        <p:nvSpPr>
          <p:cNvPr id="7" name="녹음부터 회의록 초안까지">
            <a:extLst xmlns:a="http://schemas.openxmlformats.org/drawingml/2006/main">
              <a:ext uri="{FF2B5EF4-FFF2-40B4-BE49-F238E27FC236}">
                <a16:creationId xmlns:a16="http://schemas.microsoft.com/office/drawing/2014/main" id="{0EF9E88B-9B71-43C8-AEDB-65F933DEDD4A}"/>
              </a:ext>
            </a:extLst>
          </p:cNvPr>
          <p:cNvSpPr>
            <a:spLocks xmlns:a="http://schemas.openxmlformats.org/drawingml/2006/main" noGrp="1"/>
          </p:cNvSpPr>
          <p:nvPr/>
        </p:nvSpPr>
        <p:spPr>
          <a:xfrm xmlns:a="http://schemas.openxmlformats.org/drawingml/2006/main">
            <a:off x="1038225" y="4019550"/>
            <a:ext cx="4752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BDCFCA"/>
                </a:solidFill>
                <a:latin typeface="Pretendard"/>
                <a:ea typeface="Pretendard"/>
                <a:cs typeface="Pretendard"/>
              </a:defRPr>
            </a:defPPr>
          </a:lstStyle>
          <a:p xmlns:a="http://schemas.openxmlformats.org/drawingml/2006/main">
            <a:pPr algn="l">
              <a:defRPr sz="1800" b="1">
                <a:solidFill>
                  <a:srgbClr val="BDCFCA"/>
                </a:solidFill>
                <a:latin typeface="Pretendard"/>
                <a:ea typeface="Pretendard"/>
                <a:cs typeface="Pretendard"/>
              </a:defRPr>
            </a:pPr>
            <a:r>
              <a:rPr sz="1800" b="1">
                <a:solidFill>
                  <a:srgbClr val="BDCFCA"/>
                </a:solidFill>
                <a:latin typeface="Pretendard"/>
                <a:ea typeface="Pretendard"/>
                <a:cs typeface="Pretendard"/>
              </a:rPr>
              <a:t>녹음부터 회의록 초안까지</a:t>
            </a:r>
          </a:p>
        </p:txBody>
      </p:sp>
      <p:pic>
        <p:nvPicPr>
          <p:cNvPr id="8" name="">
            <a:extLst xmlns:a="http://schemas.openxmlformats.org/drawingml/2006/main">
              <a:ext uri="{FF2B5EF4-FFF2-40B4-BE49-F238E27FC236}">
                <a16:creationId xmlns:a16="http://schemas.microsoft.com/office/drawing/2014/main" id="{B47797C5-C7C0-467A-A02C-4BC89452AB8D}"/>
              </a:ext>
            </a:extLst>
          </p:cNvPr>
          <p:cNvPicPr>
            <a:picLocks xmlns:a="http://schemas.openxmlformats.org/drawingml/2006/main" noChangeAspect="1"/>
          </p:cNvPicPr>
          <p:nvPr/>
        </p:nvPicPr>
        <p:blipFill>
          <a:blip xmlns:r="http://schemas.openxmlformats.org/officeDocument/2006/relationships" xmlns:a="http://schemas.openxmlformats.org/drawingml/2006/main" r:embed="Rec3618908faa47d9"/>
          <a:stretch xmlns:a="http://schemas.openxmlformats.org/drawingml/2006/main"/>
        </p:blipFill>
        <p:spPr>
          <a:xfrm xmlns:a="http://schemas.openxmlformats.org/drawingml/2006/main">
            <a:off x="6191250" y="476250"/>
            <a:ext cx="2396490" cy="43719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1BB93AA-CE1F-4964-8C28-5A281597F7F6}"/>
              </a:ext>
            </a:extLst>
          </p:cNvPr>
          <p:cNvSpPr>
            <a:spLocks xmlns:a="http://schemas.openxmlformats.org/drawingml/2006/main" noGrp="1"/>
          </p:cNvSpPr>
          <p:nvPr/>
        </p:nvSpPr>
        <p:spPr>
          <a:xfrm xmlns:a="http://schemas.openxmlformats.org/drawingml/2006/main">
            <a:off x="6498908" y="945833"/>
            <a:ext cx="1773079" cy="313729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13C4D3E0-8794-4AAE-B788-0A08754C5289}"/>
              </a:ext>
            </a:extLst>
          </p:cNvPr>
          <p:cNvPicPr>
            <a:picLocks xmlns:a="http://schemas.openxmlformats.org/drawingml/2006/main" noChangeAspect="1"/>
          </p:cNvPicPr>
          <p:nvPr/>
        </p:nvPicPr>
        <p:blipFill>
          <a:blip xmlns:r="http://schemas.openxmlformats.org/officeDocument/2006/relationships" xmlns:a="http://schemas.openxmlformats.org/drawingml/2006/main" r:embed="Rc3230bd6fcf64e62"/>
          <a:srcRect xmlns:a="http://schemas.openxmlformats.org/drawingml/2006/main" l="0" t="0" r="0" b="0"/>
          <a:stretch xmlns:a="http://schemas.openxmlformats.org/drawingml/2006/main">
            <a:fillRect l="0" t="0" r="0" b="0"/>
          </a:stretch>
        </p:blipFill>
        <p:spPr>
          <a:xfrm xmlns:a="http://schemas.openxmlformats.org/drawingml/2006/main">
            <a:off x="6498908" y="945833"/>
            <a:ext cx="1773079" cy="3137297"/>
          </a:xfrm>
          <a:prstGeom xmlns:a="http://schemas.openxmlformats.org/drawingml/2006/main" prst="rect">
            <a:avLst/>
          </a:prstGeom>
        </p:spPr>
      </p:pic>
    </p:spTree>
    <p:extLst>
      <p:ext uri="{BB962C8B-B14F-4D97-AF65-F5344CB8AC3E}">
        <p14:creationId xmlns:p14="http://schemas.microsoft.com/office/powerpoint/2010/main" val="1499591699"/>
      </p:ext>
    </p:extLst>
  </p:cSld>
</p:sld>
</file>

<file path=ppt/slides/slide1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3" name="문서 검색과 초안">
            <a:extLst xmlns:a="http://schemas.openxmlformats.org/drawingml/2006/main">
              <a:ext uri="{FF2B5EF4-FFF2-40B4-BE49-F238E27FC236}">
                <a16:creationId xmlns:a16="http://schemas.microsoft.com/office/drawing/2014/main" id="{9ACE31E7-A4C3-444B-B0C3-810B3D0F43BA}"/>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문서 검색과 초안</a:t>
            </a:r>
          </a:p>
        </p:txBody>
      </p:sp>
      <p:sp>
        <p:nvSpPr>
          <p:cNvPr id="2" name="15">
            <a:extLst xmlns:a="http://schemas.openxmlformats.org/drawingml/2006/main">
              <a:ext uri="{FF2B5EF4-FFF2-40B4-BE49-F238E27FC236}">
                <a16:creationId xmlns:a16="http://schemas.microsoft.com/office/drawing/2014/main" id="{2756BDED-7441-489E-A9D7-502ED17F5B3D}"/>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15</a:t>
            </a:r>
          </a:p>
        </p:txBody>
      </p:sp>
      <p:sp>
        <p:nvSpPr>
          <p:cNvPr id="3" name="지난 회의도, 이번 초안도.">
            <a:extLst xmlns:a="http://schemas.openxmlformats.org/drawingml/2006/main">
              <a:ext uri="{FF2B5EF4-FFF2-40B4-BE49-F238E27FC236}">
                <a16:creationId xmlns:a16="http://schemas.microsoft.com/office/drawing/2014/main" id="{F6598B62-B876-405B-9696-A59C095F6502}"/>
              </a:ext>
            </a:extLst>
          </p:cNvPr>
          <p:cNvSpPr>
            <a:spLocks xmlns:a="http://schemas.openxmlformats.org/drawingml/2006/main" noGrp="1"/>
          </p:cNvSpPr>
          <p:nvPr/>
        </p:nvSpPr>
        <p:spPr>
          <a:xfrm xmlns:a="http://schemas.openxmlformats.org/drawingml/2006/main">
            <a:off x="485775" y="647700"/>
            <a:ext cx="8334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75" b="1">
                <a:solidFill>
                  <a:srgbClr val="183E35"/>
                </a:solidFill>
                <a:latin typeface="Pretendard"/>
                <a:ea typeface="Pretendard"/>
                <a:cs typeface="Pretendard"/>
              </a:defRPr>
            </a:defPPr>
          </a:lstStyle>
          <a:p xmlns:a="http://schemas.openxmlformats.org/drawingml/2006/main">
            <a:pPr algn="l">
              <a:defRPr sz="3675" b="1">
                <a:solidFill>
                  <a:srgbClr val="183E35"/>
                </a:solidFill>
                <a:latin typeface="Pretendard"/>
                <a:ea typeface="Pretendard"/>
                <a:cs typeface="Pretendard"/>
              </a:defRPr>
            </a:pPr>
            <a:r>
              <a:rPr sz="3675" b="1">
                <a:solidFill>
                  <a:srgbClr val="183E35"/>
                </a:solidFill>
                <a:latin typeface="Pretendard"/>
                <a:ea typeface="Pretendard"/>
                <a:cs typeface="Pretendard"/>
              </a:rPr>
              <a:t>지난 회의도, 이번 초안도.</a:t>
            </a:r>
          </a:p>
        </p:txBody>
      </p:sp>
      <p:pic>
        <p:nvPicPr>
          <p:cNvPr id="4" name="">
            <a:extLst xmlns:a="http://schemas.openxmlformats.org/drawingml/2006/main">
              <a:ext uri="{FF2B5EF4-FFF2-40B4-BE49-F238E27FC236}">
                <a16:creationId xmlns:a16="http://schemas.microsoft.com/office/drawing/2014/main" id="{77C77DAA-E3A0-418B-893A-6B042907091D}"/>
              </a:ext>
            </a:extLst>
          </p:cNvPr>
          <p:cNvPicPr>
            <a:picLocks xmlns:a="http://schemas.openxmlformats.org/drawingml/2006/main" noChangeAspect="1"/>
          </p:cNvPicPr>
          <p:nvPr/>
        </p:nvPicPr>
        <p:blipFill>
          <a:blip xmlns:r="http://schemas.openxmlformats.org/officeDocument/2006/relationships" xmlns:a="http://schemas.openxmlformats.org/drawingml/2006/main" r:embed="R875b98589bea40ec"/>
          <a:stretch xmlns:a="http://schemas.openxmlformats.org/drawingml/2006/main"/>
        </p:blipFill>
        <p:spPr>
          <a:xfrm xmlns:a="http://schemas.openxmlformats.org/drawingml/2006/main">
            <a:off x="247650" y="1543050"/>
            <a:ext cx="5543550" cy="29609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2599B9-C166-4B66-AA12-C8E39DF867A2}"/>
              </a:ext>
            </a:extLst>
          </p:cNvPr>
          <p:cNvSpPr>
            <a:spLocks xmlns:a="http://schemas.openxmlformats.org/drawingml/2006/main" noGrp="1"/>
          </p:cNvSpPr>
          <p:nvPr/>
        </p:nvSpPr>
        <p:spPr>
          <a:xfrm xmlns:a="http://schemas.openxmlformats.org/drawingml/2006/main">
            <a:off x="1238967" y="1786531"/>
            <a:ext cx="3560916" cy="2234812"/>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61D5A345-9B70-469B-B598-F7D1D8A60DE8}"/>
              </a:ext>
            </a:extLst>
          </p:cNvPr>
          <p:cNvPicPr>
            <a:picLocks xmlns:a="http://schemas.openxmlformats.org/drawingml/2006/main" noChangeAspect="1"/>
          </p:cNvPicPr>
          <p:nvPr/>
        </p:nvPicPr>
        <p:blipFill>
          <a:blip xmlns:r="http://schemas.openxmlformats.org/officeDocument/2006/relationships" xmlns:a="http://schemas.openxmlformats.org/drawingml/2006/main" r:embed="Rc71961dff782401a"/>
          <a:srcRect xmlns:a="http://schemas.openxmlformats.org/drawingml/2006/main" l="0" t="0" r="0" b="0"/>
          <a:stretch xmlns:a="http://schemas.openxmlformats.org/drawingml/2006/main">
            <a:fillRect l="0" t="0" r="0" b="0"/>
          </a:stretch>
        </p:blipFill>
        <p:spPr>
          <a:xfrm xmlns:a="http://schemas.openxmlformats.org/drawingml/2006/main">
            <a:off x="1238967" y="1786531"/>
            <a:ext cx="3560916" cy="2234812"/>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376B219-D146-494C-A62E-414226A5232B}"/>
              </a:ext>
            </a:extLst>
          </p:cNvPr>
          <p:cNvPicPr>
            <a:picLocks xmlns:a="http://schemas.openxmlformats.org/drawingml/2006/main" noChangeAspect="1"/>
          </p:cNvPicPr>
          <p:nvPr/>
        </p:nvPicPr>
        <p:blipFill>
          <a:blip xmlns:r="http://schemas.openxmlformats.org/officeDocument/2006/relationships" xmlns:a="http://schemas.openxmlformats.org/drawingml/2006/main" r:embed="R58299158f5bb48ba"/>
          <a:stretch xmlns:a="http://schemas.openxmlformats.org/drawingml/2006/main"/>
        </p:blipFill>
        <p:spPr>
          <a:xfrm xmlns:a="http://schemas.openxmlformats.org/drawingml/2006/main">
            <a:off x="5867400" y="2057400"/>
            <a:ext cx="266700" cy="266700"/>
          </a:xfrm>
          <a:prstGeom xmlns:a="http://schemas.openxmlformats.org/drawingml/2006/main" prst="rect">
            <a:avLst/>
          </a:prstGeom>
        </p:spPr>
      </p:pic>
      <p:sp>
        <p:nvSpPr>
          <p:cNvPr id="8" name="필요한 원문을 바로 찾고">
            <a:extLst xmlns:a="http://schemas.openxmlformats.org/drawingml/2006/main">
              <a:ext uri="{FF2B5EF4-FFF2-40B4-BE49-F238E27FC236}">
                <a16:creationId xmlns:a16="http://schemas.microsoft.com/office/drawing/2014/main" id="{80C4CD9D-52E9-47E5-9BAC-CB07A2DF30C3}"/>
              </a:ext>
            </a:extLst>
          </p:cNvPr>
          <p:cNvSpPr>
            <a:spLocks xmlns:a="http://schemas.openxmlformats.org/drawingml/2006/main" noGrp="1"/>
          </p:cNvSpPr>
          <p:nvPr/>
        </p:nvSpPr>
        <p:spPr>
          <a:xfrm xmlns:a="http://schemas.openxmlformats.org/drawingml/2006/main">
            <a:off x="6276975" y="2028825"/>
            <a:ext cx="2657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필요한 원문을 바로 찾고</a:t>
            </a:r>
          </a:p>
        </p:txBody>
      </p:sp>
      <p:pic>
        <p:nvPicPr>
          <p:cNvPr id="9" name="">
            <a:extLst xmlns:a="http://schemas.openxmlformats.org/drawingml/2006/main">
              <a:ext uri="{FF2B5EF4-FFF2-40B4-BE49-F238E27FC236}">
                <a16:creationId xmlns:a16="http://schemas.microsoft.com/office/drawing/2014/main" id="{DB333DA6-D33F-46AA-8198-075BA78D036D}"/>
              </a:ext>
            </a:extLst>
          </p:cNvPr>
          <p:cNvPicPr>
            <a:picLocks xmlns:a="http://schemas.openxmlformats.org/drawingml/2006/main" noChangeAspect="1"/>
          </p:cNvPicPr>
          <p:nvPr/>
        </p:nvPicPr>
        <p:blipFill>
          <a:blip xmlns:r="http://schemas.openxmlformats.org/officeDocument/2006/relationships" xmlns:a="http://schemas.openxmlformats.org/drawingml/2006/main" r:embed="R34a93e75914f4bff"/>
          <a:stretch xmlns:a="http://schemas.openxmlformats.org/drawingml/2006/main"/>
        </p:blipFill>
        <p:spPr>
          <a:xfrm xmlns:a="http://schemas.openxmlformats.org/drawingml/2006/main">
            <a:off x="5867400" y="2819400"/>
            <a:ext cx="266700" cy="266700"/>
          </a:xfrm>
          <a:prstGeom xmlns:a="http://schemas.openxmlformats.org/drawingml/2006/main" prst="rect">
            <a:avLst/>
          </a:prstGeom>
        </p:spPr>
      </p:pic>
      <p:sp>
        <p:nvSpPr>
          <p:cNvPr id="10" name="바뀐 내용은 버전으로 남기고">
            <a:extLst xmlns:a="http://schemas.openxmlformats.org/drawingml/2006/main">
              <a:ext uri="{FF2B5EF4-FFF2-40B4-BE49-F238E27FC236}">
                <a16:creationId xmlns:a16="http://schemas.microsoft.com/office/drawing/2014/main" id="{AE02751C-860D-4A9E-B1E7-303ACC5F1DC7}"/>
              </a:ext>
            </a:extLst>
          </p:cNvPr>
          <p:cNvSpPr>
            <a:spLocks xmlns:a="http://schemas.openxmlformats.org/drawingml/2006/main" noGrp="1"/>
          </p:cNvSpPr>
          <p:nvPr/>
        </p:nvSpPr>
        <p:spPr>
          <a:xfrm xmlns:a="http://schemas.openxmlformats.org/drawingml/2006/main">
            <a:off x="6276975" y="2790825"/>
            <a:ext cx="2657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567D89"/>
                </a:solidFill>
                <a:latin typeface="Pretendard"/>
                <a:ea typeface="Pretendard"/>
                <a:cs typeface="Pretendard"/>
              </a:defRPr>
            </a:defPPr>
          </a:lstStyle>
          <a:p xmlns:a="http://schemas.openxmlformats.org/drawingml/2006/main">
            <a:pPr algn="l">
              <a:defRPr sz="1500" b="1">
                <a:solidFill>
                  <a:srgbClr val="567D89"/>
                </a:solidFill>
                <a:latin typeface="Pretendard"/>
                <a:ea typeface="Pretendard"/>
                <a:cs typeface="Pretendard"/>
              </a:defRPr>
            </a:pPr>
            <a:r>
              <a:rPr sz="1500" b="1">
                <a:solidFill>
                  <a:srgbClr val="567D89"/>
                </a:solidFill>
                <a:latin typeface="Pretendard"/>
                <a:ea typeface="Pretendard"/>
                <a:cs typeface="Pretendard"/>
              </a:rPr>
              <a:t>바뀐 내용은 버전으로 남기고</a:t>
            </a:r>
          </a:p>
        </p:txBody>
      </p:sp>
      <p:pic>
        <p:nvPicPr>
          <p:cNvPr id="11" name="">
            <a:extLst xmlns:a="http://schemas.openxmlformats.org/drawingml/2006/main">
              <a:ext uri="{FF2B5EF4-FFF2-40B4-BE49-F238E27FC236}">
                <a16:creationId xmlns:a16="http://schemas.microsoft.com/office/drawing/2014/main" id="{44E41BFF-24B9-46D1-95CA-142ABA3F0E7A}"/>
              </a:ext>
            </a:extLst>
          </p:cNvPr>
          <p:cNvPicPr>
            <a:picLocks xmlns:a="http://schemas.openxmlformats.org/drawingml/2006/main" noChangeAspect="1"/>
          </p:cNvPicPr>
          <p:nvPr/>
        </p:nvPicPr>
        <p:blipFill>
          <a:blip xmlns:r="http://schemas.openxmlformats.org/officeDocument/2006/relationships" xmlns:a="http://schemas.openxmlformats.org/drawingml/2006/main" r:embed="Rc2680e6d92254fea"/>
          <a:stretch xmlns:a="http://schemas.openxmlformats.org/drawingml/2006/main"/>
        </p:blipFill>
        <p:spPr>
          <a:xfrm xmlns:a="http://schemas.openxmlformats.org/drawingml/2006/main">
            <a:off x="5867400" y="3581400"/>
            <a:ext cx="266700" cy="266700"/>
          </a:xfrm>
          <a:prstGeom xmlns:a="http://schemas.openxmlformats.org/drawingml/2006/main" prst="rect">
            <a:avLst/>
          </a:prstGeom>
        </p:spPr>
      </p:pic>
      <p:sp>
        <p:nvSpPr>
          <p:cNvPr id="12" name="이번 초안은 근거와 함께">
            <a:extLst xmlns:a="http://schemas.openxmlformats.org/drawingml/2006/main">
              <a:ext uri="{FF2B5EF4-FFF2-40B4-BE49-F238E27FC236}">
                <a16:creationId xmlns:a16="http://schemas.microsoft.com/office/drawing/2014/main" id="{7F884638-A7B5-4336-B715-B268D433A65C}"/>
              </a:ext>
            </a:extLst>
          </p:cNvPr>
          <p:cNvSpPr>
            <a:spLocks xmlns:a="http://schemas.openxmlformats.org/drawingml/2006/main" noGrp="1"/>
          </p:cNvSpPr>
          <p:nvPr/>
        </p:nvSpPr>
        <p:spPr>
          <a:xfrm xmlns:a="http://schemas.openxmlformats.org/drawingml/2006/main">
            <a:off x="6276975" y="3552825"/>
            <a:ext cx="2657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이번 초안은 근거와 함께</a:t>
            </a:r>
          </a:p>
        </p:txBody>
      </p:sp>
    </p:spTree>
    <p:extLst>
      <p:ext uri="{BB962C8B-B14F-4D97-AF65-F5344CB8AC3E}">
        <p14:creationId xmlns:p14="http://schemas.microsoft.com/office/powerpoint/2010/main" val="1267272931"/>
      </p:ext>
    </p:extLst>
  </p:cSld>
</p:sld>
</file>

<file path=ppt/slides/slide16.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9" name="총회와 동의">
            <a:extLst xmlns:a="http://schemas.openxmlformats.org/drawingml/2006/main">
              <a:ext uri="{FF2B5EF4-FFF2-40B4-BE49-F238E27FC236}">
                <a16:creationId xmlns:a16="http://schemas.microsoft.com/office/drawing/2014/main" id="{875625C3-6AB8-4C18-9932-34C4DADC4460}"/>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총회와 동의</a:t>
            </a:r>
          </a:p>
        </p:txBody>
      </p:sp>
      <p:sp>
        <p:nvSpPr>
          <p:cNvPr id="2" name="16">
            <a:extLst xmlns:a="http://schemas.openxmlformats.org/drawingml/2006/main">
              <a:ext uri="{FF2B5EF4-FFF2-40B4-BE49-F238E27FC236}">
                <a16:creationId xmlns:a16="http://schemas.microsoft.com/office/drawing/2014/main" id="{AC019A76-45BC-4716-9DF8-14F1B4BB850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16</a:t>
            </a:r>
          </a:p>
        </p:txBody>
      </p:sp>
      <p:pic>
        <p:nvPicPr>
          <p:cNvPr id="3" name="">
            <a:extLst xmlns:a="http://schemas.openxmlformats.org/drawingml/2006/main">
              <a:ext uri="{FF2B5EF4-FFF2-40B4-BE49-F238E27FC236}">
                <a16:creationId xmlns:a16="http://schemas.microsoft.com/office/drawing/2014/main" id="{DE6ABC8D-F178-403D-8A05-3B1976044549}"/>
              </a:ext>
            </a:extLst>
          </p:cNvPr>
          <p:cNvPicPr>
            <a:picLocks xmlns:a="http://schemas.openxmlformats.org/drawingml/2006/main" noChangeAspect="1"/>
          </p:cNvPicPr>
          <p:nvPr/>
        </p:nvPicPr>
        <p:blipFill>
          <a:blip xmlns:r="http://schemas.openxmlformats.org/officeDocument/2006/relationships" xmlns:a="http://schemas.openxmlformats.org/drawingml/2006/main" r:embed="R580ae5755b4046ae"/>
          <a:stretch xmlns:a="http://schemas.openxmlformats.org/drawingml/2006/main"/>
        </p:blipFill>
        <p:spPr>
          <a:xfrm xmlns:a="http://schemas.openxmlformats.org/drawingml/2006/main">
            <a:off x="514350" y="609600"/>
            <a:ext cx="2344279" cy="4276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880B539-11AC-40C5-B0A8-33EE98BA7828}"/>
              </a:ext>
            </a:extLst>
          </p:cNvPr>
          <p:cNvSpPr>
            <a:spLocks xmlns:a="http://schemas.openxmlformats.org/drawingml/2006/main" noGrp="1"/>
          </p:cNvSpPr>
          <p:nvPr/>
        </p:nvSpPr>
        <p:spPr>
          <a:xfrm xmlns:a="http://schemas.openxmlformats.org/drawingml/2006/main">
            <a:off x="815305" y="1068952"/>
            <a:ext cx="1734450" cy="306894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836FDECF-8F67-4C26-8C59-694E1C226DC1}"/>
              </a:ext>
            </a:extLst>
          </p:cNvPr>
          <p:cNvPicPr>
            <a:picLocks xmlns:a="http://schemas.openxmlformats.org/drawingml/2006/main" noChangeAspect="1"/>
          </p:cNvPicPr>
          <p:nvPr/>
        </p:nvPicPr>
        <p:blipFill>
          <a:blip xmlns:r="http://schemas.openxmlformats.org/officeDocument/2006/relationships" xmlns:a="http://schemas.openxmlformats.org/drawingml/2006/main" r:embed="R773a37b45f0844ea"/>
          <a:srcRect xmlns:a="http://schemas.openxmlformats.org/drawingml/2006/main" l="0" t="0" r="0" b="0"/>
          <a:stretch xmlns:a="http://schemas.openxmlformats.org/drawingml/2006/main">
            <a:fillRect l="0" t="0" r="0" b="0"/>
          </a:stretch>
        </p:blipFill>
        <p:spPr>
          <a:xfrm xmlns:a="http://schemas.openxmlformats.org/drawingml/2006/main">
            <a:off x="815305" y="1068952"/>
            <a:ext cx="1734450" cy="3068946"/>
          </a:xfrm>
          <a:prstGeom xmlns:a="http://schemas.openxmlformats.org/drawingml/2006/main" prst="rect">
            <a:avLst/>
          </a:prstGeom>
        </p:spPr>
      </p:pic>
      <p:sp>
        <p:nvSpPr>
          <p:cNvPr id="6" name="누가, 어떤 안건에 동의했는지.">
            <a:extLst xmlns:a="http://schemas.openxmlformats.org/drawingml/2006/main">
              <a:ext uri="{FF2B5EF4-FFF2-40B4-BE49-F238E27FC236}">
                <a16:creationId xmlns:a16="http://schemas.microsoft.com/office/drawing/2014/main" id="{A79C929C-104C-4FCD-B721-0D5BA9CA7BF8}"/>
              </a:ext>
            </a:extLst>
          </p:cNvPr>
          <p:cNvSpPr>
            <a:spLocks xmlns:a="http://schemas.openxmlformats.org/drawingml/2006/main" noGrp="1"/>
          </p:cNvSpPr>
          <p:nvPr/>
        </p:nvSpPr>
        <p:spPr>
          <a:xfrm xmlns:a="http://schemas.openxmlformats.org/drawingml/2006/main">
            <a:off x="3495675" y="1000125"/>
            <a:ext cx="533400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누가,</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어떤 안건에</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동의했는지.</a:t>
            </a:r>
          </a:p>
        </p:txBody>
      </p:sp>
      <p:pic>
        <p:nvPicPr>
          <p:cNvPr id="7" name="">
            <a:extLst xmlns:a="http://schemas.openxmlformats.org/drawingml/2006/main">
              <a:ext uri="{FF2B5EF4-FFF2-40B4-BE49-F238E27FC236}">
                <a16:creationId xmlns:a16="http://schemas.microsoft.com/office/drawing/2014/main" id="{55CD3FE0-E574-4731-B6B4-B8538FCA501F}"/>
              </a:ext>
            </a:extLst>
          </p:cNvPr>
          <p:cNvPicPr>
            <a:picLocks xmlns:a="http://schemas.openxmlformats.org/drawingml/2006/main" noChangeAspect="1"/>
          </p:cNvPicPr>
          <p:nvPr/>
        </p:nvPicPr>
        <p:blipFill>
          <a:blip xmlns:r="http://schemas.openxmlformats.org/officeDocument/2006/relationships" xmlns:a="http://schemas.openxmlformats.org/drawingml/2006/main" r:embed="Re202dfb8973c46db"/>
          <a:stretch xmlns:a="http://schemas.openxmlformats.org/drawingml/2006/main"/>
        </p:blipFill>
        <p:spPr>
          <a:xfrm xmlns:a="http://schemas.openxmlformats.org/drawingml/2006/main">
            <a:off x="3581400" y="3867150"/>
            <a:ext cx="266700" cy="266700"/>
          </a:xfrm>
          <a:prstGeom xmlns:a="http://schemas.openxmlformats.org/drawingml/2006/main" prst="rect">
            <a:avLst/>
          </a:prstGeom>
        </p:spPr>
      </p:pic>
      <p:sp>
        <p:nvSpPr>
          <p:cNvPr id="8" name="모든 종중원의 동의가 필요하니까!">
            <a:extLst xmlns:a="http://schemas.openxmlformats.org/drawingml/2006/main">
              <a:ext uri="{FF2B5EF4-FFF2-40B4-BE49-F238E27FC236}">
                <a16:creationId xmlns:a16="http://schemas.microsoft.com/office/drawing/2014/main" id="{252599F7-1B5B-4D20-B165-C97D4140D7B3}"/>
              </a:ext>
            </a:extLst>
          </p:cNvPr>
          <p:cNvSpPr>
            <a:spLocks xmlns:a="http://schemas.openxmlformats.org/drawingml/2006/main" noGrp="1"/>
          </p:cNvSpPr>
          <p:nvPr/>
        </p:nvSpPr>
        <p:spPr>
          <a:xfrm xmlns:a="http://schemas.openxmlformats.org/drawingml/2006/main">
            <a:off x="3990975" y="3838575"/>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567D89"/>
                </a:solidFill>
                <a:latin typeface="Pretendard"/>
                <a:ea typeface="Pretendard"/>
                <a:cs typeface="Pretendard"/>
              </a:defRPr>
            </a:defPPr>
          </a:lstStyle>
          <a:p xmlns:a="http://schemas.openxmlformats.org/drawingml/2006/main">
            <a:pPr algn="l">
              <a:defRPr sz="1800" b="1">
                <a:solidFill>
                  <a:srgbClr val="567D89"/>
                </a:solidFill>
                <a:latin typeface="Pretendard"/>
                <a:ea typeface="Pretendard"/>
                <a:cs typeface="Pretendard"/>
              </a:defRPr>
            </a:pPr>
            <a:r>
              <a:rPr sz="1800" b="1">
                <a:solidFill>
                  <a:srgbClr val="567D89"/>
                </a:solidFill>
                <a:latin typeface="Pretendard"/>
                <a:ea typeface="Pretendard"/>
                <a:cs typeface="Pretendard"/>
              </a:rPr>
              <a:t>모든 종중원의 동의가 필요하니까!</a:t>
            </a:r>
          </a:p>
        </p:txBody>
      </p:sp>
    </p:spTree>
    <p:extLst>
      <p:ext uri="{BB962C8B-B14F-4D97-AF65-F5344CB8AC3E}">
        <p14:creationId xmlns:p14="http://schemas.microsoft.com/office/powerpoint/2010/main" val="353862867"/>
      </p:ext>
    </p:extLst>
  </p:cSld>
</p:sld>
</file>

<file path=ppt/slides/slide17.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11" name="재산과 등기">
            <a:extLst xmlns:a="http://schemas.openxmlformats.org/drawingml/2006/main">
              <a:ext uri="{FF2B5EF4-FFF2-40B4-BE49-F238E27FC236}">
                <a16:creationId xmlns:a16="http://schemas.microsoft.com/office/drawing/2014/main" id="{A0F41B5A-4E38-4899-88E0-50585CAE9D98}"/>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재산과 등기</a:t>
            </a:r>
          </a:p>
        </p:txBody>
      </p:sp>
      <p:sp>
        <p:nvSpPr>
          <p:cNvPr id="2" name="17">
            <a:extLst xmlns:a="http://schemas.openxmlformats.org/drawingml/2006/main">
              <a:ext uri="{FF2B5EF4-FFF2-40B4-BE49-F238E27FC236}">
                <a16:creationId xmlns:a16="http://schemas.microsoft.com/office/drawing/2014/main" id="{AA105F91-9B74-4856-97F3-77CBDE13F55C}"/>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17</a:t>
            </a:r>
          </a:p>
        </p:txBody>
      </p:sp>
      <p:sp>
        <p:nvSpPr>
          <p:cNvPr id="3" name="우리 종중의 땅">
            <a:extLst xmlns:a="http://schemas.openxmlformats.org/drawingml/2006/main">
              <a:ext uri="{FF2B5EF4-FFF2-40B4-BE49-F238E27FC236}">
                <a16:creationId xmlns:a16="http://schemas.microsoft.com/office/drawing/2014/main" id="{A2303C17-0222-40E5-9811-62F6F0E65A2F}"/>
              </a:ext>
            </a:extLst>
          </p:cNvPr>
          <p:cNvSpPr>
            <a:spLocks xmlns:a="http://schemas.openxmlformats.org/drawingml/2006/main" noGrp="1"/>
          </p:cNvSpPr>
          <p:nvPr/>
        </p:nvSpPr>
        <p:spPr>
          <a:xfrm xmlns:a="http://schemas.openxmlformats.org/drawingml/2006/main">
            <a:off x="476250" y="666750"/>
            <a:ext cx="8201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1">
                <a:solidFill>
                  <a:srgbClr val="183E35"/>
                </a:solidFill>
                <a:latin typeface="Pretendard"/>
                <a:ea typeface="Pretendard"/>
                <a:cs typeface="Pretendard"/>
              </a:defRPr>
            </a:defPPr>
          </a:lstStyle>
          <a:p xmlns:a="http://schemas.openxmlformats.org/drawingml/2006/main">
            <a:pPr algn="l">
              <a:defRPr sz="3900" b="1">
                <a:solidFill>
                  <a:srgbClr val="183E35"/>
                </a:solidFill>
                <a:latin typeface="Pretendard"/>
                <a:ea typeface="Pretendard"/>
                <a:cs typeface="Pretendard"/>
              </a:defRPr>
            </a:pPr>
            <a:r>
              <a:rPr sz="3900" b="1">
                <a:solidFill>
                  <a:srgbClr val="183E35"/>
                </a:solidFill>
                <a:latin typeface="Pretendard"/>
                <a:ea typeface="Pretendard"/>
                <a:cs typeface="Pretendard"/>
              </a:rPr>
              <a:t>우리 종중의 땅</a:t>
            </a:r>
          </a:p>
        </p:txBody>
      </p:sp>
      <p:pic>
        <p:nvPicPr>
          <p:cNvPr id="4" name="">
            <a:extLst xmlns:a="http://schemas.openxmlformats.org/drawingml/2006/main">
              <a:ext uri="{FF2B5EF4-FFF2-40B4-BE49-F238E27FC236}">
                <a16:creationId xmlns:a16="http://schemas.microsoft.com/office/drawing/2014/main" id="{AD17BCC8-6124-4558-ACE9-4D307B8B0236}"/>
              </a:ext>
            </a:extLst>
          </p:cNvPr>
          <p:cNvPicPr>
            <a:picLocks xmlns:a="http://schemas.openxmlformats.org/drawingml/2006/main" noChangeAspect="1"/>
          </p:cNvPicPr>
          <p:nvPr/>
        </p:nvPicPr>
        <p:blipFill>
          <a:blip xmlns:r="http://schemas.openxmlformats.org/officeDocument/2006/relationships" xmlns:a="http://schemas.openxmlformats.org/drawingml/2006/main" r:embed="Rba124cd8fe3b4be0"/>
          <a:stretch xmlns:a="http://schemas.openxmlformats.org/drawingml/2006/main"/>
        </p:blipFill>
        <p:spPr>
          <a:xfrm xmlns:a="http://schemas.openxmlformats.org/drawingml/2006/main">
            <a:off x="228600" y="1476375"/>
            <a:ext cx="6153150" cy="328650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653911-01A0-4255-B747-7373C0E2DD42}"/>
              </a:ext>
            </a:extLst>
          </p:cNvPr>
          <p:cNvSpPr>
            <a:spLocks xmlns:a="http://schemas.openxmlformats.org/drawingml/2006/main" noGrp="1"/>
          </p:cNvSpPr>
          <p:nvPr/>
        </p:nvSpPr>
        <p:spPr>
          <a:xfrm xmlns:a="http://schemas.openxmlformats.org/drawingml/2006/main">
            <a:off x="1328928" y="1746631"/>
            <a:ext cx="3952494" cy="2480564"/>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4B3B2395-EE43-409E-A47B-A2CA02F13C04}"/>
              </a:ext>
            </a:extLst>
          </p:cNvPr>
          <p:cNvPicPr>
            <a:picLocks xmlns:a="http://schemas.openxmlformats.org/drawingml/2006/main" noChangeAspect="1"/>
          </p:cNvPicPr>
          <p:nvPr/>
        </p:nvPicPr>
        <p:blipFill>
          <a:blip xmlns:r="http://schemas.openxmlformats.org/officeDocument/2006/relationships" xmlns:a="http://schemas.openxmlformats.org/drawingml/2006/main" r:embed="R164efad7b6f34a07"/>
          <a:srcRect xmlns:a="http://schemas.openxmlformats.org/drawingml/2006/main" l="0" t="0" r="0" b="0"/>
          <a:stretch xmlns:a="http://schemas.openxmlformats.org/drawingml/2006/main">
            <a:fillRect l="0" t="0" r="0" b="0"/>
          </a:stretch>
        </p:blipFill>
        <p:spPr>
          <a:xfrm xmlns:a="http://schemas.openxmlformats.org/drawingml/2006/main">
            <a:off x="1328928" y="1746631"/>
            <a:ext cx="3952494" cy="2480564"/>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2A1070C-6B7A-4DDC-A398-4DF28C5F7F06}"/>
              </a:ext>
            </a:extLst>
          </p:cNvPr>
          <p:cNvPicPr>
            <a:picLocks xmlns:a="http://schemas.openxmlformats.org/drawingml/2006/main" noChangeAspect="1"/>
          </p:cNvPicPr>
          <p:nvPr/>
        </p:nvPicPr>
        <p:blipFill>
          <a:blip xmlns:r="http://schemas.openxmlformats.org/officeDocument/2006/relationships" xmlns:a="http://schemas.openxmlformats.org/drawingml/2006/main" r:embed="R5c97e9cd29d04a45"/>
          <a:stretch xmlns:a="http://schemas.openxmlformats.org/drawingml/2006/main"/>
        </p:blipFill>
        <p:spPr>
          <a:xfrm xmlns:a="http://schemas.openxmlformats.org/drawingml/2006/main">
            <a:off x="6486525" y="2247900"/>
            <a:ext cx="266700" cy="266700"/>
          </a:xfrm>
          <a:prstGeom xmlns:a="http://schemas.openxmlformats.org/drawingml/2006/main" prst="rect">
            <a:avLst/>
          </a:prstGeom>
        </p:spPr>
      </p:pic>
      <p:sp>
        <p:nvSpPr>
          <p:cNvPr id="8" name="우리 땅의 경계를 한눈에">
            <a:extLst xmlns:a="http://schemas.openxmlformats.org/drawingml/2006/main">
              <a:ext uri="{FF2B5EF4-FFF2-40B4-BE49-F238E27FC236}">
                <a16:creationId xmlns:a16="http://schemas.microsoft.com/office/drawing/2014/main" id="{D0E387D9-871D-4FEB-B0B3-3B77B84C9646}"/>
              </a:ext>
            </a:extLst>
          </p:cNvPr>
          <p:cNvSpPr>
            <a:spLocks xmlns:a="http://schemas.openxmlformats.org/drawingml/2006/main" noGrp="1"/>
          </p:cNvSpPr>
          <p:nvPr/>
        </p:nvSpPr>
        <p:spPr>
          <a:xfrm xmlns:a="http://schemas.openxmlformats.org/drawingml/2006/main">
            <a:off x="6896100" y="2219325"/>
            <a:ext cx="2162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63" b="1">
                <a:solidFill>
                  <a:srgbClr val="567D89"/>
                </a:solidFill>
                <a:latin typeface="Pretendard"/>
                <a:ea typeface="Pretendard"/>
                <a:cs typeface="Pretendard"/>
              </a:defRPr>
            </a:defPPr>
          </a:lstStyle>
          <a:p xmlns:a="http://schemas.openxmlformats.org/drawingml/2006/main">
            <a:pPr algn="l">
              <a:defRPr sz="1463" b="1">
                <a:solidFill>
                  <a:srgbClr val="567D89"/>
                </a:solidFill>
                <a:latin typeface="Pretendard"/>
                <a:ea typeface="Pretendard"/>
                <a:cs typeface="Pretendard"/>
              </a:defRPr>
            </a:pPr>
            <a:r>
              <a:rPr sz="1463" b="1">
                <a:solidFill>
                  <a:srgbClr val="567D89"/>
                </a:solidFill>
                <a:latin typeface="Pretendard"/>
                <a:ea typeface="Pretendard"/>
                <a:cs typeface="Pretendard"/>
              </a:rPr>
              <a:t>우리 땅의 경계를 한눈에</a:t>
            </a:r>
          </a:p>
        </p:txBody>
      </p:sp>
      <p:pic>
        <p:nvPicPr>
          <p:cNvPr id="9" name="">
            <a:extLst xmlns:a="http://schemas.openxmlformats.org/drawingml/2006/main">
              <a:ext uri="{FF2B5EF4-FFF2-40B4-BE49-F238E27FC236}">
                <a16:creationId xmlns:a16="http://schemas.microsoft.com/office/drawing/2014/main" id="{D20F7FE4-FB93-4889-A63A-2376022A92C2}"/>
              </a:ext>
            </a:extLst>
          </p:cNvPr>
          <p:cNvPicPr>
            <a:picLocks xmlns:a="http://schemas.openxmlformats.org/drawingml/2006/main" noChangeAspect="1"/>
          </p:cNvPicPr>
          <p:nvPr/>
        </p:nvPicPr>
        <p:blipFill>
          <a:blip xmlns:r="http://schemas.openxmlformats.org/officeDocument/2006/relationships" xmlns:a="http://schemas.openxmlformats.org/drawingml/2006/main" r:embed="R49d3eb3bc4bd4bc2"/>
          <a:stretch xmlns:a="http://schemas.openxmlformats.org/drawingml/2006/main"/>
        </p:blipFill>
        <p:spPr>
          <a:xfrm xmlns:a="http://schemas.openxmlformats.org/drawingml/2006/main">
            <a:off x="6486525" y="3390900"/>
            <a:ext cx="266700" cy="266700"/>
          </a:xfrm>
          <a:prstGeom xmlns:a="http://schemas.openxmlformats.org/drawingml/2006/main" prst="rect">
            <a:avLst/>
          </a:prstGeom>
        </p:spPr>
      </p:pic>
      <p:sp>
        <p:nvSpPr>
          <p:cNvPr id="10" name="바뀐 등기, 놓치지 않게">
            <a:extLst xmlns:a="http://schemas.openxmlformats.org/drawingml/2006/main">
              <a:ext uri="{FF2B5EF4-FFF2-40B4-BE49-F238E27FC236}">
                <a16:creationId xmlns:a16="http://schemas.microsoft.com/office/drawing/2014/main" id="{7D788115-9E08-4DD2-98C9-C9764F9BDFBA}"/>
              </a:ext>
            </a:extLst>
          </p:cNvPr>
          <p:cNvSpPr>
            <a:spLocks xmlns:a="http://schemas.openxmlformats.org/drawingml/2006/main" noGrp="1"/>
          </p:cNvSpPr>
          <p:nvPr/>
        </p:nvSpPr>
        <p:spPr>
          <a:xfrm xmlns:a="http://schemas.openxmlformats.org/drawingml/2006/main">
            <a:off x="6896100" y="3362325"/>
            <a:ext cx="2162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63" b="1">
                <a:solidFill>
                  <a:srgbClr val="567D89"/>
                </a:solidFill>
                <a:latin typeface="Pretendard"/>
                <a:ea typeface="Pretendard"/>
                <a:cs typeface="Pretendard"/>
              </a:defRPr>
            </a:defPPr>
          </a:lstStyle>
          <a:p xmlns:a="http://schemas.openxmlformats.org/drawingml/2006/main">
            <a:pPr algn="l">
              <a:defRPr sz="1463" b="1">
                <a:solidFill>
                  <a:srgbClr val="567D89"/>
                </a:solidFill>
                <a:latin typeface="Pretendard"/>
                <a:ea typeface="Pretendard"/>
                <a:cs typeface="Pretendard"/>
              </a:defRPr>
            </a:pPr>
            <a:r>
              <a:rPr sz="1463" b="1">
                <a:solidFill>
                  <a:srgbClr val="567D89"/>
                </a:solidFill>
                <a:latin typeface="Pretendard"/>
                <a:ea typeface="Pretendard"/>
                <a:cs typeface="Pretendard"/>
              </a:rPr>
              <a:t>바뀐 등기, 놓치지 않게</a:t>
            </a:r>
          </a:p>
        </p:txBody>
      </p:sp>
    </p:spTree>
    <p:extLst>
      <p:ext uri="{BB962C8B-B14F-4D97-AF65-F5344CB8AC3E}">
        <p14:creationId xmlns:p14="http://schemas.microsoft.com/office/powerpoint/2010/main" val="1117199682"/>
      </p:ext>
    </p:extLst>
  </p:cSld>
</p:sld>
</file>

<file path=ppt/slides/slide18.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11" name="재산과 회계">
            <a:extLst xmlns:a="http://schemas.openxmlformats.org/drawingml/2006/main">
              <a:ext uri="{FF2B5EF4-FFF2-40B4-BE49-F238E27FC236}">
                <a16:creationId xmlns:a16="http://schemas.microsoft.com/office/drawing/2014/main" id="{7328BAA5-861B-4F19-B8A9-6F611ED6878F}"/>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재산과 회계</a:t>
            </a:r>
          </a:p>
        </p:txBody>
      </p:sp>
      <p:sp>
        <p:nvSpPr>
          <p:cNvPr id="2" name="18">
            <a:extLst xmlns:a="http://schemas.openxmlformats.org/drawingml/2006/main">
              <a:ext uri="{FF2B5EF4-FFF2-40B4-BE49-F238E27FC236}">
                <a16:creationId xmlns:a16="http://schemas.microsoft.com/office/drawing/2014/main" id="{7885AA81-AA73-44C1-9FF0-F9AB2915FE80}"/>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18</a:t>
            </a:r>
          </a:p>
        </p:txBody>
      </p:sp>
      <p:sp>
        <p:nvSpPr>
          <p:cNvPr id="3" name="우리 가문의 재산, 내가 지킨다">
            <a:extLst xmlns:a="http://schemas.openxmlformats.org/drawingml/2006/main">
              <a:ext uri="{FF2B5EF4-FFF2-40B4-BE49-F238E27FC236}">
                <a16:creationId xmlns:a16="http://schemas.microsoft.com/office/drawing/2014/main" id="{45A9372F-B630-4DA2-81AD-7E120DB5F549}"/>
              </a:ext>
            </a:extLst>
          </p:cNvPr>
          <p:cNvSpPr>
            <a:spLocks xmlns:a="http://schemas.openxmlformats.org/drawingml/2006/main" noGrp="1"/>
          </p:cNvSpPr>
          <p:nvPr/>
        </p:nvSpPr>
        <p:spPr>
          <a:xfrm xmlns:a="http://schemas.openxmlformats.org/drawingml/2006/main">
            <a:off x="495300" y="1066800"/>
            <a:ext cx="5810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F5F2E9"/>
                </a:solidFill>
                <a:latin typeface="Pretendard"/>
                <a:ea typeface="Pretendard"/>
                <a:cs typeface="Pretendard"/>
              </a:defRPr>
            </a:defPPr>
          </a:lstStyle>
          <a:p xmlns:a="http://schemas.openxmlformats.org/drawingml/2006/main">
            <a:pPr algn="l">
              <a:defRPr sz="3750" b="1">
                <a:solidFill>
                  <a:srgbClr val="F5F2E9"/>
                </a:solidFill>
                <a:latin typeface="Pretendard"/>
                <a:ea typeface="Pretendard"/>
                <a:cs typeface="Pretendard"/>
              </a:defRPr>
            </a:pPr>
            <a:r>
              <a:rPr sz="3750" b="1">
                <a:solidFill>
                  <a:srgbClr val="F5F2E9"/>
                </a:solidFill>
                <a:latin typeface="Pretendard"/>
                <a:ea typeface="Pretendard"/>
                <a:cs typeface="Pretendard"/>
              </a:rPr>
              <a:t>우리 가문의 재산,</a:t>
            </a:r>
          </a:p>
          <a:p xmlns:a="http://schemas.openxmlformats.org/drawingml/2006/main">
            <a:pPr algn="l">
              <a:defRPr sz="3750" b="1">
                <a:solidFill>
                  <a:srgbClr val="F5F2E9"/>
                </a:solidFill>
                <a:latin typeface="Pretendard"/>
                <a:ea typeface="Pretendard"/>
                <a:cs typeface="Pretendard"/>
              </a:defRPr>
            </a:pPr>
            <a:r>
              <a:rPr sz="3750" b="1">
                <a:solidFill>
                  <a:srgbClr val="F5F2E9"/>
                </a:solidFill>
                <a:latin typeface="Pretendard"/>
                <a:ea typeface="Pretendard"/>
                <a:cs typeface="Pretendard"/>
              </a:rPr>
              <a:t>내가 지킨다</a:t>
            </a:r>
          </a:p>
        </p:txBody>
      </p:sp>
      <p:pic>
        <p:nvPicPr>
          <p:cNvPr id="4" name="">
            <a:extLst xmlns:a="http://schemas.openxmlformats.org/drawingml/2006/main">
              <a:ext uri="{FF2B5EF4-FFF2-40B4-BE49-F238E27FC236}">
                <a16:creationId xmlns:a16="http://schemas.microsoft.com/office/drawing/2014/main" id="{6293421E-1D57-41AD-8167-90C7A5DDF869}"/>
              </a:ext>
            </a:extLst>
          </p:cNvPr>
          <p:cNvPicPr>
            <a:picLocks xmlns:a="http://schemas.openxmlformats.org/drawingml/2006/main" noChangeAspect="1"/>
          </p:cNvPicPr>
          <p:nvPr/>
        </p:nvPicPr>
        <p:blipFill>
          <a:blip xmlns:r="http://schemas.openxmlformats.org/officeDocument/2006/relationships" xmlns:a="http://schemas.openxmlformats.org/drawingml/2006/main" r:embed="R00bcfd7971764922"/>
          <a:stretch xmlns:a="http://schemas.openxmlformats.org/drawingml/2006/main"/>
        </p:blipFill>
        <p:spPr>
          <a:xfrm xmlns:a="http://schemas.openxmlformats.org/drawingml/2006/main">
            <a:off x="542925" y="3362325"/>
            <a:ext cx="266700" cy="266700"/>
          </a:xfrm>
          <a:prstGeom xmlns:a="http://schemas.openxmlformats.org/drawingml/2006/main" prst="rect">
            <a:avLst/>
          </a:prstGeom>
        </p:spPr>
      </p:pic>
      <p:sp>
        <p:nvSpPr>
          <p:cNvPr id="5" name="재산 현황부터 수입·지출까지">
            <a:extLst xmlns:a="http://schemas.openxmlformats.org/drawingml/2006/main">
              <a:ext uri="{FF2B5EF4-FFF2-40B4-BE49-F238E27FC236}">
                <a16:creationId xmlns:a16="http://schemas.microsoft.com/office/drawing/2014/main" id="{EDDDE54C-F497-4430-94C5-A16EE271D382}"/>
              </a:ext>
            </a:extLst>
          </p:cNvPr>
          <p:cNvSpPr>
            <a:spLocks xmlns:a="http://schemas.openxmlformats.org/drawingml/2006/main" noGrp="1"/>
          </p:cNvSpPr>
          <p:nvPr/>
        </p:nvSpPr>
        <p:spPr>
          <a:xfrm xmlns:a="http://schemas.openxmlformats.org/drawingml/2006/main">
            <a:off x="952500" y="3333750"/>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BDCFCA"/>
                </a:solidFill>
                <a:latin typeface="Pretendard"/>
                <a:ea typeface="Pretendard"/>
                <a:cs typeface="Pretendard"/>
              </a:defRPr>
            </a:defPPr>
          </a:lstStyle>
          <a:p xmlns:a="http://schemas.openxmlformats.org/drawingml/2006/main">
            <a:pPr algn="l">
              <a:defRPr sz="1650" b="1">
                <a:solidFill>
                  <a:srgbClr val="BDCFCA"/>
                </a:solidFill>
                <a:latin typeface="Pretendard"/>
                <a:ea typeface="Pretendard"/>
                <a:cs typeface="Pretendard"/>
              </a:defRPr>
            </a:pPr>
            <a:r>
              <a:rPr sz="1650" b="1">
                <a:solidFill>
                  <a:srgbClr val="BDCFCA"/>
                </a:solidFill>
                <a:latin typeface="Pretendard"/>
                <a:ea typeface="Pretendard"/>
                <a:cs typeface="Pretendard"/>
              </a:rPr>
              <a:t>재산 현황부터 수입·지출까지</a:t>
            </a:r>
          </a:p>
        </p:txBody>
      </p:sp>
      <p:pic>
        <p:nvPicPr>
          <p:cNvPr id="6" name="">
            <a:extLst xmlns:a="http://schemas.openxmlformats.org/drawingml/2006/main">
              <a:ext uri="{FF2B5EF4-FFF2-40B4-BE49-F238E27FC236}">
                <a16:creationId xmlns:a16="http://schemas.microsoft.com/office/drawing/2014/main" id="{07BBF7E5-C1A2-4B60-AE23-1C64D5061D71}"/>
              </a:ext>
            </a:extLst>
          </p:cNvPr>
          <p:cNvPicPr>
            <a:picLocks xmlns:a="http://schemas.openxmlformats.org/drawingml/2006/main" noChangeAspect="1"/>
          </p:cNvPicPr>
          <p:nvPr/>
        </p:nvPicPr>
        <p:blipFill>
          <a:blip xmlns:r="http://schemas.openxmlformats.org/officeDocument/2006/relationships" xmlns:a="http://schemas.openxmlformats.org/drawingml/2006/main" r:embed="Rd7cf305757c74a6f"/>
          <a:stretch xmlns:a="http://schemas.openxmlformats.org/drawingml/2006/main"/>
        </p:blipFill>
        <p:spPr>
          <a:xfrm xmlns:a="http://schemas.openxmlformats.org/drawingml/2006/main">
            <a:off x="542925" y="4038600"/>
            <a:ext cx="266700" cy="266700"/>
          </a:xfrm>
          <a:prstGeom xmlns:a="http://schemas.openxmlformats.org/drawingml/2006/main" prst="rect">
            <a:avLst/>
          </a:prstGeom>
        </p:spPr>
      </p:pic>
      <p:sp>
        <p:nvSpPr>
          <p:cNvPr id="7" name="증빙과 변경 기록으로 확인">
            <a:extLst xmlns:a="http://schemas.openxmlformats.org/drawingml/2006/main">
              <a:ext uri="{FF2B5EF4-FFF2-40B4-BE49-F238E27FC236}">
                <a16:creationId xmlns:a16="http://schemas.microsoft.com/office/drawing/2014/main" id="{8ADE7709-D875-4D7C-8CB2-A533287E4543}"/>
              </a:ext>
            </a:extLst>
          </p:cNvPr>
          <p:cNvSpPr>
            <a:spLocks xmlns:a="http://schemas.openxmlformats.org/drawingml/2006/main" noGrp="1"/>
          </p:cNvSpPr>
          <p:nvPr/>
        </p:nvSpPr>
        <p:spPr>
          <a:xfrm xmlns:a="http://schemas.openxmlformats.org/drawingml/2006/main">
            <a:off x="952500" y="4010025"/>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BDCFCA"/>
                </a:solidFill>
                <a:latin typeface="Pretendard"/>
                <a:ea typeface="Pretendard"/>
                <a:cs typeface="Pretendard"/>
              </a:defRPr>
            </a:defPPr>
          </a:lstStyle>
          <a:p xmlns:a="http://schemas.openxmlformats.org/drawingml/2006/main">
            <a:pPr algn="l">
              <a:defRPr sz="1650" b="1">
                <a:solidFill>
                  <a:srgbClr val="BDCFCA"/>
                </a:solidFill>
                <a:latin typeface="Pretendard"/>
                <a:ea typeface="Pretendard"/>
                <a:cs typeface="Pretendard"/>
              </a:defRPr>
            </a:pPr>
            <a:r>
              <a:rPr sz="1650" b="1">
                <a:solidFill>
                  <a:srgbClr val="BDCFCA"/>
                </a:solidFill>
                <a:latin typeface="Pretendard"/>
                <a:ea typeface="Pretendard"/>
                <a:cs typeface="Pretendard"/>
              </a:rPr>
              <a:t>증빙과 변경 기록으로 확인</a:t>
            </a:r>
          </a:p>
        </p:txBody>
      </p:sp>
      <p:pic>
        <p:nvPicPr>
          <p:cNvPr id="8" name="">
            <a:extLst xmlns:a="http://schemas.openxmlformats.org/drawingml/2006/main">
              <a:ext uri="{FF2B5EF4-FFF2-40B4-BE49-F238E27FC236}">
                <a16:creationId xmlns:a16="http://schemas.microsoft.com/office/drawing/2014/main" id="{20B7492E-DC7F-4429-B431-BF3E11B41DD1}"/>
              </a:ext>
            </a:extLst>
          </p:cNvPr>
          <p:cNvPicPr>
            <a:picLocks xmlns:a="http://schemas.openxmlformats.org/drawingml/2006/main" noChangeAspect="1"/>
          </p:cNvPicPr>
          <p:nvPr/>
        </p:nvPicPr>
        <p:blipFill>
          <a:blip xmlns:r="http://schemas.openxmlformats.org/officeDocument/2006/relationships" xmlns:a="http://schemas.openxmlformats.org/drawingml/2006/main" r:embed="R10e772dfc88747fd"/>
          <a:stretch xmlns:a="http://schemas.openxmlformats.org/drawingml/2006/main"/>
        </p:blipFill>
        <p:spPr>
          <a:xfrm xmlns:a="http://schemas.openxmlformats.org/drawingml/2006/main">
            <a:off x="3305175" y="1362075"/>
            <a:ext cx="5800725" cy="309827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9BA4B13-0094-4F6C-8350-60FD0E4D25EE}"/>
              </a:ext>
            </a:extLst>
          </p:cNvPr>
          <p:cNvSpPr>
            <a:spLocks xmlns:a="http://schemas.openxmlformats.org/drawingml/2006/main" noGrp="1"/>
          </p:cNvSpPr>
          <p:nvPr/>
        </p:nvSpPr>
        <p:spPr>
          <a:xfrm xmlns:a="http://schemas.openxmlformats.org/drawingml/2006/main">
            <a:off x="4342481" y="1616852"/>
            <a:ext cx="3726113" cy="233848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714D8524-75E8-40E4-AF95-7FE56DCED760}"/>
              </a:ext>
            </a:extLst>
          </p:cNvPr>
          <p:cNvPicPr>
            <a:picLocks xmlns:a="http://schemas.openxmlformats.org/drawingml/2006/main" noChangeAspect="1"/>
          </p:cNvPicPr>
          <p:nvPr/>
        </p:nvPicPr>
        <p:blipFill>
          <a:blip xmlns:r="http://schemas.openxmlformats.org/officeDocument/2006/relationships" xmlns:a="http://schemas.openxmlformats.org/drawingml/2006/main" r:embed="R3cf0908233964145"/>
          <a:srcRect xmlns:a="http://schemas.openxmlformats.org/drawingml/2006/main" l="0" t="0" r="0" b="0"/>
          <a:stretch xmlns:a="http://schemas.openxmlformats.org/drawingml/2006/main">
            <a:fillRect l="0" t="0" r="0" b="0"/>
          </a:stretch>
        </p:blipFill>
        <p:spPr>
          <a:xfrm xmlns:a="http://schemas.openxmlformats.org/drawingml/2006/main">
            <a:off x="4342481" y="1616852"/>
            <a:ext cx="3726113" cy="2338488"/>
          </a:xfrm>
          <a:prstGeom xmlns:a="http://schemas.openxmlformats.org/drawingml/2006/main" prst="rect">
            <a:avLst/>
          </a:prstGeom>
        </p:spPr>
      </p:pic>
    </p:spTree>
    <p:extLst>
      <p:ext uri="{BB962C8B-B14F-4D97-AF65-F5344CB8AC3E}">
        <p14:creationId xmlns:p14="http://schemas.microsoft.com/office/powerpoint/2010/main" val="89818533"/>
      </p:ext>
    </p:extLst>
  </p:cSld>
</p:sld>
</file>

<file path=ppt/slides/slide1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3" name="법률 근거와 전문가">
            <a:extLst xmlns:a="http://schemas.openxmlformats.org/drawingml/2006/main">
              <a:ext uri="{FF2B5EF4-FFF2-40B4-BE49-F238E27FC236}">
                <a16:creationId xmlns:a16="http://schemas.microsoft.com/office/drawing/2014/main" id="{BE215F5D-FAE0-475B-9C47-8A3601068E8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법률 근거와 전문가</a:t>
            </a:r>
          </a:p>
        </p:txBody>
      </p:sp>
      <p:sp>
        <p:nvSpPr>
          <p:cNvPr id="2" name="19">
            <a:extLst xmlns:a="http://schemas.openxmlformats.org/drawingml/2006/main">
              <a:ext uri="{FF2B5EF4-FFF2-40B4-BE49-F238E27FC236}">
                <a16:creationId xmlns:a16="http://schemas.microsoft.com/office/drawing/2014/main" id="{6AF5F1DD-001C-4590-8C2D-6AF7A033D19C}"/>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19</a:t>
            </a:r>
          </a:p>
        </p:txBody>
      </p:sp>
      <p:pic>
        <p:nvPicPr>
          <p:cNvPr id="3" name="">
            <a:extLst xmlns:a="http://schemas.openxmlformats.org/drawingml/2006/main">
              <a:ext uri="{FF2B5EF4-FFF2-40B4-BE49-F238E27FC236}">
                <a16:creationId xmlns:a16="http://schemas.microsoft.com/office/drawing/2014/main" id="{B9ADB9E8-FE8D-436B-BFA2-9FE911706512}"/>
              </a:ext>
            </a:extLst>
          </p:cNvPr>
          <p:cNvPicPr>
            <a:picLocks xmlns:a="http://schemas.openxmlformats.org/drawingml/2006/main" noChangeAspect="1"/>
          </p:cNvPicPr>
          <p:nvPr/>
        </p:nvPicPr>
        <p:blipFill>
          <a:blip xmlns:r="http://schemas.openxmlformats.org/officeDocument/2006/relationships" xmlns:a="http://schemas.openxmlformats.org/drawingml/2006/main" r:embed="Rdf6fc070fd494a0c"/>
          <a:stretch xmlns:a="http://schemas.openxmlformats.org/drawingml/2006/main"/>
        </p:blipFill>
        <p:spPr>
          <a:xfrm xmlns:a="http://schemas.openxmlformats.org/drawingml/2006/main">
            <a:off x="47625" y="1343025"/>
            <a:ext cx="5810250" cy="310335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56C22F3-A5E6-4ED2-BC57-9E4FFC85B929}"/>
              </a:ext>
            </a:extLst>
          </p:cNvPr>
          <p:cNvSpPr>
            <a:spLocks xmlns:a="http://schemas.openxmlformats.org/drawingml/2006/main" noGrp="1"/>
          </p:cNvSpPr>
          <p:nvPr/>
        </p:nvSpPr>
        <p:spPr>
          <a:xfrm xmlns:a="http://schemas.openxmlformats.org/drawingml/2006/main">
            <a:off x="1086634" y="1598220"/>
            <a:ext cx="3732231" cy="234232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F1545B0-6991-48C0-A783-08AEC49036B8}"/>
              </a:ext>
            </a:extLst>
          </p:cNvPr>
          <p:cNvPicPr>
            <a:picLocks xmlns:a="http://schemas.openxmlformats.org/drawingml/2006/main" noChangeAspect="1"/>
          </p:cNvPicPr>
          <p:nvPr/>
        </p:nvPicPr>
        <p:blipFill>
          <a:blip xmlns:r="http://schemas.openxmlformats.org/officeDocument/2006/relationships" xmlns:a="http://schemas.openxmlformats.org/drawingml/2006/main" r:embed="R365736cba2714f1a"/>
          <a:srcRect xmlns:a="http://schemas.openxmlformats.org/drawingml/2006/main" l="0" t="0" r="0" b="0"/>
          <a:stretch xmlns:a="http://schemas.openxmlformats.org/drawingml/2006/main">
            <a:fillRect l="0" t="0" r="0" b="0"/>
          </a:stretch>
        </p:blipFill>
        <p:spPr>
          <a:xfrm xmlns:a="http://schemas.openxmlformats.org/drawingml/2006/main">
            <a:off x="1086634" y="1598220"/>
            <a:ext cx="3732231" cy="2342328"/>
          </a:xfrm>
          <a:prstGeom xmlns:a="http://schemas.openxmlformats.org/drawingml/2006/main" prst="rect">
            <a:avLst/>
          </a:prstGeom>
        </p:spPr>
      </p:pic>
      <p:sp>
        <p:nvSpPr>
          <p:cNvPr id="6" name="우리 가문 법률 전문가">
            <a:extLst xmlns:a="http://schemas.openxmlformats.org/drawingml/2006/main">
              <a:ext uri="{FF2B5EF4-FFF2-40B4-BE49-F238E27FC236}">
                <a16:creationId xmlns:a16="http://schemas.microsoft.com/office/drawing/2014/main" id="{07E164ED-DECB-43FA-9EBA-6017CA7B5CB9}"/>
              </a:ext>
            </a:extLst>
          </p:cNvPr>
          <p:cNvSpPr>
            <a:spLocks xmlns:a="http://schemas.openxmlformats.org/drawingml/2006/main" noGrp="1"/>
          </p:cNvSpPr>
          <p:nvPr/>
        </p:nvSpPr>
        <p:spPr>
          <a:xfrm xmlns:a="http://schemas.openxmlformats.org/drawingml/2006/main">
            <a:off x="5505450" y="1000125"/>
            <a:ext cx="35337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525" b="1">
                <a:solidFill>
                  <a:srgbClr val="183E35"/>
                </a:solidFill>
                <a:latin typeface="Pretendard"/>
                <a:ea typeface="Pretendard"/>
                <a:cs typeface="Pretendard"/>
              </a:defRPr>
            </a:defPPr>
          </a:lstStyle>
          <a:p xmlns:a="http://schemas.openxmlformats.org/drawingml/2006/main">
            <a:pPr algn="l">
              <a:defRPr sz="3525" b="1">
                <a:solidFill>
                  <a:srgbClr val="183E35"/>
                </a:solidFill>
                <a:latin typeface="Pretendard"/>
                <a:ea typeface="Pretendard"/>
                <a:cs typeface="Pretendard"/>
              </a:defRPr>
            </a:pPr>
            <a:r>
              <a:rPr sz="3525" b="1">
                <a:solidFill>
                  <a:srgbClr val="183E35"/>
                </a:solidFill>
                <a:latin typeface="Pretendard"/>
                <a:ea typeface="Pretendard"/>
                <a:cs typeface="Pretendard"/>
              </a:rPr>
              <a:t>우리 가문</a:t>
            </a:r>
          </a:p>
          <a:p xmlns:a="http://schemas.openxmlformats.org/drawingml/2006/main">
            <a:pPr algn="l">
              <a:defRPr sz="3525" b="1">
                <a:solidFill>
                  <a:srgbClr val="183E35"/>
                </a:solidFill>
                <a:latin typeface="Pretendard"/>
                <a:ea typeface="Pretendard"/>
                <a:cs typeface="Pretendard"/>
              </a:defRPr>
            </a:pPr>
            <a:r>
              <a:rPr sz="3525" b="1">
                <a:solidFill>
                  <a:srgbClr val="183E35"/>
                </a:solidFill>
                <a:latin typeface="Pretendard"/>
                <a:ea typeface="Pretendard"/>
                <a:cs typeface="Pretendard"/>
              </a:rPr>
              <a:t>법률 전문가</a:t>
            </a:r>
          </a:p>
        </p:txBody>
      </p:sp>
      <p:pic>
        <p:nvPicPr>
          <p:cNvPr id="7" name="">
            <a:extLst xmlns:a="http://schemas.openxmlformats.org/drawingml/2006/main">
              <a:ext uri="{FF2B5EF4-FFF2-40B4-BE49-F238E27FC236}">
                <a16:creationId xmlns:a16="http://schemas.microsoft.com/office/drawing/2014/main" id="{522897F1-0103-4A2D-957A-EEED2A40027A}"/>
              </a:ext>
            </a:extLst>
          </p:cNvPr>
          <p:cNvPicPr>
            <a:picLocks xmlns:a="http://schemas.openxmlformats.org/drawingml/2006/main" noChangeAspect="1"/>
          </p:cNvPicPr>
          <p:nvPr/>
        </p:nvPicPr>
        <p:blipFill>
          <a:blip xmlns:r="http://schemas.openxmlformats.org/officeDocument/2006/relationships" xmlns:a="http://schemas.openxmlformats.org/drawingml/2006/main" r:embed="R9ff66b7dab01421f"/>
          <a:stretch xmlns:a="http://schemas.openxmlformats.org/drawingml/2006/main"/>
        </p:blipFill>
        <p:spPr>
          <a:xfrm xmlns:a="http://schemas.openxmlformats.org/drawingml/2006/main">
            <a:off x="6000750" y="2905125"/>
            <a:ext cx="266700" cy="266700"/>
          </a:xfrm>
          <a:prstGeom xmlns:a="http://schemas.openxmlformats.org/drawingml/2006/main" prst="rect">
            <a:avLst/>
          </a:prstGeom>
        </p:spPr>
      </p:pic>
      <p:sp>
        <p:nvSpPr>
          <p:cNvPr id="8" name="법령·규약에서 근거를 찾고">
            <a:extLst xmlns:a="http://schemas.openxmlformats.org/drawingml/2006/main">
              <a:ext uri="{FF2B5EF4-FFF2-40B4-BE49-F238E27FC236}">
                <a16:creationId xmlns:a16="http://schemas.microsoft.com/office/drawing/2014/main" id="{228507B4-14AC-4FE2-B537-E9C6ED8B0A5A}"/>
              </a:ext>
            </a:extLst>
          </p:cNvPr>
          <p:cNvSpPr>
            <a:spLocks xmlns:a="http://schemas.openxmlformats.org/drawingml/2006/main" noGrp="1"/>
          </p:cNvSpPr>
          <p:nvPr/>
        </p:nvSpPr>
        <p:spPr>
          <a:xfrm xmlns:a="http://schemas.openxmlformats.org/drawingml/2006/main">
            <a:off x="6410325" y="287655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1">
                <a:solidFill>
                  <a:srgbClr val="567D89"/>
                </a:solidFill>
                <a:latin typeface="Pretendard"/>
                <a:ea typeface="Pretendard"/>
                <a:cs typeface="Pretendard"/>
              </a:defRPr>
            </a:defPPr>
          </a:lstStyle>
          <a:p xmlns:a="http://schemas.openxmlformats.org/drawingml/2006/main">
            <a:pPr algn="l">
              <a:defRPr sz="1538" b="1">
                <a:solidFill>
                  <a:srgbClr val="567D89"/>
                </a:solidFill>
                <a:latin typeface="Pretendard"/>
                <a:ea typeface="Pretendard"/>
                <a:cs typeface="Pretendard"/>
              </a:defRPr>
            </a:pPr>
            <a:r>
              <a:rPr sz="1538" b="1">
                <a:solidFill>
                  <a:srgbClr val="567D89"/>
                </a:solidFill>
                <a:latin typeface="Pretendard"/>
                <a:ea typeface="Pretendard"/>
                <a:cs typeface="Pretendard"/>
              </a:rPr>
              <a:t>법령·규약에서 근거를 찾고</a:t>
            </a:r>
          </a:p>
        </p:txBody>
      </p:sp>
      <p:pic>
        <p:nvPicPr>
          <p:cNvPr id="9" name="">
            <a:extLst xmlns:a="http://schemas.openxmlformats.org/drawingml/2006/main">
              <a:ext uri="{FF2B5EF4-FFF2-40B4-BE49-F238E27FC236}">
                <a16:creationId xmlns:a16="http://schemas.microsoft.com/office/drawing/2014/main" id="{622C5F49-834B-42E8-831B-09A197F9BBDC}"/>
              </a:ext>
            </a:extLst>
          </p:cNvPr>
          <p:cNvPicPr>
            <a:picLocks xmlns:a="http://schemas.openxmlformats.org/drawingml/2006/main" noChangeAspect="1"/>
          </p:cNvPicPr>
          <p:nvPr/>
        </p:nvPicPr>
        <p:blipFill>
          <a:blip xmlns:r="http://schemas.openxmlformats.org/officeDocument/2006/relationships" xmlns:a="http://schemas.openxmlformats.org/drawingml/2006/main" r:embed="R7c7c395d469d419e"/>
          <a:stretch xmlns:a="http://schemas.openxmlformats.org/drawingml/2006/main"/>
        </p:blipFill>
        <p:spPr>
          <a:xfrm xmlns:a="http://schemas.openxmlformats.org/drawingml/2006/main">
            <a:off x="6000750" y="3533775"/>
            <a:ext cx="266700" cy="266700"/>
          </a:xfrm>
          <a:prstGeom xmlns:a="http://schemas.openxmlformats.org/drawingml/2006/main" prst="rect">
            <a:avLst/>
          </a:prstGeom>
        </p:spPr>
      </p:pic>
      <p:sp>
        <p:nvSpPr>
          <p:cNvPr id="10" name="상담 전, 쟁점부터 정리">
            <a:extLst xmlns:a="http://schemas.openxmlformats.org/drawingml/2006/main">
              <a:ext uri="{FF2B5EF4-FFF2-40B4-BE49-F238E27FC236}">
                <a16:creationId xmlns:a16="http://schemas.microsoft.com/office/drawing/2014/main" id="{EA59E9A6-9622-46A5-B2B6-8B4F2C3943AE}"/>
              </a:ext>
            </a:extLst>
          </p:cNvPr>
          <p:cNvSpPr>
            <a:spLocks xmlns:a="http://schemas.openxmlformats.org/drawingml/2006/main" noGrp="1"/>
          </p:cNvSpPr>
          <p:nvPr/>
        </p:nvSpPr>
        <p:spPr>
          <a:xfrm xmlns:a="http://schemas.openxmlformats.org/drawingml/2006/main">
            <a:off x="6410325" y="35052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1">
                <a:solidFill>
                  <a:srgbClr val="567D89"/>
                </a:solidFill>
                <a:latin typeface="Pretendard"/>
                <a:ea typeface="Pretendard"/>
                <a:cs typeface="Pretendard"/>
              </a:defRPr>
            </a:defPPr>
          </a:lstStyle>
          <a:p xmlns:a="http://schemas.openxmlformats.org/drawingml/2006/main">
            <a:pPr algn="l">
              <a:defRPr sz="1538" b="1">
                <a:solidFill>
                  <a:srgbClr val="567D89"/>
                </a:solidFill>
                <a:latin typeface="Pretendard"/>
                <a:ea typeface="Pretendard"/>
                <a:cs typeface="Pretendard"/>
              </a:defRPr>
            </a:pPr>
            <a:r>
              <a:rPr sz="1538" b="1">
                <a:solidFill>
                  <a:srgbClr val="567D89"/>
                </a:solidFill>
                <a:latin typeface="Pretendard"/>
                <a:ea typeface="Pretendard"/>
                <a:cs typeface="Pretendard"/>
              </a:rPr>
              <a:t>상담 전, 쟁점부터 정리</a:t>
            </a:r>
          </a:p>
        </p:txBody>
      </p:sp>
      <p:pic>
        <p:nvPicPr>
          <p:cNvPr id="11" name="">
            <a:extLst xmlns:a="http://schemas.openxmlformats.org/drawingml/2006/main">
              <a:ext uri="{FF2B5EF4-FFF2-40B4-BE49-F238E27FC236}">
                <a16:creationId xmlns:a16="http://schemas.microsoft.com/office/drawing/2014/main" id="{464E6250-8C83-4DB5-8027-806726EBC97F}"/>
              </a:ext>
            </a:extLst>
          </p:cNvPr>
          <p:cNvPicPr>
            <a:picLocks xmlns:a="http://schemas.openxmlformats.org/drawingml/2006/main" noChangeAspect="1"/>
          </p:cNvPicPr>
          <p:nvPr/>
        </p:nvPicPr>
        <p:blipFill>
          <a:blip xmlns:r="http://schemas.openxmlformats.org/officeDocument/2006/relationships" xmlns:a="http://schemas.openxmlformats.org/drawingml/2006/main" r:embed="R7c56cf13aaed4b29"/>
          <a:stretch xmlns:a="http://schemas.openxmlformats.org/drawingml/2006/main"/>
        </p:blipFill>
        <p:spPr>
          <a:xfrm xmlns:a="http://schemas.openxmlformats.org/drawingml/2006/main">
            <a:off x="6000750" y="4162425"/>
            <a:ext cx="266700" cy="266700"/>
          </a:xfrm>
          <a:prstGeom xmlns:a="http://schemas.openxmlformats.org/drawingml/2006/main" prst="rect">
            <a:avLst/>
          </a:prstGeom>
        </p:spPr>
      </p:pic>
      <p:sp>
        <p:nvSpPr>
          <p:cNvPr id="12" name="분야에 맞는 전문가를 찾다">
            <a:extLst xmlns:a="http://schemas.openxmlformats.org/drawingml/2006/main">
              <a:ext uri="{FF2B5EF4-FFF2-40B4-BE49-F238E27FC236}">
                <a16:creationId xmlns:a16="http://schemas.microsoft.com/office/drawing/2014/main" id="{628782CD-C4D5-4997-9704-0D5A88948B79}"/>
              </a:ext>
            </a:extLst>
          </p:cNvPr>
          <p:cNvSpPr>
            <a:spLocks xmlns:a="http://schemas.openxmlformats.org/drawingml/2006/main" noGrp="1"/>
          </p:cNvSpPr>
          <p:nvPr/>
        </p:nvSpPr>
        <p:spPr>
          <a:xfrm xmlns:a="http://schemas.openxmlformats.org/drawingml/2006/main">
            <a:off x="6410325" y="413385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1">
                <a:solidFill>
                  <a:srgbClr val="567D89"/>
                </a:solidFill>
                <a:latin typeface="Pretendard"/>
                <a:ea typeface="Pretendard"/>
                <a:cs typeface="Pretendard"/>
              </a:defRPr>
            </a:defPPr>
          </a:lstStyle>
          <a:p xmlns:a="http://schemas.openxmlformats.org/drawingml/2006/main">
            <a:pPr algn="l">
              <a:defRPr sz="1538" b="1">
                <a:solidFill>
                  <a:srgbClr val="567D89"/>
                </a:solidFill>
                <a:latin typeface="Pretendard"/>
                <a:ea typeface="Pretendard"/>
                <a:cs typeface="Pretendard"/>
              </a:defRPr>
            </a:pPr>
            <a:r>
              <a:rPr sz="1538" b="1">
                <a:solidFill>
                  <a:srgbClr val="567D89"/>
                </a:solidFill>
                <a:latin typeface="Pretendard"/>
                <a:ea typeface="Pretendard"/>
                <a:cs typeface="Pretendard"/>
              </a:rPr>
              <a:t>분야에 맞는 전문가를 찾다</a:t>
            </a:r>
          </a:p>
        </p:txBody>
      </p:sp>
    </p:spTree>
    <p:extLst>
      <p:ext uri="{BB962C8B-B14F-4D97-AF65-F5344CB8AC3E}">
        <p14:creationId xmlns:p14="http://schemas.microsoft.com/office/powerpoint/2010/main" val="218239125"/>
      </p:ext>
    </p:extLst>
  </p:cSld>
</p:sld>
</file>

<file path=ppt/slides/slide2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시장 모수">
            <a:extLst xmlns:a="http://schemas.openxmlformats.org/drawingml/2006/main">
              <a:ext uri="{FF2B5EF4-FFF2-40B4-BE49-F238E27FC236}">
                <a16:creationId xmlns:a16="http://schemas.microsoft.com/office/drawing/2014/main" id="{6C9730AE-63BA-4027-9744-443DCAD417D4}"/>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시장 모수</a:t>
            </a:r>
          </a:p>
        </p:txBody>
      </p:sp>
      <p:sp>
        <p:nvSpPr>
          <p:cNvPr id="2" name="부동산등기용 등록 종중">
            <a:extLst xmlns:a="http://schemas.openxmlformats.org/drawingml/2006/main">
              <a:ext uri="{FF2B5EF4-FFF2-40B4-BE49-F238E27FC236}">
                <a16:creationId xmlns:a16="http://schemas.microsoft.com/office/drawing/2014/main" id="{91C7FC3C-7798-462D-8335-FD7FEF1098A5}"/>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부동산등기용 등록 종중</a:t>
            </a:r>
          </a:p>
        </p:txBody>
      </p:sp>
      <p:sp>
        <p:nvSpPr>
          <p:cNvPr id="3" name="20">
            <a:extLst xmlns:a="http://schemas.openxmlformats.org/drawingml/2006/main">
              <a:ext uri="{FF2B5EF4-FFF2-40B4-BE49-F238E27FC236}">
                <a16:creationId xmlns:a16="http://schemas.microsoft.com/office/drawing/2014/main" id="{7268A48F-894F-4470-BF9B-F0324C080F70}"/>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20</a:t>
            </a:r>
          </a:p>
        </p:txBody>
      </p:sp>
      <p:sp>
        <p:nvSpPr>
          <p:cNvPr id="4" name="237,071">
            <a:extLst xmlns:a="http://schemas.openxmlformats.org/drawingml/2006/main">
              <a:ext uri="{FF2B5EF4-FFF2-40B4-BE49-F238E27FC236}">
                <a16:creationId xmlns:a16="http://schemas.microsoft.com/office/drawing/2014/main" id="{396B56F2-E55A-43A8-8D16-DE9FEEDDA1EF}"/>
              </a:ext>
            </a:extLst>
          </p:cNvPr>
          <p:cNvSpPr>
            <a:spLocks xmlns:a="http://schemas.openxmlformats.org/drawingml/2006/main" noGrp="1"/>
          </p:cNvSpPr>
          <p:nvPr/>
        </p:nvSpPr>
        <p:spPr>
          <a:xfrm xmlns:a="http://schemas.openxmlformats.org/drawingml/2006/main">
            <a:off x="457200" y="1762125"/>
            <a:ext cx="6057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75" b="1">
                <a:solidFill>
                  <a:srgbClr val="183E35"/>
                </a:solidFill>
                <a:latin typeface="Pretendard"/>
                <a:ea typeface="Pretendard"/>
                <a:cs typeface="Pretendard"/>
              </a:defRPr>
            </a:defPPr>
          </a:lstStyle>
          <a:p xmlns:a="http://schemas.openxmlformats.org/drawingml/2006/main">
            <a:pPr algn="l">
              <a:defRPr sz="7875" b="1">
                <a:solidFill>
                  <a:srgbClr val="183E35"/>
                </a:solidFill>
                <a:latin typeface="Pretendard"/>
                <a:ea typeface="Pretendard"/>
                <a:cs typeface="Pretendard"/>
              </a:defRPr>
            </a:pPr>
            <a:r>
              <a:rPr sz="7875" b="1">
                <a:solidFill>
                  <a:srgbClr val="183E35"/>
                </a:solidFill>
                <a:latin typeface="Pretendard"/>
                <a:ea typeface="Pretendard"/>
                <a:cs typeface="Pretendard"/>
              </a:rPr>
              <a:t>237,071</a:t>
            </a:r>
          </a:p>
        </p:txBody>
      </p:sp>
      <p:sp>
        <p:nvSpPr>
          <p:cNvPr id="5" name="개">
            <a:extLst xmlns:a="http://schemas.openxmlformats.org/drawingml/2006/main">
              <a:ext uri="{FF2B5EF4-FFF2-40B4-BE49-F238E27FC236}">
                <a16:creationId xmlns:a16="http://schemas.microsoft.com/office/drawing/2014/main" id="{B18291F5-A0B4-48B8-B500-45482B87BD25}"/>
              </a:ext>
            </a:extLst>
          </p:cNvPr>
          <p:cNvSpPr>
            <a:spLocks xmlns:a="http://schemas.openxmlformats.org/drawingml/2006/main" noGrp="1"/>
          </p:cNvSpPr>
          <p:nvPr/>
        </p:nvSpPr>
        <p:spPr>
          <a:xfrm xmlns:a="http://schemas.openxmlformats.org/drawingml/2006/main">
            <a:off x="5857875" y="2466975"/>
            <a:ext cx="7524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a:solidFill>
                  <a:srgbClr val="183E35"/>
                </a:solidFill>
                <a:latin typeface="Pretendard"/>
                <a:ea typeface="Pretendard"/>
                <a:cs typeface="Pretendard"/>
              </a:defRPr>
            </a:defPPr>
          </a:lstStyle>
          <a:p xmlns:a="http://schemas.openxmlformats.org/drawingml/2006/main">
            <a:pPr algn="l">
              <a:defRPr sz="2700">
                <a:solidFill>
                  <a:srgbClr val="183E35"/>
                </a:solidFill>
                <a:latin typeface="Pretendard"/>
                <a:ea typeface="Pretendard"/>
                <a:cs typeface="Pretendard"/>
              </a:defRPr>
            </a:pPr>
            <a:r>
              <a:rPr sz="2700">
                <a:solidFill>
                  <a:srgbClr val="183E35"/>
                </a:solidFill>
                <a:latin typeface="Pretendard"/>
                <a:ea typeface="Pretendard"/>
                <a:cs typeface="Pretendard"/>
              </a:rPr>
              <a:t>개</a:t>
            </a:r>
          </a:p>
        </p:txBody>
      </p:sp>
      <p:sp>
        <p:nvSpPr>
          <p:cNvPr id="6" name="2024년 6월">
            <a:extLst xmlns:a="http://schemas.openxmlformats.org/drawingml/2006/main">
              <a:ext uri="{FF2B5EF4-FFF2-40B4-BE49-F238E27FC236}">
                <a16:creationId xmlns:a16="http://schemas.microsoft.com/office/drawing/2014/main" id="{F8527077-F203-415A-93A5-B194642D7BD3}"/>
              </a:ext>
            </a:extLst>
          </p:cNvPr>
          <p:cNvSpPr>
            <a:spLocks xmlns:a="http://schemas.openxmlformats.org/drawingml/2006/main" noGrp="1"/>
          </p:cNvSpPr>
          <p:nvPr/>
        </p:nvSpPr>
        <p:spPr>
          <a:xfrm xmlns:a="http://schemas.openxmlformats.org/drawingml/2006/main">
            <a:off x="523875" y="31242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2024년 6월</a:t>
            </a:r>
          </a:p>
        </p:txBody>
      </p:sp>
      <p:pic>
        <p:nvPicPr>
          <p:cNvPr id="7" name="">
            <a:extLst xmlns:a="http://schemas.openxmlformats.org/drawingml/2006/main">
              <a:ext uri="{FF2B5EF4-FFF2-40B4-BE49-F238E27FC236}">
                <a16:creationId xmlns:a16="http://schemas.microsoft.com/office/drawing/2014/main" id="{9F64E876-3FE6-404B-8696-BBD73F85AFD5}"/>
              </a:ext>
            </a:extLst>
          </p:cNvPr>
          <p:cNvPicPr>
            <a:picLocks xmlns:a="http://schemas.openxmlformats.org/drawingml/2006/main" noChangeAspect="1"/>
          </p:cNvPicPr>
          <p:nvPr/>
        </p:nvPicPr>
        <p:blipFill>
          <a:blip xmlns:r="http://schemas.openxmlformats.org/officeDocument/2006/relationships" xmlns:a="http://schemas.openxmlformats.org/drawingml/2006/main" r:embed="R383581503c294144"/>
          <a:stretch xmlns:a="http://schemas.openxmlformats.org/drawingml/2006/main"/>
        </p:blipFill>
        <p:spPr>
          <a:xfrm xmlns:a="http://schemas.openxmlformats.org/drawingml/2006/main">
            <a:off x="561975" y="3714750"/>
            <a:ext cx="371475" cy="371475"/>
          </a:xfrm>
          <a:prstGeom xmlns:a="http://schemas.openxmlformats.org/drawingml/2006/main" prst="rect">
            <a:avLst/>
          </a:prstGeom>
        </p:spPr>
      </p:pic>
      <p:sp>
        <p:nvSpPr>
          <p:cNvPr id="8" name="임야">
            <a:extLst xmlns:a="http://schemas.openxmlformats.org/drawingml/2006/main">
              <a:ext uri="{FF2B5EF4-FFF2-40B4-BE49-F238E27FC236}">
                <a16:creationId xmlns:a16="http://schemas.microsoft.com/office/drawing/2014/main" id="{8340B199-21C2-40AC-9489-635E1F2F68FB}"/>
              </a:ext>
            </a:extLst>
          </p:cNvPr>
          <p:cNvSpPr>
            <a:spLocks xmlns:a="http://schemas.openxmlformats.org/drawingml/2006/main" noGrp="1"/>
          </p:cNvSpPr>
          <p:nvPr/>
        </p:nvSpPr>
        <p:spPr>
          <a:xfrm xmlns:a="http://schemas.openxmlformats.org/drawingml/2006/main">
            <a:off x="111442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임야</a:t>
            </a:r>
          </a:p>
        </p:txBody>
      </p:sp>
      <p:pic>
        <p:nvPicPr>
          <p:cNvPr id="9" name="">
            <a:extLst xmlns:a="http://schemas.openxmlformats.org/drawingml/2006/main">
              <a:ext uri="{FF2B5EF4-FFF2-40B4-BE49-F238E27FC236}">
                <a16:creationId xmlns:a16="http://schemas.microsoft.com/office/drawing/2014/main" id="{FE7D5FB8-ABEE-4BEB-8033-7C5AA16ACD43}"/>
              </a:ext>
            </a:extLst>
          </p:cNvPr>
          <p:cNvPicPr>
            <a:picLocks xmlns:a="http://schemas.openxmlformats.org/drawingml/2006/main" noChangeAspect="1"/>
          </p:cNvPicPr>
          <p:nvPr/>
        </p:nvPicPr>
        <p:blipFill>
          <a:blip xmlns:r="http://schemas.openxmlformats.org/officeDocument/2006/relationships" xmlns:a="http://schemas.openxmlformats.org/drawingml/2006/main" r:embed="R6d6b8840b1a94a3b"/>
          <a:stretch xmlns:a="http://schemas.openxmlformats.org/drawingml/2006/main"/>
        </p:blipFill>
        <p:spPr>
          <a:xfrm xmlns:a="http://schemas.openxmlformats.org/drawingml/2006/main">
            <a:off x="2628900" y="3714750"/>
            <a:ext cx="371475" cy="371475"/>
          </a:xfrm>
          <a:prstGeom xmlns:a="http://schemas.openxmlformats.org/drawingml/2006/main" prst="rect">
            <a:avLst/>
          </a:prstGeom>
        </p:spPr>
      </p:pic>
      <p:sp>
        <p:nvSpPr>
          <p:cNvPr id="10" name="농지">
            <a:extLst xmlns:a="http://schemas.openxmlformats.org/drawingml/2006/main">
              <a:ext uri="{FF2B5EF4-FFF2-40B4-BE49-F238E27FC236}">
                <a16:creationId xmlns:a16="http://schemas.microsoft.com/office/drawing/2014/main" id="{FC5E77D2-3BBF-4FCC-B94E-BC8206E9CDC0}"/>
              </a:ext>
            </a:extLst>
          </p:cNvPr>
          <p:cNvSpPr>
            <a:spLocks xmlns:a="http://schemas.openxmlformats.org/drawingml/2006/main" noGrp="1"/>
          </p:cNvSpPr>
          <p:nvPr/>
        </p:nvSpPr>
        <p:spPr>
          <a:xfrm xmlns:a="http://schemas.openxmlformats.org/drawingml/2006/main">
            <a:off x="318135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농지</a:t>
            </a:r>
          </a:p>
        </p:txBody>
      </p:sp>
      <p:pic>
        <p:nvPicPr>
          <p:cNvPr id="11" name="">
            <a:extLst xmlns:a="http://schemas.openxmlformats.org/drawingml/2006/main">
              <a:ext uri="{FF2B5EF4-FFF2-40B4-BE49-F238E27FC236}">
                <a16:creationId xmlns:a16="http://schemas.microsoft.com/office/drawing/2014/main" id="{C19B02E5-B1C9-427C-95B6-2F0D6FCF1F16}"/>
              </a:ext>
            </a:extLst>
          </p:cNvPr>
          <p:cNvPicPr>
            <a:picLocks xmlns:a="http://schemas.openxmlformats.org/drawingml/2006/main" noChangeAspect="1"/>
          </p:cNvPicPr>
          <p:nvPr/>
        </p:nvPicPr>
        <p:blipFill>
          <a:blip xmlns:r="http://schemas.openxmlformats.org/officeDocument/2006/relationships" xmlns:a="http://schemas.openxmlformats.org/drawingml/2006/main" r:embed="R6864bd61fba54898"/>
          <a:stretch xmlns:a="http://schemas.openxmlformats.org/drawingml/2006/main"/>
        </p:blipFill>
        <p:spPr>
          <a:xfrm xmlns:a="http://schemas.openxmlformats.org/drawingml/2006/main">
            <a:off x="4695825" y="3714750"/>
            <a:ext cx="371475" cy="371475"/>
          </a:xfrm>
          <a:prstGeom xmlns:a="http://schemas.openxmlformats.org/drawingml/2006/main" prst="rect">
            <a:avLst/>
          </a:prstGeom>
        </p:spPr>
      </p:pic>
      <p:sp>
        <p:nvSpPr>
          <p:cNvPr id="12" name="대지">
            <a:extLst xmlns:a="http://schemas.openxmlformats.org/drawingml/2006/main">
              <a:ext uri="{FF2B5EF4-FFF2-40B4-BE49-F238E27FC236}">
                <a16:creationId xmlns:a16="http://schemas.microsoft.com/office/drawing/2014/main" id="{5F536CE6-2F08-4334-857A-62D70262D9C5}"/>
              </a:ext>
            </a:extLst>
          </p:cNvPr>
          <p:cNvSpPr>
            <a:spLocks xmlns:a="http://schemas.openxmlformats.org/drawingml/2006/main" noGrp="1"/>
          </p:cNvSpPr>
          <p:nvPr/>
        </p:nvSpPr>
        <p:spPr>
          <a:xfrm xmlns:a="http://schemas.openxmlformats.org/drawingml/2006/main">
            <a:off x="524827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대지</a:t>
            </a:r>
          </a:p>
        </p:txBody>
      </p:sp>
      <p:pic>
        <p:nvPicPr>
          <p:cNvPr id="13" name="">
            <a:extLst xmlns:a="http://schemas.openxmlformats.org/drawingml/2006/main">
              <a:ext uri="{FF2B5EF4-FFF2-40B4-BE49-F238E27FC236}">
                <a16:creationId xmlns:a16="http://schemas.microsoft.com/office/drawing/2014/main" id="{183CADC1-0DA3-403C-926E-782AADF6AAA0}"/>
              </a:ext>
            </a:extLst>
          </p:cNvPr>
          <p:cNvPicPr>
            <a:picLocks xmlns:a="http://schemas.openxmlformats.org/drawingml/2006/main" noChangeAspect="1"/>
          </p:cNvPicPr>
          <p:nvPr/>
        </p:nvPicPr>
        <p:blipFill>
          <a:blip xmlns:r="http://schemas.openxmlformats.org/officeDocument/2006/relationships" xmlns:a="http://schemas.openxmlformats.org/drawingml/2006/main" r:embed="R542f65cf0d3e4080"/>
          <a:stretch xmlns:a="http://schemas.openxmlformats.org/drawingml/2006/main"/>
        </p:blipFill>
        <p:spPr>
          <a:xfrm xmlns:a="http://schemas.openxmlformats.org/drawingml/2006/main">
            <a:off x="6762750" y="3714750"/>
            <a:ext cx="371475" cy="371475"/>
          </a:xfrm>
          <a:prstGeom xmlns:a="http://schemas.openxmlformats.org/drawingml/2006/main" prst="rect">
            <a:avLst/>
          </a:prstGeom>
        </p:spPr>
      </p:pic>
      <p:sp>
        <p:nvSpPr>
          <p:cNvPr id="14" name="건물">
            <a:extLst xmlns:a="http://schemas.openxmlformats.org/drawingml/2006/main">
              <a:ext uri="{FF2B5EF4-FFF2-40B4-BE49-F238E27FC236}">
                <a16:creationId xmlns:a16="http://schemas.microsoft.com/office/drawing/2014/main" id="{B233B425-3832-4178-832A-13088525B796}"/>
              </a:ext>
            </a:extLst>
          </p:cNvPr>
          <p:cNvSpPr>
            <a:spLocks xmlns:a="http://schemas.openxmlformats.org/drawingml/2006/main" noGrp="1"/>
          </p:cNvSpPr>
          <p:nvPr/>
        </p:nvSpPr>
        <p:spPr>
          <a:xfrm xmlns:a="http://schemas.openxmlformats.org/drawingml/2006/main">
            <a:off x="731520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건물</a:t>
            </a:r>
          </a:p>
        </p:txBody>
      </p:sp>
    </p:spTree>
    <p:extLst>
      <p:ext uri="{BB962C8B-B14F-4D97-AF65-F5344CB8AC3E}">
        <p14:creationId xmlns:p14="http://schemas.microsoft.com/office/powerpoint/2010/main" val="1379297460"/>
      </p:ext>
    </p:extLst>
  </p:cSld>
</p:sld>
</file>

<file path=ppt/slides/slide2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3" name="연 구독매출 추정">
            <a:extLst xmlns:a="http://schemas.openxmlformats.org/drawingml/2006/main">
              <a:ext uri="{FF2B5EF4-FFF2-40B4-BE49-F238E27FC236}">
                <a16:creationId xmlns:a16="http://schemas.microsoft.com/office/drawing/2014/main" id="{3CA8492D-2B4D-4817-82B2-4379806DBE41}"/>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구독매출 추정</a:t>
            </a:r>
          </a:p>
        </p:txBody>
      </p:sp>
      <p:sp>
        <p:nvSpPr>
          <p:cNvPr id="2" name="TAM · SAM · SOM">
            <a:extLst xmlns:a="http://schemas.openxmlformats.org/drawingml/2006/main">
              <a:ext uri="{FF2B5EF4-FFF2-40B4-BE49-F238E27FC236}">
                <a16:creationId xmlns:a16="http://schemas.microsoft.com/office/drawing/2014/main" id="{895CCC3F-8E0A-4594-AD5F-2977752683E6}"/>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TAM · SAM · SOM</a:t>
            </a:r>
          </a:p>
        </p:txBody>
      </p:sp>
      <p:sp>
        <p:nvSpPr>
          <p:cNvPr id="3" name="21">
            <a:extLst xmlns:a="http://schemas.openxmlformats.org/drawingml/2006/main">
              <a:ext uri="{FF2B5EF4-FFF2-40B4-BE49-F238E27FC236}">
                <a16:creationId xmlns:a16="http://schemas.microsoft.com/office/drawing/2014/main" id="{30292AC3-F203-4627-93F0-A4D7B54B2F2D}"/>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21</a:t>
            </a:r>
          </a:p>
        </p:txBody>
      </p:sp>
      <p:sp>
        <p:nvSpPr>
          <p:cNvPr id="4" name="">
            <a:extLst xmlns:a="http://schemas.openxmlformats.org/drawingml/2006/main">
              <a:ext uri="{FF2B5EF4-FFF2-40B4-BE49-F238E27FC236}">
                <a16:creationId xmlns:a16="http://schemas.microsoft.com/office/drawing/2014/main" id="{053F878E-4927-4EBE-9559-CCFBF56787B0}"/>
              </a:ext>
            </a:extLst>
          </p:cNvPr>
          <p:cNvSpPr>
            <a:spLocks xmlns:a="http://schemas.openxmlformats.org/drawingml/2006/main" noGrp="1"/>
          </p:cNvSpPr>
          <p:nvPr/>
        </p:nvSpPr>
        <p:spPr>
          <a:xfrm xmlns:a="http://schemas.openxmlformats.org/drawingml/2006/main">
            <a:off x="561975" y="1266825"/>
            <a:ext cx="3276600" cy="3276600"/>
          </a:xfrm>
          <a:prstGeom xmlns:a="http://schemas.openxmlformats.org/drawingml/2006/main" prst="ellipse">
            <a:avLst/>
          </a:prstGeom>
          <a:solidFill xmlns:a="http://schemas.openxmlformats.org/drawingml/2006/main">
            <a:srgbClr val="F5F2E9"/>
          </a:solidFill>
          <a:ln xmlns:a="http://schemas.openxmlformats.org/drawingml/2006/main" w="19050">
            <a:solidFill>
              <a:srgbClr val="183E35"/>
            </a:solidFill>
          </a:ln>
        </p:spPr>
      </p:sp>
      <p:sp>
        <p:nvSpPr>
          <p:cNvPr id="5" name="">
            <a:extLst xmlns:a="http://schemas.openxmlformats.org/drawingml/2006/main">
              <a:ext uri="{FF2B5EF4-FFF2-40B4-BE49-F238E27FC236}">
                <a16:creationId xmlns:a16="http://schemas.microsoft.com/office/drawing/2014/main" id="{E89279E8-020F-4889-AFE4-3B45298E9C1B}"/>
              </a:ext>
            </a:extLst>
          </p:cNvPr>
          <p:cNvSpPr>
            <a:spLocks xmlns:a="http://schemas.openxmlformats.org/drawingml/2006/main" noGrp="1"/>
          </p:cNvSpPr>
          <p:nvPr/>
        </p:nvSpPr>
        <p:spPr>
          <a:xfrm xmlns:a="http://schemas.openxmlformats.org/drawingml/2006/main">
            <a:off x="1104900" y="2352675"/>
            <a:ext cx="2190750" cy="2190750"/>
          </a:xfrm>
          <a:prstGeom xmlns:a="http://schemas.openxmlformats.org/drawingml/2006/main" prst="ellipse">
            <a:avLst/>
          </a:prstGeom>
          <a:solidFill xmlns:a="http://schemas.openxmlformats.org/drawingml/2006/main">
            <a:srgbClr val="F5F2E9"/>
          </a:solidFill>
          <a:ln xmlns:a="http://schemas.openxmlformats.org/drawingml/2006/main" w="19050">
            <a:solidFill>
              <a:srgbClr val="567D89"/>
            </a:solidFill>
          </a:ln>
        </p:spPr>
      </p:sp>
      <p:sp>
        <p:nvSpPr>
          <p:cNvPr id="6" name="">
            <a:extLst xmlns:a="http://schemas.openxmlformats.org/drawingml/2006/main">
              <a:ext uri="{FF2B5EF4-FFF2-40B4-BE49-F238E27FC236}">
                <a16:creationId xmlns:a16="http://schemas.microsoft.com/office/drawing/2014/main" id="{457B3934-A685-48BE-B5BC-AAB97AC98478}"/>
              </a:ext>
            </a:extLst>
          </p:cNvPr>
          <p:cNvSpPr>
            <a:spLocks xmlns:a="http://schemas.openxmlformats.org/drawingml/2006/main" noGrp="1"/>
          </p:cNvSpPr>
          <p:nvPr/>
        </p:nvSpPr>
        <p:spPr>
          <a:xfrm xmlns:a="http://schemas.openxmlformats.org/drawingml/2006/main">
            <a:off x="1552575" y="3248025"/>
            <a:ext cx="1295400" cy="1295400"/>
          </a:xfrm>
          <a:prstGeom xmlns:a="http://schemas.openxmlformats.org/drawingml/2006/main" prst="ellipse">
            <a:avLst/>
          </a:prstGeom>
          <a:solidFill xmlns:a="http://schemas.openxmlformats.org/drawingml/2006/main">
            <a:srgbClr val="F5F2E9"/>
          </a:solidFill>
          <a:ln xmlns:a="http://schemas.openxmlformats.org/drawingml/2006/main" w="19050">
            <a:solidFill>
              <a:srgbClr val="A85437"/>
            </a:solidFill>
          </a:ln>
        </p:spPr>
      </p:sp>
      <p:sp>
        <p:nvSpPr>
          <p:cNvPr id="7" name="TAM">
            <a:extLst xmlns:a="http://schemas.openxmlformats.org/drawingml/2006/main">
              <a:ext uri="{FF2B5EF4-FFF2-40B4-BE49-F238E27FC236}">
                <a16:creationId xmlns:a16="http://schemas.microsoft.com/office/drawing/2014/main" id="{7D2DF2D7-07E9-4924-AF7F-35466FC0E8A7}"/>
              </a:ext>
            </a:extLst>
          </p:cNvPr>
          <p:cNvSpPr>
            <a:spLocks xmlns:a="http://schemas.openxmlformats.org/drawingml/2006/main" noGrp="1"/>
          </p:cNvSpPr>
          <p:nvPr/>
        </p:nvSpPr>
        <p:spPr>
          <a:xfrm xmlns:a="http://schemas.openxmlformats.org/drawingml/2006/main">
            <a:off x="1400175" y="1438275"/>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183E35"/>
                </a:solidFill>
                <a:latin typeface="Pretendard"/>
                <a:ea typeface="Pretendard"/>
                <a:cs typeface="Pretendard"/>
              </a:defRPr>
            </a:defPPr>
          </a:lstStyle>
          <a:p xmlns:a="http://schemas.openxmlformats.org/drawingml/2006/main">
            <a:pPr algn="ctr">
              <a:defRPr sz="2100" b="0">
                <a:solidFill>
                  <a:srgbClr val="183E35"/>
                </a:solidFill>
                <a:latin typeface="Pretendard"/>
                <a:ea typeface="Pretendard"/>
                <a:cs typeface="Pretendard"/>
              </a:defRPr>
            </a:pPr>
            <a:r>
              <a:rPr sz="2100" b="0">
                <a:solidFill>
                  <a:srgbClr val="183E35"/>
                </a:solidFill>
                <a:latin typeface="Pretendard"/>
                <a:ea typeface="Pretendard"/>
                <a:cs typeface="Pretendard"/>
              </a:rPr>
              <a:t>TAM</a:t>
            </a:r>
          </a:p>
        </p:txBody>
      </p:sp>
      <p:sp>
        <p:nvSpPr>
          <p:cNvPr id="8" name="등록 종중">
            <a:extLst xmlns:a="http://schemas.openxmlformats.org/drawingml/2006/main">
              <a:ext uri="{FF2B5EF4-FFF2-40B4-BE49-F238E27FC236}">
                <a16:creationId xmlns:a16="http://schemas.microsoft.com/office/drawing/2014/main" id="{00BCC5DE-EE0B-4539-97DE-D30C076811CD}"/>
              </a:ext>
            </a:extLst>
          </p:cNvPr>
          <p:cNvSpPr>
            <a:spLocks xmlns:a="http://schemas.openxmlformats.org/drawingml/2006/main" noGrp="1"/>
          </p:cNvSpPr>
          <p:nvPr/>
        </p:nvSpPr>
        <p:spPr>
          <a:xfrm xmlns:a="http://schemas.openxmlformats.org/drawingml/2006/main">
            <a:off x="1028700" y="1914525"/>
            <a:ext cx="2352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183E35"/>
                </a:solidFill>
                <a:latin typeface="Pretendard"/>
                <a:ea typeface="Pretendard"/>
                <a:cs typeface="Pretendard"/>
              </a:defRPr>
            </a:defPPr>
          </a:lstStyle>
          <a:p xmlns:a="http://schemas.openxmlformats.org/drawingml/2006/main">
            <a:pPr algn="ctr">
              <a:defRPr sz="1575">
                <a:solidFill>
                  <a:srgbClr val="183E35"/>
                </a:solidFill>
                <a:latin typeface="Pretendard"/>
                <a:ea typeface="Pretendard"/>
                <a:cs typeface="Pretendard"/>
              </a:defRPr>
            </a:pPr>
            <a:r>
              <a:rPr sz="1575">
                <a:solidFill>
                  <a:srgbClr val="183E35"/>
                </a:solidFill>
                <a:latin typeface="Pretendard"/>
                <a:ea typeface="Pretendard"/>
                <a:cs typeface="Pretendard"/>
              </a:rPr>
              <a:t>등록 종중</a:t>
            </a:r>
          </a:p>
        </p:txBody>
      </p:sp>
      <p:sp>
        <p:nvSpPr>
          <p:cNvPr id="9" name="SAM">
            <a:extLst xmlns:a="http://schemas.openxmlformats.org/drawingml/2006/main">
              <a:ext uri="{FF2B5EF4-FFF2-40B4-BE49-F238E27FC236}">
                <a16:creationId xmlns:a16="http://schemas.microsoft.com/office/drawing/2014/main" id="{65EE8F1B-4546-42E2-B9E8-4EC94CF76698}"/>
              </a:ext>
            </a:extLst>
          </p:cNvPr>
          <p:cNvSpPr>
            <a:spLocks xmlns:a="http://schemas.openxmlformats.org/drawingml/2006/main" noGrp="1"/>
          </p:cNvSpPr>
          <p:nvPr/>
        </p:nvSpPr>
        <p:spPr>
          <a:xfrm xmlns:a="http://schemas.openxmlformats.org/drawingml/2006/main">
            <a:off x="1400175" y="2543175"/>
            <a:ext cx="1600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567D89"/>
                </a:solidFill>
                <a:latin typeface="Pretendard"/>
                <a:ea typeface="Pretendard"/>
                <a:cs typeface="Pretendard"/>
              </a:defRPr>
            </a:defPPr>
          </a:lstStyle>
          <a:p xmlns:a="http://schemas.openxmlformats.org/drawingml/2006/main">
            <a:pPr algn="ctr">
              <a:defRPr sz="2025" b="0">
                <a:solidFill>
                  <a:srgbClr val="567D89"/>
                </a:solidFill>
                <a:latin typeface="Pretendard"/>
                <a:ea typeface="Pretendard"/>
                <a:cs typeface="Pretendard"/>
              </a:defRPr>
            </a:pPr>
            <a:r>
              <a:rPr sz="2025" b="0">
                <a:solidFill>
                  <a:srgbClr val="567D89"/>
                </a:solidFill>
                <a:latin typeface="Pretendard"/>
                <a:ea typeface="Pretendard"/>
                <a:cs typeface="Pretendard"/>
              </a:rPr>
              <a:t>SAM</a:t>
            </a:r>
          </a:p>
        </p:txBody>
      </p:sp>
      <p:sp>
        <p:nvSpPr>
          <p:cNvPr id="10" name="전담 관리 20% 제외">
            <a:extLst xmlns:a="http://schemas.openxmlformats.org/drawingml/2006/main">
              <a:ext uri="{FF2B5EF4-FFF2-40B4-BE49-F238E27FC236}">
                <a16:creationId xmlns:a16="http://schemas.microsoft.com/office/drawing/2014/main" id="{2C79A9E6-A9C0-4115-9925-DAA2DC7E00CF}"/>
              </a:ext>
            </a:extLst>
          </p:cNvPr>
          <p:cNvSpPr>
            <a:spLocks xmlns:a="http://schemas.openxmlformats.org/drawingml/2006/main" noGrp="1"/>
          </p:cNvSpPr>
          <p:nvPr/>
        </p:nvSpPr>
        <p:spPr>
          <a:xfrm xmlns:a="http://schemas.openxmlformats.org/drawingml/2006/main">
            <a:off x="1200150" y="2981325"/>
            <a:ext cx="2028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567D89"/>
                </a:solidFill>
                <a:latin typeface="Pretendard"/>
                <a:ea typeface="Pretendard"/>
                <a:cs typeface="Pretendard"/>
              </a:defRPr>
            </a:defPPr>
          </a:lstStyle>
          <a:p xmlns:a="http://schemas.openxmlformats.org/drawingml/2006/main">
            <a:pPr algn="ctr">
              <a:defRPr sz="1275">
                <a:solidFill>
                  <a:srgbClr val="567D89"/>
                </a:solidFill>
                <a:latin typeface="Pretendard"/>
                <a:ea typeface="Pretendard"/>
                <a:cs typeface="Pretendard"/>
              </a:defRPr>
            </a:pPr>
            <a:r>
              <a:rPr sz="1275">
                <a:solidFill>
                  <a:srgbClr val="567D89"/>
                </a:solidFill>
                <a:latin typeface="Pretendard"/>
                <a:ea typeface="Pretendard"/>
                <a:cs typeface="Pretendard"/>
              </a:rPr>
              <a:t>전담 관리 20% 제외</a:t>
            </a:r>
          </a:p>
        </p:txBody>
      </p:sp>
      <p:sp>
        <p:nvSpPr>
          <p:cNvPr id="11" name="SOM">
            <a:extLst xmlns:a="http://schemas.openxmlformats.org/drawingml/2006/main">
              <a:ext uri="{FF2B5EF4-FFF2-40B4-BE49-F238E27FC236}">
                <a16:creationId xmlns:a16="http://schemas.microsoft.com/office/drawing/2014/main" id="{1DC72EB0-F264-45DA-A4BC-ABDB1844CD21}"/>
              </a:ext>
            </a:extLst>
          </p:cNvPr>
          <p:cNvSpPr>
            <a:spLocks xmlns:a="http://schemas.openxmlformats.org/drawingml/2006/main" noGrp="1"/>
          </p:cNvSpPr>
          <p:nvPr/>
        </p:nvSpPr>
        <p:spPr>
          <a:xfrm xmlns:a="http://schemas.openxmlformats.org/drawingml/2006/main">
            <a:off x="1724025" y="34575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A85437"/>
                </a:solidFill>
                <a:latin typeface="Pretendard"/>
                <a:ea typeface="Pretendard"/>
                <a:cs typeface="Pretendard"/>
              </a:defRPr>
            </a:defPPr>
          </a:lstStyle>
          <a:p xmlns:a="http://schemas.openxmlformats.org/drawingml/2006/main">
            <a:pPr algn="ctr">
              <a:defRPr sz="1875" b="0">
                <a:solidFill>
                  <a:srgbClr val="A85437"/>
                </a:solidFill>
                <a:latin typeface="Pretendard"/>
                <a:ea typeface="Pretendard"/>
                <a:cs typeface="Pretendard"/>
              </a:defRPr>
            </a:pPr>
            <a:r>
              <a:rPr sz="1875" b="0">
                <a:solidFill>
                  <a:srgbClr val="A85437"/>
                </a:solidFill>
                <a:latin typeface="Pretendard"/>
                <a:ea typeface="Pretendard"/>
                <a:cs typeface="Pretendard"/>
              </a:rPr>
              <a:t>SOM</a:t>
            </a:r>
          </a:p>
        </p:txBody>
      </p:sp>
      <p:sp>
        <p:nvSpPr>
          <p:cNvPr id="12" name="3년 내 1%">
            <a:extLst xmlns:a="http://schemas.openxmlformats.org/drawingml/2006/main">
              <a:ext uri="{FF2B5EF4-FFF2-40B4-BE49-F238E27FC236}">
                <a16:creationId xmlns:a16="http://schemas.microsoft.com/office/drawing/2014/main" id="{1330ABED-C936-4195-989D-B1B6110EC6EF}"/>
              </a:ext>
            </a:extLst>
          </p:cNvPr>
          <p:cNvSpPr>
            <a:spLocks xmlns:a="http://schemas.openxmlformats.org/drawingml/2006/main" noGrp="1"/>
          </p:cNvSpPr>
          <p:nvPr/>
        </p:nvSpPr>
        <p:spPr>
          <a:xfrm xmlns:a="http://schemas.openxmlformats.org/drawingml/2006/main">
            <a:off x="1609725" y="396240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A85437"/>
                </a:solidFill>
                <a:latin typeface="Pretendard"/>
                <a:ea typeface="Pretendard"/>
                <a:cs typeface="Pretendard"/>
              </a:defRPr>
            </a:defPPr>
          </a:lstStyle>
          <a:p xmlns:a="http://schemas.openxmlformats.org/drawingml/2006/main">
            <a:pPr algn="ctr">
              <a:defRPr sz="1275">
                <a:solidFill>
                  <a:srgbClr val="A85437"/>
                </a:solidFill>
                <a:latin typeface="Pretendard"/>
                <a:ea typeface="Pretendard"/>
                <a:cs typeface="Pretendard"/>
              </a:defRPr>
            </a:pPr>
            <a:r>
              <a:rPr sz="1275">
                <a:solidFill>
                  <a:srgbClr val="A85437"/>
                </a:solidFill>
                <a:latin typeface="Pretendard"/>
                <a:ea typeface="Pretendard"/>
                <a:cs typeface="Pretendard"/>
              </a:rPr>
              <a:t>3년 내 1%</a:t>
            </a:r>
          </a:p>
        </p:txBody>
      </p:sp>
      <p:sp>
        <p:nvSpPr>
          <p:cNvPr id="13" name="연 50만원 가정">
            <a:extLst xmlns:a="http://schemas.openxmlformats.org/drawingml/2006/main">
              <a:ext uri="{FF2B5EF4-FFF2-40B4-BE49-F238E27FC236}">
                <a16:creationId xmlns:a16="http://schemas.microsoft.com/office/drawing/2014/main" id="{9EA9DB7F-CB86-4A09-95AC-ADE85B8C68D4}"/>
              </a:ext>
            </a:extLst>
          </p:cNvPr>
          <p:cNvSpPr>
            <a:spLocks xmlns:a="http://schemas.openxmlformats.org/drawingml/2006/main" noGrp="1"/>
          </p:cNvSpPr>
          <p:nvPr/>
        </p:nvSpPr>
        <p:spPr>
          <a:xfrm xmlns:a="http://schemas.openxmlformats.org/drawingml/2006/main">
            <a:off x="6286500" y="895350"/>
            <a:ext cx="2457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a:solidFill>
                  <a:srgbClr val="687568"/>
                </a:solidFill>
                <a:latin typeface="Pretendard"/>
                <a:ea typeface="Pretendard"/>
                <a:cs typeface="Pretendard"/>
              </a:defRPr>
            </a:defPPr>
          </a:lstStyle>
          <a:p xmlns:a="http://schemas.openxmlformats.org/drawingml/2006/main">
            <a:pPr algn="r">
              <a:defRPr sz="1350">
                <a:solidFill>
                  <a:srgbClr val="687568"/>
                </a:solidFill>
                <a:latin typeface="Pretendard"/>
                <a:ea typeface="Pretendard"/>
                <a:cs typeface="Pretendard"/>
              </a:defRPr>
            </a:pPr>
            <a:r>
              <a:rPr sz="1350">
                <a:solidFill>
                  <a:srgbClr val="687568"/>
                </a:solidFill>
                <a:latin typeface="Pretendard"/>
                <a:ea typeface="Pretendard"/>
                <a:cs typeface="Pretendard"/>
              </a:rPr>
              <a:t>연 50만원 가정</a:t>
            </a:r>
          </a:p>
        </p:txBody>
      </p:sp>
      <p:sp>
        <p:nvSpPr>
          <p:cNvPr id="14" name="1,185.36">
            <a:extLst xmlns:a="http://schemas.openxmlformats.org/drawingml/2006/main">
              <a:ext uri="{FF2B5EF4-FFF2-40B4-BE49-F238E27FC236}">
                <a16:creationId xmlns:a16="http://schemas.microsoft.com/office/drawing/2014/main" id="{3DDB80EC-F318-4351-A125-484E63B9A7DF}"/>
              </a:ext>
            </a:extLst>
          </p:cNvPr>
          <p:cNvSpPr>
            <a:spLocks xmlns:a="http://schemas.openxmlformats.org/drawingml/2006/main" noGrp="1"/>
          </p:cNvSpPr>
          <p:nvPr/>
        </p:nvSpPr>
        <p:spPr>
          <a:xfrm xmlns:a="http://schemas.openxmlformats.org/drawingml/2006/main">
            <a:off x="4648200" y="13811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1,185.36</a:t>
            </a:r>
          </a:p>
        </p:txBody>
      </p:sp>
      <p:sp>
        <p:nvSpPr>
          <p:cNvPr id="15" name="억원 / 년">
            <a:extLst xmlns:a="http://schemas.openxmlformats.org/drawingml/2006/main">
              <a:ext uri="{FF2B5EF4-FFF2-40B4-BE49-F238E27FC236}">
                <a16:creationId xmlns:a16="http://schemas.microsoft.com/office/drawing/2014/main" id="{5B056747-9C54-4C91-B561-5435A1480FE2}"/>
              </a:ext>
            </a:extLst>
          </p:cNvPr>
          <p:cNvSpPr>
            <a:spLocks xmlns:a="http://schemas.openxmlformats.org/drawingml/2006/main" noGrp="1"/>
          </p:cNvSpPr>
          <p:nvPr/>
        </p:nvSpPr>
        <p:spPr>
          <a:xfrm xmlns:a="http://schemas.openxmlformats.org/drawingml/2006/main">
            <a:off x="7553325" y="16859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183E35"/>
                </a:solidFill>
                <a:latin typeface="Pretendard"/>
                <a:ea typeface="Pretendard"/>
                <a:cs typeface="Pretendard"/>
              </a:defRPr>
            </a:defPPr>
          </a:lstStyle>
          <a:p xmlns:a="http://schemas.openxmlformats.org/drawingml/2006/main">
            <a:pPr algn="l">
              <a:defRPr sz="1500">
                <a:solidFill>
                  <a:srgbClr val="183E35"/>
                </a:solidFill>
                <a:latin typeface="Pretendard"/>
                <a:ea typeface="Pretendard"/>
                <a:cs typeface="Pretendard"/>
              </a:defRPr>
            </a:pPr>
            <a:r>
              <a:rPr sz="1500">
                <a:solidFill>
                  <a:srgbClr val="183E35"/>
                </a:solidFill>
                <a:latin typeface="Pretendard"/>
                <a:ea typeface="Pretendard"/>
                <a:cs typeface="Pretendard"/>
              </a:rPr>
              <a:t>억원 / 년</a:t>
            </a:r>
          </a:p>
        </p:txBody>
      </p:sp>
      <p:sp>
        <p:nvSpPr>
          <p:cNvPr id="16" name="237,071개">
            <a:extLst xmlns:a="http://schemas.openxmlformats.org/drawingml/2006/main">
              <a:ext uri="{FF2B5EF4-FFF2-40B4-BE49-F238E27FC236}">
                <a16:creationId xmlns:a16="http://schemas.microsoft.com/office/drawing/2014/main" id="{CFDF112B-8243-4C5A-8F60-3120C27096D0}"/>
              </a:ext>
            </a:extLst>
          </p:cNvPr>
          <p:cNvSpPr>
            <a:spLocks xmlns:a="http://schemas.openxmlformats.org/drawingml/2006/main" noGrp="1"/>
          </p:cNvSpPr>
          <p:nvPr/>
        </p:nvSpPr>
        <p:spPr>
          <a:xfrm xmlns:a="http://schemas.openxmlformats.org/drawingml/2006/main">
            <a:off x="4695825" y="21336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237,071개</a:t>
            </a:r>
          </a:p>
        </p:txBody>
      </p:sp>
      <p:sp>
        <p:nvSpPr>
          <p:cNvPr id="17" name="948.29">
            <a:extLst xmlns:a="http://schemas.openxmlformats.org/drawingml/2006/main">
              <a:ext uri="{FF2B5EF4-FFF2-40B4-BE49-F238E27FC236}">
                <a16:creationId xmlns:a16="http://schemas.microsoft.com/office/drawing/2014/main" id="{B1A1F418-8E57-44F4-9752-5B4033D54359}"/>
              </a:ext>
            </a:extLst>
          </p:cNvPr>
          <p:cNvSpPr>
            <a:spLocks xmlns:a="http://schemas.openxmlformats.org/drawingml/2006/main" noGrp="1"/>
          </p:cNvSpPr>
          <p:nvPr/>
        </p:nvSpPr>
        <p:spPr>
          <a:xfrm xmlns:a="http://schemas.openxmlformats.org/drawingml/2006/main">
            <a:off x="4648200" y="254317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567D89"/>
                </a:solidFill>
                <a:latin typeface="Pretendard"/>
                <a:ea typeface="Pretendard"/>
                <a:cs typeface="Pretendard"/>
              </a:defRPr>
            </a:defPPr>
          </a:lstStyle>
          <a:p xmlns:a="http://schemas.openxmlformats.org/drawingml/2006/main">
            <a:pPr algn="l">
              <a:defRPr sz="4275" b="1">
                <a:solidFill>
                  <a:srgbClr val="567D89"/>
                </a:solidFill>
                <a:latin typeface="Pretendard"/>
                <a:ea typeface="Pretendard"/>
                <a:cs typeface="Pretendard"/>
              </a:defRPr>
            </a:pPr>
            <a:r>
              <a:rPr sz="4275" b="1">
                <a:solidFill>
                  <a:srgbClr val="567D89"/>
                </a:solidFill>
                <a:latin typeface="Pretendard"/>
                <a:ea typeface="Pretendard"/>
                <a:cs typeface="Pretendard"/>
              </a:rPr>
              <a:t>948.29</a:t>
            </a:r>
          </a:p>
        </p:txBody>
      </p:sp>
      <p:sp>
        <p:nvSpPr>
          <p:cNvPr id="18" name="억원 / 년">
            <a:extLst xmlns:a="http://schemas.openxmlformats.org/drawingml/2006/main">
              <a:ext uri="{FF2B5EF4-FFF2-40B4-BE49-F238E27FC236}">
                <a16:creationId xmlns:a16="http://schemas.microsoft.com/office/drawing/2014/main" id="{916427CA-C8BC-4403-928C-2399723EDAA0}"/>
              </a:ext>
            </a:extLst>
          </p:cNvPr>
          <p:cNvSpPr>
            <a:spLocks xmlns:a="http://schemas.openxmlformats.org/drawingml/2006/main" noGrp="1"/>
          </p:cNvSpPr>
          <p:nvPr/>
        </p:nvSpPr>
        <p:spPr>
          <a:xfrm xmlns:a="http://schemas.openxmlformats.org/drawingml/2006/main">
            <a:off x="7553325" y="284797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567D89"/>
                </a:solidFill>
                <a:latin typeface="Pretendard"/>
                <a:ea typeface="Pretendard"/>
                <a:cs typeface="Pretendard"/>
              </a:defRPr>
            </a:defPPr>
          </a:lstStyle>
          <a:p xmlns:a="http://schemas.openxmlformats.org/drawingml/2006/main">
            <a:pPr algn="l">
              <a:defRPr sz="1500">
                <a:solidFill>
                  <a:srgbClr val="567D89"/>
                </a:solidFill>
                <a:latin typeface="Pretendard"/>
                <a:ea typeface="Pretendard"/>
                <a:cs typeface="Pretendard"/>
              </a:defRPr>
            </a:pPr>
            <a:r>
              <a:rPr sz="1500">
                <a:solidFill>
                  <a:srgbClr val="567D89"/>
                </a:solidFill>
                <a:latin typeface="Pretendard"/>
                <a:ea typeface="Pretendard"/>
                <a:cs typeface="Pretendard"/>
              </a:rPr>
              <a:t>억원 / 년</a:t>
            </a:r>
          </a:p>
        </p:txBody>
      </p:sp>
      <p:sp>
        <p:nvSpPr>
          <p:cNvPr id="19" name="189,657개">
            <a:extLst xmlns:a="http://schemas.openxmlformats.org/drawingml/2006/main">
              <a:ext uri="{FF2B5EF4-FFF2-40B4-BE49-F238E27FC236}">
                <a16:creationId xmlns:a16="http://schemas.microsoft.com/office/drawing/2014/main" id="{CD082E8C-7F33-4D06-8BEE-9DD1BCE60346}"/>
              </a:ext>
            </a:extLst>
          </p:cNvPr>
          <p:cNvSpPr>
            <a:spLocks xmlns:a="http://schemas.openxmlformats.org/drawingml/2006/main" noGrp="1"/>
          </p:cNvSpPr>
          <p:nvPr/>
        </p:nvSpPr>
        <p:spPr>
          <a:xfrm xmlns:a="http://schemas.openxmlformats.org/drawingml/2006/main">
            <a:off x="4695825" y="329565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189,657개</a:t>
            </a:r>
          </a:p>
        </p:txBody>
      </p:sp>
      <p:sp>
        <p:nvSpPr>
          <p:cNvPr id="20" name="9.49">
            <a:extLst xmlns:a="http://schemas.openxmlformats.org/drawingml/2006/main">
              <a:ext uri="{FF2B5EF4-FFF2-40B4-BE49-F238E27FC236}">
                <a16:creationId xmlns:a16="http://schemas.microsoft.com/office/drawing/2014/main" id="{2850529B-0DD9-4635-B790-B1F6821145CD}"/>
              </a:ext>
            </a:extLst>
          </p:cNvPr>
          <p:cNvSpPr>
            <a:spLocks xmlns:a="http://schemas.openxmlformats.org/drawingml/2006/main" noGrp="1"/>
          </p:cNvSpPr>
          <p:nvPr/>
        </p:nvSpPr>
        <p:spPr>
          <a:xfrm xmlns:a="http://schemas.openxmlformats.org/drawingml/2006/main">
            <a:off x="4648200" y="37052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A85437"/>
                </a:solidFill>
                <a:latin typeface="Pretendard"/>
                <a:ea typeface="Pretendard"/>
                <a:cs typeface="Pretendard"/>
              </a:defRPr>
            </a:defPPr>
          </a:lstStyle>
          <a:p xmlns:a="http://schemas.openxmlformats.org/drawingml/2006/main">
            <a:pPr algn="l">
              <a:defRPr sz="4275" b="1">
                <a:solidFill>
                  <a:srgbClr val="A85437"/>
                </a:solidFill>
                <a:latin typeface="Pretendard"/>
                <a:ea typeface="Pretendard"/>
                <a:cs typeface="Pretendard"/>
              </a:defRPr>
            </a:pPr>
            <a:r>
              <a:rPr sz="4275" b="1">
                <a:solidFill>
                  <a:srgbClr val="A85437"/>
                </a:solidFill>
                <a:latin typeface="Pretendard"/>
                <a:ea typeface="Pretendard"/>
                <a:cs typeface="Pretendard"/>
              </a:rPr>
              <a:t>9.49</a:t>
            </a:r>
          </a:p>
        </p:txBody>
      </p:sp>
      <p:sp>
        <p:nvSpPr>
          <p:cNvPr id="21" name="억원 / 년">
            <a:extLst xmlns:a="http://schemas.openxmlformats.org/drawingml/2006/main">
              <a:ext uri="{FF2B5EF4-FFF2-40B4-BE49-F238E27FC236}">
                <a16:creationId xmlns:a16="http://schemas.microsoft.com/office/drawing/2014/main" id="{B7B40717-2606-4E8C-84EE-EB242BEE4A50}"/>
              </a:ext>
            </a:extLst>
          </p:cNvPr>
          <p:cNvSpPr>
            <a:spLocks xmlns:a="http://schemas.openxmlformats.org/drawingml/2006/main" noGrp="1"/>
          </p:cNvSpPr>
          <p:nvPr/>
        </p:nvSpPr>
        <p:spPr>
          <a:xfrm xmlns:a="http://schemas.openxmlformats.org/drawingml/2006/main">
            <a:off x="7553325" y="40100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A85437"/>
                </a:solidFill>
                <a:latin typeface="Pretendard"/>
                <a:ea typeface="Pretendard"/>
                <a:cs typeface="Pretendard"/>
              </a:defRPr>
            </a:defPPr>
          </a:lstStyle>
          <a:p xmlns:a="http://schemas.openxmlformats.org/drawingml/2006/main">
            <a:pPr algn="l">
              <a:defRPr sz="1500">
                <a:solidFill>
                  <a:srgbClr val="A85437"/>
                </a:solidFill>
                <a:latin typeface="Pretendard"/>
                <a:ea typeface="Pretendard"/>
                <a:cs typeface="Pretendard"/>
              </a:defRPr>
            </a:pPr>
            <a:r>
              <a:rPr sz="1500">
                <a:solidFill>
                  <a:srgbClr val="A85437"/>
                </a:solidFill>
                <a:latin typeface="Pretendard"/>
                <a:ea typeface="Pretendard"/>
                <a:cs typeface="Pretendard"/>
              </a:rPr>
              <a:t>억원 / 년</a:t>
            </a:r>
          </a:p>
        </p:txBody>
      </p:sp>
      <p:sp>
        <p:nvSpPr>
          <p:cNvPr id="22" name="1,897개">
            <a:extLst xmlns:a="http://schemas.openxmlformats.org/drawingml/2006/main">
              <a:ext uri="{FF2B5EF4-FFF2-40B4-BE49-F238E27FC236}">
                <a16:creationId xmlns:a16="http://schemas.microsoft.com/office/drawing/2014/main" id="{C2DD7E6C-3112-488D-977F-F12B3F9A97F7}"/>
              </a:ext>
            </a:extLst>
          </p:cNvPr>
          <p:cNvSpPr>
            <a:spLocks xmlns:a="http://schemas.openxmlformats.org/drawingml/2006/main" noGrp="1"/>
          </p:cNvSpPr>
          <p:nvPr/>
        </p:nvSpPr>
        <p:spPr>
          <a:xfrm xmlns:a="http://schemas.openxmlformats.org/drawingml/2006/main">
            <a:off x="4695825" y="44577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1,897개</a:t>
            </a:r>
          </a:p>
        </p:txBody>
      </p:sp>
    </p:spTree>
    <p:extLst>
      <p:ext uri="{BB962C8B-B14F-4D97-AF65-F5344CB8AC3E}">
        <p14:creationId xmlns:p14="http://schemas.microsoft.com/office/powerpoint/2010/main" val="1622999934"/>
      </p:ext>
    </p:extLst>
  </p:cSld>
</p:sld>
</file>

<file path=ppt/slides/slide2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연 50만원 기준">
            <a:extLst xmlns:a="http://schemas.openxmlformats.org/drawingml/2006/main">
              <a:ext uri="{FF2B5EF4-FFF2-40B4-BE49-F238E27FC236}">
                <a16:creationId xmlns:a16="http://schemas.microsoft.com/office/drawing/2014/main" id="{4CE6343B-EC52-4587-884B-E9EE2CE4697E}"/>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50만원 기준</a:t>
            </a:r>
          </a:p>
        </p:txBody>
      </p:sp>
      <p:sp>
        <p:nvSpPr>
          <p:cNvPr id="2" name="3년 내 확보율별 매출 추정">
            <a:extLst xmlns:a="http://schemas.openxmlformats.org/drawingml/2006/main">
              <a:ext uri="{FF2B5EF4-FFF2-40B4-BE49-F238E27FC236}">
                <a16:creationId xmlns:a16="http://schemas.microsoft.com/office/drawing/2014/main" id="{91A5292B-66A4-444E-AA27-EDEF22DF67C5}"/>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3년 내 확보율별 매출 추정</a:t>
            </a:r>
          </a:p>
        </p:txBody>
      </p:sp>
      <p:sp>
        <p:nvSpPr>
          <p:cNvPr id="3" name="22">
            <a:extLst xmlns:a="http://schemas.openxmlformats.org/drawingml/2006/main">
              <a:ext uri="{FF2B5EF4-FFF2-40B4-BE49-F238E27FC236}">
                <a16:creationId xmlns:a16="http://schemas.microsoft.com/office/drawing/2014/main" id="{96F93E46-8334-4796-9A97-609347098F5F}"/>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22</a:t>
            </a:r>
          </a:p>
        </p:txBody>
      </p:sp>
      <p:graphicFrame>
        <p:nvGraphicFramePr>
          <p:cNvPr id="4" name="Chart">
            <a:extLst xmlns:a="http://schemas.openxmlformats.org/drawingml/2006/main">
              <a:ext uri="{FF2B5EF4-FFF2-40B4-BE49-F238E27FC236}">
                <a16:creationId xmlns:a16="http://schemas.microsoft.com/office/drawing/2014/main" id="{E4A528DF-6A43-4DC5-B1FD-D571DC014F6C}"/>
              </a:ext>
            </a:extLst>
          </p:cNvPr>
          <p:cNvGraphicFramePr/>
          <p:nvPr/>
        </p:nvGraphicFramePr>
        <p:xfrm>
          <a:off xmlns:a="http://schemas.openxmlformats.org/drawingml/2006/main" x="619125" y="1504950"/>
          <a:ext xmlns:a="http://schemas.openxmlformats.org/drawingml/2006/main" cx="7886700" cy="2857500"/>
        </p:xfrm>
        <a:graphic xmlns:a="http://schemas.openxmlformats.org/drawingml/2006/main">
          <a:graphicData uri="http://schemas.openxmlformats.org/drawingml/2006/chart">
            <c:chart xmlns:r="http://schemas.openxmlformats.org/officeDocument/2006/relationships" xmlns:c="http://schemas.openxmlformats.org/drawingml/2006/chart" r:id="Ra35099b3ffab488f"/>
          </a:graphicData>
        </a:graphic>
      </p:graphicFrame>
    </p:spTree>
    <p:extLst>
      <p:ext uri="{BB962C8B-B14F-4D97-AF65-F5344CB8AC3E}">
        <p14:creationId xmlns:p14="http://schemas.microsoft.com/office/powerpoint/2010/main" val="955816468"/>
      </p:ext>
    </p:extLst>
  </p:cSld>
</p:sld>
</file>

<file path=ppt/slides/slide2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9354C454-79DA-478B-8D50-48A503E34B68}"/>
              </a:ext>
            </a:extLst>
          </p:cNvPr>
          <p:cNvCxnSpPr>
            <a:stCxn xmlns:a="http://schemas.openxmlformats.org/drawingml/2006/main" id="3" idx="2"/>
            <a:endCxn xmlns:a="http://schemas.openxmlformats.org/drawingml/2006/main" id="9" idx="6"/>
          </p:cNvCxnSpPr>
          <p:nvPr/>
        </p:nvCxnSpPr>
        <p:spPr>
          <a:xfrm xmlns:a="http://schemas.openxmlformats.org/drawingml/2006/main" flipH="1">
            <a:off x="2038350" y="3000375"/>
            <a:ext cx="1828800" cy="85725"/>
          </a:xfrm>
          <a:prstGeom xmlns:a="http://schemas.openxmlformats.org/drawingml/2006/main" prst="straightConnector1">
            <a:avLst/>
          </a:prstGeom>
          <a:ln xmlns:a="http://schemas.openxmlformats.org/drawingml/2006/main" w="19050">
            <a:solidFill>
              <a:srgbClr val="D2DCD6"/>
            </a:solidFill>
          </a:ln>
        </p:spPr>
      </p:cxnSp>
      <p:cxnSp>
        <p:nvCxnSpPr>
          <p:cNvPr id="14" name="">
            <a:extLst xmlns:a="http://schemas.openxmlformats.org/drawingml/2006/main">
              <a:ext uri="{FF2B5EF4-FFF2-40B4-BE49-F238E27FC236}">
                <a16:creationId xmlns:a16="http://schemas.microsoft.com/office/drawing/2014/main" id="{4E636C4F-5C2A-43B3-A523-C5A8EF889561}"/>
              </a:ext>
            </a:extLst>
          </p:cNvPr>
          <p:cNvCxnSpPr>
            <a:stCxn xmlns:a="http://schemas.openxmlformats.org/drawingml/2006/main" id="3" idx="3"/>
            <a:endCxn xmlns:a="http://schemas.openxmlformats.org/drawingml/2006/main" id="8" idx="7"/>
          </p:cNvCxnSpPr>
          <p:nvPr/>
        </p:nvCxnSpPr>
        <p:spPr>
          <a:xfrm xmlns:a="http://schemas.openxmlformats.org/drawingml/2006/main" flipH="1">
            <a:off x="3315773" y="3498779"/>
            <a:ext cx="757822" cy="472072"/>
          </a:xfrm>
          <a:prstGeom xmlns:a="http://schemas.openxmlformats.org/drawingml/2006/main" prst="straightConnector1">
            <a:avLst/>
          </a:prstGeom>
          <a:ln xmlns:a="http://schemas.openxmlformats.org/drawingml/2006/main" w="19050">
            <a:solidFill>
              <a:srgbClr val="D2DCD6"/>
            </a:solidFill>
          </a:ln>
        </p:spPr>
      </p:cxnSp>
      <p:cxnSp>
        <p:nvCxnSpPr>
          <p:cNvPr id="13" name="">
            <a:extLst xmlns:a="http://schemas.openxmlformats.org/drawingml/2006/main">
              <a:ext uri="{FF2B5EF4-FFF2-40B4-BE49-F238E27FC236}">
                <a16:creationId xmlns:a16="http://schemas.microsoft.com/office/drawing/2014/main" id="{EFCDC6A6-F070-4589-9C3B-35E923819548}"/>
              </a:ext>
            </a:extLst>
          </p:cNvPr>
          <p:cNvCxnSpPr>
            <a:stCxn xmlns:a="http://schemas.openxmlformats.org/drawingml/2006/main" id="3" idx="5"/>
            <a:endCxn xmlns:a="http://schemas.openxmlformats.org/drawingml/2006/main" id="7" idx="1"/>
          </p:cNvCxnSpPr>
          <p:nvPr/>
        </p:nvCxnSpPr>
        <p:spPr>
          <a:xfrm xmlns:a="http://schemas.openxmlformats.org/drawingml/2006/main">
            <a:off x="5070404" y="3498779"/>
            <a:ext cx="757822" cy="472072"/>
          </a:xfrm>
          <a:prstGeom xmlns:a="http://schemas.openxmlformats.org/drawingml/2006/main" prst="straightConnector1">
            <a:avLst/>
          </a:prstGeom>
          <a:ln xmlns:a="http://schemas.openxmlformats.org/drawingml/2006/main" w="19050">
            <a:solidFill>
              <a:srgbClr val="D2DCD6"/>
            </a:solidFill>
          </a:ln>
        </p:spPr>
      </p:cxnSp>
      <p:cxnSp>
        <p:nvCxnSpPr>
          <p:cNvPr id="12" name="">
            <a:extLst xmlns:a="http://schemas.openxmlformats.org/drawingml/2006/main">
              <a:ext uri="{FF2B5EF4-FFF2-40B4-BE49-F238E27FC236}">
                <a16:creationId xmlns:a16="http://schemas.microsoft.com/office/drawing/2014/main" id="{3A57A9AA-23FB-4B2B-94DD-0658D92CEE87}"/>
              </a:ext>
            </a:extLst>
          </p:cNvPr>
          <p:cNvCxnSpPr>
            <a:stCxn xmlns:a="http://schemas.openxmlformats.org/drawingml/2006/main" id="3" idx="6"/>
            <a:endCxn xmlns:a="http://schemas.openxmlformats.org/drawingml/2006/main" id="6" idx="2"/>
          </p:cNvCxnSpPr>
          <p:nvPr/>
        </p:nvCxnSpPr>
        <p:spPr>
          <a:xfrm xmlns:a="http://schemas.openxmlformats.org/drawingml/2006/main">
            <a:off x="5276850" y="3000375"/>
            <a:ext cx="1828800" cy="85725"/>
          </a:xfrm>
          <a:prstGeom xmlns:a="http://schemas.openxmlformats.org/drawingml/2006/main" prst="straightConnector1">
            <a:avLst/>
          </a:prstGeom>
          <a:ln xmlns:a="http://schemas.openxmlformats.org/drawingml/2006/main" w="19050">
            <a:solidFill>
              <a:srgbClr val="D2DCD6"/>
            </a:solidFill>
          </a:ln>
        </p:spPr>
      </p:cxnSp>
      <p:cxnSp>
        <p:nvCxnSpPr>
          <p:cNvPr id="11" name="">
            <a:extLst xmlns:a="http://schemas.openxmlformats.org/drawingml/2006/main">
              <a:ext uri="{FF2B5EF4-FFF2-40B4-BE49-F238E27FC236}">
                <a16:creationId xmlns:a16="http://schemas.microsoft.com/office/drawing/2014/main" id="{29CD928C-6902-4DAC-93BD-5898A39C4078}"/>
              </a:ext>
            </a:extLst>
          </p:cNvPr>
          <p:cNvCxnSpPr>
            <a:stCxn xmlns:a="http://schemas.openxmlformats.org/drawingml/2006/main" id="3" idx="7"/>
            <a:endCxn xmlns:a="http://schemas.openxmlformats.org/drawingml/2006/main" id="5" idx="3"/>
          </p:cNvCxnSpPr>
          <p:nvPr/>
        </p:nvCxnSpPr>
        <p:spPr>
          <a:xfrm xmlns:a="http://schemas.openxmlformats.org/drawingml/2006/main" flipV="1">
            <a:off x="5070404" y="2067998"/>
            <a:ext cx="1053097" cy="433972"/>
          </a:xfrm>
          <a:prstGeom xmlns:a="http://schemas.openxmlformats.org/drawingml/2006/main" prst="straightConnector1">
            <a:avLst/>
          </a:prstGeom>
          <a:ln xmlns:a="http://schemas.openxmlformats.org/drawingml/2006/main" w="19050">
            <a:solidFill>
              <a:srgbClr val="D2DCD6"/>
            </a:solidFill>
          </a:ln>
        </p:spPr>
      </p:cxnSp>
      <p:cxnSp>
        <p:nvCxnSpPr>
          <p:cNvPr id="10" name="">
            <a:extLst xmlns:a="http://schemas.openxmlformats.org/drawingml/2006/main">
              <a:ext uri="{FF2B5EF4-FFF2-40B4-BE49-F238E27FC236}">
                <a16:creationId xmlns:a16="http://schemas.microsoft.com/office/drawing/2014/main" id="{D31B5723-D0F3-44EE-8028-14AB294F293C}"/>
              </a:ext>
            </a:extLst>
          </p:cNvPr>
          <p:cNvCxnSpPr>
            <a:stCxn xmlns:a="http://schemas.openxmlformats.org/drawingml/2006/main" id="3" idx="1"/>
            <a:endCxn xmlns:a="http://schemas.openxmlformats.org/drawingml/2006/main" id="4" idx="5"/>
          </p:cNvCxnSpPr>
          <p:nvPr/>
        </p:nvCxnSpPr>
        <p:spPr>
          <a:xfrm xmlns:a="http://schemas.openxmlformats.org/drawingml/2006/main" flipH="1" flipV="1">
            <a:off x="3020498" y="2067998"/>
            <a:ext cx="1053097" cy="433972"/>
          </a:xfrm>
          <a:prstGeom xmlns:a="http://schemas.openxmlformats.org/drawingml/2006/main" prst="straightConnector1">
            <a:avLst/>
          </a:prstGeom>
          <a:ln xmlns:a="http://schemas.openxmlformats.org/drawingml/2006/main" w="19050">
            <a:solidFill>
              <a:srgbClr val="D2DCD6"/>
            </a:solidFill>
          </a:ln>
        </p:spPr>
      </p:cxnSp>
      <p:sp>
        <p:nvSpPr>
          <p:cNvPr id="30" name="Codex 활용">
            <a:extLst xmlns:a="http://schemas.openxmlformats.org/drawingml/2006/main">
              <a:ext uri="{FF2B5EF4-FFF2-40B4-BE49-F238E27FC236}">
                <a16:creationId xmlns:a16="http://schemas.microsoft.com/office/drawing/2014/main" id="{D3A50736-CC0C-414F-9A44-D23552403DCE}"/>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Codex 활용</a:t>
            </a:r>
          </a:p>
        </p:txBody>
      </p:sp>
      <p:sp>
        <p:nvSpPr>
          <p:cNvPr id="2" name="23">
            <a:extLst xmlns:a="http://schemas.openxmlformats.org/drawingml/2006/main">
              <a:ext uri="{FF2B5EF4-FFF2-40B4-BE49-F238E27FC236}">
                <a16:creationId xmlns:a16="http://schemas.microsoft.com/office/drawing/2014/main" id="{5D2C797F-50EB-448B-AB76-EE6A4C796909}"/>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23</a:t>
            </a:r>
          </a:p>
        </p:txBody>
      </p:sp>
      <p:sp>
        <p:nvSpPr>
          <p:cNvPr id="3" name="">
            <a:extLst xmlns:a="http://schemas.openxmlformats.org/drawingml/2006/main">
              <a:ext uri="{FF2B5EF4-FFF2-40B4-BE49-F238E27FC236}">
                <a16:creationId xmlns:a16="http://schemas.microsoft.com/office/drawing/2014/main" id="{EA4C8EEE-2FA4-4E04-8918-F857692AC85B}"/>
              </a:ext>
            </a:extLst>
          </p:cNvPr>
          <p:cNvSpPr>
            <a:spLocks xmlns:a="http://schemas.openxmlformats.org/drawingml/2006/main" noGrp="1"/>
          </p:cNvSpPr>
          <p:nvPr/>
        </p:nvSpPr>
        <p:spPr>
          <a:xfrm xmlns:a="http://schemas.openxmlformats.org/drawingml/2006/main">
            <a:off x="3867150" y="2295525"/>
            <a:ext cx="1409700" cy="1409700"/>
          </a:xfrm>
          <a:prstGeom xmlns:a="http://schemas.openxmlformats.org/drawingml/2006/main" prst="ellipse">
            <a:avLst/>
          </a:prstGeom>
          <a:solidFill xmlns:a="http://schemas.openxmlformats.org/drawingml/2006/main">
            <a:srgbClr val="183E3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673437-CD1D-43CF-8569-A451E52FE258}"/>
              </a:ext>
            </a:extLst>
          </p:cNvPr>
          <p:cNvSpPr>
            <a:spLocks xmlns:a="http://schemas.openxmlformats.org/drawingml/2006/main" noGrp="1"/>
          </p:cNvSpPr>
          <p:nvPr/>
        </p:nvSpPr>
        <p:spPr>
          <a:xfrm xmlns:a="http://schemas.openxmlformats.org/drawingml/2006/main">
            <a:off x="2305050" y="135255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280D7D-6648-4B0D-8D90-AA086182F247}"/>
              </a:ext>
            </a:extLst>
          </p:cNvPr>
          <p:cNvSpPr>
            <a:spLocks xmlns:a="http://schemas.openxmlformats.org/drawingml/2006/main" noGrp="1"/>
          </p:cNvSpPr>
          <p:nvPr/>
        </p:nvSpPr>
        <p:spPr>
          <a:xfrm xmlns:a="http://schemas.openxmlformats.org/drawingml/2006/main">
            <a:off x="6000750" y="135255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001E1B-F2D2-449C-B89C-87A68A3F5180}"/>
              </a:ext>
            </a:extLst>
          </p:cNvPr>
          <p:cNvSpPr>
            <a:spLocks xmlns:a="http://schemas.openxmlformats.org/drawingml/2006/main" noGrp="1"/>
          </p:cNvSpPr>
          <p:nvPr/>
        </p:nvSpPr>
        <p:spPr>
          <a:xfrm xmlns:a="http://schemas.openxmlformats.org/drawingml/2006/main">
            <a:off x="7105650" y="266700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116C79-859A-4F79-9938-60EF561CC104}"/>
              </a:ext>
            </a:extLst>
          </p:cNvPr>
          <p:cNvSpPr>
            <a:spLocks xmlns:a="http://schemas.openxmlformats.org/drawingml/2006/main" noGrp="1"/>
          </p:cNvSpPr>
          <p:nvPr/>
        </p:nvSpPr>
        <p:spPr>
          <a:xfrm xmlns:a="http://schemas.openxmlformats.org/drawingml/2006/main">
            <a:off x="5705475" y="384810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5B9A889-0C6A-4D94-B190-F4FD35419442}"/>
              </a:ext>
            </a:extLst>
          </p:cNvPr>
          <p:cNvSpPr>
            <a:spLocks xmlns:a="http://schemas.openxmlformats.org/drawingml/2006/main" noGrp="1"/>
          </p:cNvSpPr>
          <p:nvPr/>
        </p:nvSpPr>
        <p:spPr>
          <a:xfrm xmlns:a="http://schemas.openxmlformats.org/drawingml/2006/main">
            <a:off x="2600325" y="384810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EC19DD7-A99B-406A-97F8-248B0E713131}"/>
              </a:ext>
            </a:extLst>
          </p:cNvPr>
          <p:cNvSpPr>
            <a:spLocks xmlns:a="http://schemas.openxmlformats.org/drawingml/2006/main" noGrp="1"/>
          </p:cNvSpPr>
          <p:nvPr/>
        </p:nvSpPr>
        <p:spPr>
          <a:xfrm xmlns:a="http://schemas.openxmlformats.org/drawingml/2006/main">
            <a:off x="1200150" y="266700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59332C6F-2498-424C-89C7-63223F05DFE0}"/>
              </a:ext>
            </a:extLst>
          </p:cNvPr>
          <p:cNvPicPr>
            <a:picLocks xmlns:a="http://schemas.openxmlformats.org/drawingml/2006/main" noChangeAspect="1"/>
          </p:cNvPicPr>
          <p:nvPr/>
        </p:nvPicPr>
        <p:blipFill>
          <a:blip xmlns:r="http://schemas.openxmlformats.org/officeDocument/2006/relationships" xmlns:a="http://schemas.openxmlformats.org/drawingml/2006/main" r:embed="R084d111b3a214168"/>
          <a:stretch xmlns:a="http://schemas.openxmlformats.org/drawingml/2006/main"/>
        </p:blipFill>
        <p:spPr>
          <a:xfrm xmlns:a="http://schemas.openxmlformats.org/drawingml/2006/main">
            <a:off x="4324350" y="2486025"/>
            <a:ext cx="495300" cy="495300"/>
          </a:xfrm>
          <a:prstGeom xmlns:a="http://schemas.openxmlformats.org/drawingml/2006/main" prst="rect">
            <a:avLst/>
          </a:prstGeom>
        </p:spPr>
      </p:pic>
      <p:sp>
        <p:nvSpPr>
          <p:cNvPr id="17" name="Codex">
            <a:extLst xmlns:a="http://schemas.openxmlformats.org/drawingml/2006/main">
              <a:ext uri="{FF2B5EF4-FFF2-40B4-BE49-F238E27FC236}">
                <a16:creationId xmlns:a16="http://schemas.microsoft.com/office/drawing/2014/main" id="{5A7F8183-0540-4C78-B528-9B67A5FB932C}"/>
              </a:ext>
            </a:extLst>
          </p:cNvPr>
          <p:cNvSpPr>
            <a:spLocks xmlns:a="http://schemas.openxmlformats.org/drawingml/2006/main" noGrp="1"/>
          </p:cNvSpPr>
          <p:nvPr/>
        </p:nvSpPr>
        <p:spPr>
          <a:xfrm xmlns:a="http://schemas.openxmlformats.org/drawingml/2006/main">
            <a:off x="3981450" y="3143250"/>
            <a:ext cx="118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F5F2E9"/>
                </a:solidFill>
                <a:latin typeface="Pretendard"/>
                <a:ea typeface="Pretendard"/>
                <a:cs typeface="Pretendard"/>
              </a:defRPr>
            </a:defPPr>
          </a:lstStyle>
          <a:p xmlns:a="http://schemas.openxmlformats.org/drawingml/2006/main">
            <a:pPr algn="ctr">
              <a:defRPr sz="2325" b="1">
                <a:solidFill>
                  <a:srgbClr val="F5F2E9"/>
                </a:solidFill>
                <a:latin typeface="Pretendard"/>
                <a:ea typeface="Pretendard"/>
                <a:cs typeface="Pretendard"/>
              </a:defRPr>
            </a:pPr>
            <a:r>
              <a:rPr sz="2325" b="1">
                <a:solidFill>
                  <a:srgbClr val="F5F2E9"/>
                </a:solidFill>
                <a:latin typeface="Pretendard"/>
                <a:ea typeface="Pretendard"/>
                <a:cs typeface="Pretendard"/>
              </a:rPr>
              <a:t>Codex</a:t>
            </a:r>
          </a:p>
        </p:txBody>
      </p:sp>
      <p:pic>
        <p:nvPicPr>
          <p:cNvPr id="18" name="">
            <a:extLst xmlns:a="http://schemas.openxmlformats.org/drawingml/2006/main">
              <a:ext uri="{FF2B5EF4-FFF2-40B4-BE49-F238E27FC236}">
                <a16:creationId xmlns:a16="http://schemas.microsoft.com/office/drawing/2014/main" id="{ED106812-1E28-400D-BE26-E8A8867AD6EA}"/>
              </a:ext>
            </a:extLst>
          </p:cNvPr>
          <p:cNvPicPr>
            <a:picLocks xmlns:a="http://schemas.openxmlformats.org/drawingml/2006/main" noChangeAspect="1"/>
          </p:cNvPicPr>
          <p:nvPr/>
        </p:nvPicPr>
        <p:blipFill>
          <a:blip xmlns:r="http://schemas.openxmlformats.org/officeDocument/2006/relationships" xmlns:a="http://schemas.openxmlformats.org/drawingml/2006/main" r:embed="Rd4f8dad4c8ef4d14"/>
          <a:stretch xmlns:a="http://schemas.openxmlformats.org/drawingml/2006/main"/>
        </p:blipFill>
        <p:spPr>
          <a:xfrm xmlns:a="http://schemas.openxmlformats.org/drawingml/2006/main">
            <a:off x="2500313" y="1547813"/>
            <a:ext cx="447675" cy="447675"/>
          </a:xfrm>
          <a:prstGeom xmlns:a="http://schemas.openxmlformats.org/drawingml/2006/main" prst="rect">
            <a:avLst/>
          </a:prstGeom>
        </p:spPr>
      </p:pic>
      <p:sp>
        <p:nvSpPr>
          <p:cNvPr id="19" name="PRD">
            <a:extLst xmlns:a="http://schemas.openxmlformats.org/drawingml/2006/main">
              <a:ext uri="{FF2B5EF4-FFF2-40B4-BE49-F238E27FC236}">
                <a16:creationId xmlns:a16="http://schemas.microsoft.com/office/drawing/2014/main" id="{8FCA8F6F-BB88-47AE-982E-E09BBA45387E}"/>
              </a:ext>
            </a:extLst>
          </p:cNvPr>
          <p:cNvSpPr>
            <a:spLocks xmlns:a="http://schemas.openxmlformats.org/drawingml/2006/main" noGrp="1"/>
          </p:cNvSpPr>
          <p:nvPr/>
        </p:nvSpPr>
        <p:spPr>
          <a:xfrm xmlns:a="http://schemas.openxmlformats.org/drawingml/2006/main">
            <a:off x="1866900" y="22574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PRD</a:t>
            </a:r>
          </a:p>
        </p:txBody>
      </p:sp>
      <p:pic>
        <p:nvPicPr>
          <p:cNvPr id="20" name="">
            <a:extLst xmlns:a="http://schemas.openxmlformats.org/drawingml/2006/main">
              <a:ext uri="{FF2B5EF4-FFF2-40B4-BE49-F238E27FC236}">
                <a16:creationId xmlns:a16="http://schemas.microsoft.com/office/drawing/2014/main" id="{A21415EC-13A9-4ACB-9474-6C61511EF31D}"/>
              </a:ext>
            </a:extLst>
          </p:cNvPr>
          <p:cNvPicPr>
            <a:picLocks xmlns:a="http://schemas.openxmlformats.org/drawingml/2006/main" noChangeAspect="1"/>
          </p:cNvPicPr>
          <p:nvPr/>
        </p:nvPicPr>
        <p:blipFill>
          <a:blip xmlns:r="http://schemas.openxmlformats.org/officeDocument/2006/relationships" xmlns:a="http://schemas.openxmlformats.org/drawingml/2006/main" r:embed="R40711899ae994489"/>
          <a:stretch xmlns:a="http://schemas.openxmlformats.org/drawingml/2006/main"/>
        </p:blipFill>
        <p:spPr>
          <a:xfrm xmlns:a="http://schemas.openxmlformats.org/drawingml/2006/main">
            <a:off x="6196013" y="1547813"/>
            <a:ext cx="447675" cy="447675"/>
          </a:xfrm>
          <a:prstGeom xmlns:a="http://schemas.openxmlformats.org/drawingml/2006/main" prst="rect">
            <a:avLst/>
          </a:prstGeom>
        </p:spPr>
      </p:pic>
      <p:sp>
        <p:nvSpPr>
          <p:cNvPr id="21" name="페르소나">
            <a:extLst xmlns:a="http://schemas.openxmlformats.org/drawingml/2006/main">
              <a:ext uri="{FF2B5EF4-FFF2-40B4-BE49-F238E27FC236}">
                <a16:creationId xmlns:a16="http://schemas.microsoft.com/office/drawing/2014/main" id="{22002FE9-9CA4-4341-9743-9A2F7FA733B9}"/>
              </a:ext>
            </a:extLst>
          </p:cNvPr>
          <p:cNvSpPr>
            <a:spLocks xmlns:a="http://schemas.openxmlformats.org/drawingml/2006/main" noGrp="1"/>
          </p:cNvSpPr>
          <p:nvPr/>
        </p:nvSpPr>
        <p:spPr>
          <a:xfrm xmlns:a="http://schemas.openxmlformats.org/drawingml/2006/main">
            <a:off x="5562600" y="22574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페르소나</a:t>
            </a:r>
          </a:p>
        </p:txBody>
      </p:sp>
      <p:pic>
        <p:nvPicPr>
          <p:cNvPr id="22" name="">
            <a:extLst xmlns:a="http://schemas.openxmlformats.org/drawingml/2006/main">
              <a:ext uri="{FF2B5EF4-FFF2-40B4-BE49-F238E27FC236}">
                <a16:creationId xmlns:a16="http://schemas.microsoft.com/office/drawing/2014/main" id="{EC67871D-00E1-45B3-ADF0-E51285B0D3ED}"/>
              </a:ext>
            </a:extLst>
          </p:cNvPr>
          <p:cNvPicPr>
            <a:picLocks xmlns:a="http://schemas.openxmlformats.org/drawingml/2006/main" noChangeAspect="1"/>
          </p:cNvPicPr>
          <p:nvPr/>
        </p:nvPicPr>
        <p:blipFill>
          <a:blip xmlns:r="http://schemas.openxmlformats.org/officeDocument/2006/relationships" xmlns:a="http://schemas.openxmlformats.org/drawingml/2006/main" r:embed="R3286ae92a78d449a"/>
          <a:stretch xmlns:a="http://schemas.openxmlformats.org/drawingml/2006/main"/>
        </p:blipFill>
        <p:spPr>
          <a:xfrm xmlns:a="http://schemas.openxmlformats.org/drawingml/2006/main">
            <a:off x="7300913" y="2862263"/>
            <a:ext cx="447675" cy="447675"/>
          </a:xfrm>
          <a:prstGeom xmlns:a="http://schemas.openxmlformats.org/drawingml/2006/main" prst="rect">
            <a:avLst/>
          </a:prstGeom>
        </p:spPr>
      </p:pic>
      <p:sp>
        <p:nvSpPr>
          <p:cNvPr id="23" name="UI · 코드 · 배포">
            <a:extLst xmlns:a="http://schemas.openxmlformats.org/drawingml/2006/main">
              <a:ext uri="{FF2B5EF4-FFF2-40B4-BE49-F238E27FC236}">
                <a16:creationId xmlns:a16="http://schemas.microsoft.com/office/drawing/2014/main" id="{DB03EE81-2E84-48C1-8D8E-58DA13B691C7}"/>
              </a:ext>
            </a:extLst>
          </p:cNvPr>
          <p:cNvSpPr>
            <a:spLocks xmlns:a="http://schemas.openxmlformats.org/drawingml/2006/main" noGrp="1"/>
          </p:cNvSpPr>
          <p:nvPr/>
        </p:nvSpPr>
        <p:spPr>
          <a:xfrm xmlns:a="http://schemas.openxmlformats.org/drawingml/2006/main">
            <a:off x="6505575" y="3619500"/>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UI · 코드 · 배포</a:t>
            </a:r>
          </a:p>
        </p:txBody>
      </p:sp>
      <p:pic>
        <p:nvPicPr>
          <p:cNvPr id="24" name="">
            <a:extLst xmlns:a="http://schemas.openxmlformats.org/drawingml/2006/main">
              <a:ext uri="{FF2B5EF4-FFF2-40B4-BE49-F238E27FC236}">
                <a16:creationId xmlns:a16="http://schemas.microsoft.com/office/drawing/2014/main" id="{24FCF391-0EA6-4351-8A33-362D678E873F}"/>
              </a:ext>
            </a:extLst>
          </p:cNvPr>
          <p:cNvPicPr>
            <a:picLocks xmlns:a="http://schemas.openxmlformats.org/drawingml/2006/main" noChangeAspect="1"/>
          </p:cNvPicPr>
          <p:nvPr/>
        </p:nvPicPr>
        <p:blipFill>
          <a:blip xmlns:r="http://schemas.openxmlformats.org/officeDocument/2006/relationships" xmlns:a="http://schemas.openxmlformats.org/drawingml/2006/main" r:embed="R85d0705d7597453c"/>
          <a:stretch xmlns:a="http://schemas.openxmlformats.org/drawingml/2006/main"/>
        </p:blipFill>
        <p:spPr>
          <a:xfrm xmlns:a="http://schemas.openxmlformats.org/drawingml/2006/main">
            <a:off x="5900738" y="4043363"/>
            <a:ext cx="447675" cy="447675"/>
          </a:xfrm>
          <a:prstGeom xmlns:a="http://schemas.openxmlformats.org/drawingml/2006/main" prst="rect">
            <a:avLst/>
          </a:prstGeom>
        </p:spPr>
      </p:pic>
      <p:sp>
        <p:nvSpPr>
          <p:cNvPr id="25" name="테스트 · UI 검수">
            <a:extLst xmlns:a="http://schemas.openxmlformats.org/drawingml/2006/main">
              <a:ext uri="{FF2B5EF4-FFF2-40B4-BE49-F238E27FC236}">
                <a16:creationId xmlns:a16="http://schemas.microsoft.com/office/drawing/2014/main" id="{AC442D7C-BE44-4483-932A-FCF79AED2203}"/>
              </a:ext>
            </a:extLst>
          </p:cNvPr>
          <p:cNvSpPr>
            <a:spLocks xmlns:a="http://schemas.openxmlformats.org/drawingml/2006/main" noGrp="1"/>
          </p:cNvSpPr>
          <p:nvPr/>
        </p:nvSpPr>
        <p:spPr>
          <a:xfrm xmlns:a="http://schemas.openxmlformats.org/drawingml/2006/main">
            <a:off x="5000625" y="4733925"/>
            <a:ext cx="2257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테스트 · UI 검수</a:t>
            </a:r>
          </a:p>
        </p:txBody>
      </p:sp>
      <p:pic>
        <p:nvPicPr>
          <p:cNvPr id="26" name="">
            <a:extLst xmlns:a="http://schemas.openxmlformats.org/drawingml/2006/main">
              <a:ext uri="{FF2B5EF4-FFF2-40B4-BE49-F238E27FC236}">
                <a16:creationId xmlns:a16="http://schemas.microsoft.com/office/drawing/2014/main" id="{E56A2950-270B-4307-8F25-38D465FE719F}"/>
              </a:ext>
            </a:extLst>
          </p:cNvPr>
          <p:cNvPicPr>
            <a:picLocks xmlns:a="http://schemas.openxmlformats.org/drawingml/2006/main" noChangeAspect="1"/>
          </p:cNvPicPr>
          <p:nvPr/>
        </p:nvPicPr>
        <p:blipFill>
          <a:blip xmlns:r="http://schemas.openxmlformats.org/officeDocument/2006/relationships" xmlns:a="http://schemas.openxmlformats.org/drawingml/2006/main" r:embed="Ra5c04154eae74afb"/>
          <a:stretch xmlns:a="http://schemas.openxmlformats.org/drawingml/2006/main"/>
        </p:blipFill>
        <p:spPr>
          <a:xfrm xmlns:a="http://schemas.openxmlformats.org/drawingml/2006/main">
            <a:off x="2795588" y="4043363"/>
            <a:ext cx="447675" cy="447675"/>
          </a:xfrm>
          <a:prstGeom xmlns:a="http://schemas.openxmlformats.org/drawingml/2006/main" prst="rect">
            <a:avLst/>
          </a:prstGeom>
        </p:spPr>
      </p:pic>
      <p:sp>
        <p:nvSpPr>
          <p:cNvPr id="27" name="법령 · 판례 · 필지">
            <a:extLst xmlns:a="http://schemas.openxmlformats.org/drawingml/2006/main">
              <a:ext uri="{FF2B5EF4-FFF2-40B4-BE49-F238E27FC236}">
                <a16:creationId xmlns:a16="http://schemas.microsoft.com/office/drawing/2014/main" id="{6B7FF573-BD5F-45AA-99B3-B2D036DF7C7F}"/>
              </a:ext>
            </a:extLst>
          </p:cNvPr>
          <p:cNvSpPr>
            <a:spLocks xmlns:a="http://schemas.openxmlformats.org/drawingml/2006/main" noGrp="1"/>
          </p:cNvSpPr>
          <p:nvPr/>
        </p:nvSpPr>
        <p:spPr>
          <a:xfrm xmlns:a="http://schemas.openxmlformats.org/drawingml/2006/main">
            <a:off x="1857375" y="4733925"/>
            <a:ext cx="2324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법령 · 판례 · 필지</a:t>
            </a:r>
          </a:p>
        </p:txBody>
      </p:sp>
      <p:pic>
        <p:nvPicPr>
          <p:cNvPr id="28" name="">
            <a:extLst xmlns:a="http://schemas.openxmlformats.org/drawingml/2006/main">
              <a:ext uri="{FF2B5EF4-FFF2-40B4-BE49-F238E27FC236}">
                <a16:creationId xmlns:a16="http://schemas.microsoft.com/office/drawing/2014/main" id="{86D84E2F-1684-4A14-97DD-51C3B6FAFC51}"/>
              </a:ext>
            </a:extLst>
          </p:cNvPr>
          <p:cNvPicPr>
            <a:picLocks xmlns:a="http://schemas.openxmlformats.org/drawingml/2006/main" noChangeAspect="1"/>
          </p:cNvPicPr>
          <p:nvPr/>
        </p:nvPicPr>
        <p:blipFill>
          <a:blip xmlns:r="http://schemas.openxmlformats.org/officeDocument/2006/relationships" xmlns:a="http://schemas.openxmlformats.org/drawingml/2006/main" r:embed="Re68e2d0efe114610"/>
          <a:stretch xmlns:a="http://schemas.openxmlformats.org/drawingml/2006/main"/>
        </p:blipFill>
        <p:spPr>
          <a:xfrm xmlns:a="http://schemas.openxmlformats.org/drawingml/2006/main">
            <a:off x="1395413" y="2862263"/>
            <a:ext cx="447675" cy="447675"/>
          </a:xfrm>
          <a:prstGeom xmlns:a="http://schemas.openxmlformats.org/drawingml/2006/main" prst="rect">
            <a:avLst/>
          </a:prstGeom>
        </p:spPr>
      </p:pic>
      <p:sp>
        <p:nvSpPr>
          <p:cNvPr id="29" name="통화 전사">
            <a:extLst xmlns:a="http://schemas.openxmlformats.org/drawingml/2006/main">
              <a:ext uri="{FF2B5EF4-FFF2-40B4-BE49-F238E27FC236}">
                <a16:creationId xmlns:a16="http://schemas.microsoft.com/office/drawing/2014/main" id="{C4A43CF2-E891-4F32-9B58-702E03A8EB85}"/>
              </a:ext>
            </a:extLst>
          </p:cNvPr>
          <p:cNvSpPr>
            <a:spLocks xmlns:a="http://schemas.openxmlformats.org/drawingml/2006/main" noGrp="1"/>
          </p:cNvSpPr>
          <p:nvPr/>
        </p:nvSpPr>
        <p:spPr>
          <a:xfrm xmlns:a="http://schemas.openxmlformats.org/drawingml/2006/main">
            <a:off x="752475" y="3619500"/>
            <a:ext cx="1752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통화 전사</a:t>
            </a:r>
          </a:p>
        </p:txBody>
      </p:sp>
    </p:spTree>
    <p:extLst>
      <p:ext uri="{BB962C8B-B14F-4D97-AF65-F5344CB8AC3E}">
        <p14:creationId xmlns:p14="http://schemas.microsoft.com/office/powerpoint/2010/main" val="295234451"/>
      </p:ext>
    </p:extLst>
  </p:cSld>
</p:sld>
</file>

<file path=ppt/slides/slide2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B50D4811-CAB5-439D-9CCB-7EFFA9802947}"/>
              </a:ext>
            </a:extLst>
          </p:cNvPr>
          <p:cNvCxnSpPr>
            <a:stCxn xmlns:a="http://schemas.openxmlformats.org/drawingml/2006/main" id="8" idx="3"/>
            <a:endCxn xmlns:a="http://schemas.openxmlformats.org/drawingml/2006/main" id="42" idx="1"/>
          </p:cNvCxnSpPr>
          <p:nvPr/>
        </p:nvCxnSpPr>
        <p:spPr>
          <a:xfrm xmlns:a="http://schemas.openxmlformats.org/drawingml/2006/main">
            <a:off x="6743700" y="3152775"/>
            <a:ext cx="752475" cy="995363"/>
          </a:xfrm>
          <a:prstGeom xmlns:a="http://schemas.openxmlformats.org/drawingml/2006/main" prst="bentConnector3">
            <a:avLst>
              <a:gd name="adj1" fmla="val 50000"/>
            </a:avLst>
          </a:prstGeom>
          <a:ln xmlns:a="http://schemas.openxmlformats.org/drawingml/2006/main" w="16193">
            <a:solidFill>
              <a:srgbClr val="567D89"/>
            </a:solidFill>
            <a:tailEnd type="triangle" w="sm" len="sm"/>
          </a:ln>
        </p:spPr>
      </p:cxnSp>
      <p:cxnSp>
        <p:nvCxnSpPr>
          <p:cNvPr id="39" name="">
            <a:extLst xmlns:a="http://schemas.openxmlformats.org/drawingml/2006/main">
              <a:ext uri="{FF2B5EF4-FFF2-40B4-BE49-F238E27FC236}">
                <a16:creationId xmlns:a16="http://schemas.microsoft.com/office/drawing/2014/main" id="{70E07537-41DC-4AE9-8865-B2418B506CB4}"/>
              </a:ext>
            </a:extLst>
          </p:cNvPr>
          <p:cNvCxnSpPr>
            <a:stCxn xmlns:a="http://schemas.openxmlformats.org/drawingml/2006/main" id="8" idx="3"/>
            <a:endCxn xmlns:a="http://schemas.openxmlformats.org/drawingml/2006/main" id="38" idx="1"/>
          </p:cNvCxnSpPr>
          <p:nvPr/>
        </p:nvCxnSpPr>
        <p:spPr>
          <a:xfrm xmlns:a="http://schemas.openxmlformats.org/drawingml/2006/main" flipV="1">
            <a:off x="6743700" y="3081338"/>
            <a:ext cx="752475" cy="71438"/>
          </a:xfrm>
          <a:prstGeom xmlns:a="http://schemas.openxmlformats.org/drawingml/2006/main" prst="bentConnector3">
            <a:avLst>
              <a:gd name="adj1" fmla="val 50000"/>
            </a:avLst>
          </a:prstGeom>
          <a:ln xmlns:a="http://schemas.openxmlformats.org/drawingml/2006/main" w="16193">
            <a:solidFill>
              <a:srgbClr val="567D89"/>
            </a:solidFill>
            <a:tailEnd type="triangle" w="sm" len="sm"/>
          </a:ln>
        </p:spPr>
      </p:cxnSp>
      <p:cxnSp>
        <p:nvCxnSpPr>
          <p:cNvPr id="35" name="">
            <a:extLst xmlns:a="http://schemas.openxmlformats.org/drawingml/2006/main">
              <a:ext uri="{FF2B5EF4-FFF2-40B4-BE49-F238E27FC236}">
                <a16:creationId xmlns:a16="http://schemas.microsoft.com/office/drawing/2014/main" id="{C36A2384-C6F6-4EA4-8E95-B83FD29A8AFE}"/>
              </a:ext>
            </a:extLst>
          </p:cNvPr>
          <p:cNvCxnSpPr>
            <a:stCxn xmlns:a="http://schemas.openxmlformats.org/drawingml/2006/main" id="8" idx="3"/>
            <a:endCxn xmlns:a="http://schemas.openxmlformats.org/drawingml/2006/main" id="34" idx="1"/>
          </p:cNvCxnSpPr>
          <p:nvPr/>
        </p:nvCxnSpPr>
        <p:spPr>
          <a:xfrm xmlns:a="http://schemas.openxmlformats.org/drawingml/2006/main" flipV="1">
            <a:off x="6743700" y="2014538"/>
            <a:ext cx="752475" cy="1138238"/>
          </a:xfrm>
          <a:prstGeom xmlns:a="http://schemas.openxmlformats.org/drawingml/2006/main" prst="bentConnector3">
            <a:avLst>
              <a:gd name="adj1" fmla="val 50000"/>
            </a:avLst>
          </a:prstGeom>
          <a:ln xmlns:a="http://schemas.openxmlformats.org/drawingml/2006/main" w="16193">
            <a:solidFill>
              <a:srgbClr val="567D89"/>
            </a:solidFill>
            <a:tailEnd type="triangle" w="sm" len="sm"/>
          </a:ln>
        </p:spPr>
      </p:cxnSp>
      <p:cxnSp>
        <p:nvCxnSpPr>
          <p:cNvPr id="10" name="">
            <a:extLst xmlns:a="http://schemas.openxmlformats.org/drawingml/2006/main">
              <a:ext uri="{FF2B5EF4-FFF2-40B4-BE49-F238E27FC236}">
                <a16:creationId xmlns:a16="http://schemas.microsoft.com/office/drawing/2014/main" id="{B510AA75-F1C3-429E-935C-AE9B1275E4B6}"/>
              </a:ext>
            </a:extLst>
          </p:cNvPr>
          <p:cNvCxnSpPr>
            <a:stCxn xmlns:a="http://schemas.openxmlformats.org/drawingml/2006/main" id="7" idx="3"/>
            <a:endCxn xmlns:a="http://schemas.openxmlformats.org/drawingml/2006/main" id="8" idx="1"/>
          </p:cNvCxnSpPr>
          <p:nvPr/>
        </p:nvCxnSpPr>
        <p:spPr>
          <a:xfrm xmlns:a="http://schemas.openxmlformats.org/drawingml/2006/main" flipV="1">
            <a:off x="2352675" y="3152775"/>
            <a:ext cx="342900" cy="476250"/>
          </a:xfrm>
          <a:prstGeom xmlns:a="http://schemas.openxmlformats.org/drawingml/2006/main" prst="bentConnector3">
            <a:avLst>
              <a:gd name="adj1" fmla="val 50000"/>
            </a:avLst>
          </a:prstGeom>
          <a:ln xmlns:a="http://schemas.openxmlformats.org/drawingml/2006/main" w="19050">
            <a:solidFill>
              <a:srgbClr val="567D89"/>
            </a:solidFill>
            <a:tailEnd type="triangle" w="sm" len="sm"/>
          </a:ln>
        </p:spPr>
      </p:cxnSp>
      <p:cxnSp>
        <p:nvCxnSpPr>
          <p:cNvPr id="9" name="">
            <a:extLst xmlns:a="http://schemas.openxmlformats.org/drawingml/2006/main">
              <a:ext uri="{FF2B5EF4-FFF2-40B4-BE49-F238E27FC236}">
                <a16:creationId xmlns:a16="http://schemas.microsoft.com/office/drawing/2014/main" id="{0C4A7D8F-C94B-4506-AEE9-A0276F039D73}"/>
              </a:ext>
            </a:extLst>
          </p:cNvPr>
          <p:cNvCxnSpPr>
            <a:stCxn xmlns:a="http://schemas.openxmlformats.org/drawingml/2006/main" id="6" idx="2"/>
            <a:endCxn xmlns:a="http://schemas.openxmlformats.org/drawingml/2006/main" id="7" idx="0"/>
          </p:cNvCxnSpPr>
          <p:nvPr/>
        </p:nvCxnSpPr>
        <p:spPr>
          <a:xfrm xmlns:a="http://schemas.openxmlformats.org/drawingml/2006/main">
            <a:off x="1519238" y="2781300"/>
            <a:ext cx="0" cy="485775"/>
          </a:xfrm>
          <a:prstGeom xmlns:a="http://schemas.openxmlformats.org/drawingml/2006/main" prst="straightConnector1">
            <a:avLst/>
          </a:prstGeom>
          <a:ln xmlns:a="http://schemas.openxmlformats.org/drawingml/2006/main" w="19050">
            <a:solidFill>
              <a:srgbClr val="567D89"/>
            </a:solidFill>
            <a:tailEnd type="triangle" w="sm" len="sm"/>
          </a:ln>
        </p:spPr>
      </p:cxnSp>
      <p:sp>
        <p:nvSpPr>
          <p:cNvPr id="46" name="CLJS · UIx · 모듈러 모놀리스">
            <a:extLst xmlns:a="http://schemas.openxmlformats.org/drawingml/2006/main">
              <a:ext uri="{FF2B5EF4-FFF2-40B4-BE49-F238E27FC236}">
                <a16:creationId xmlns:a16="http://schemas.microsoft.com/office/drawing/2014/main" id="{4156EE49-9F0A-4EB9-8F62-9E1FA9CF410E}"/>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CLJS · UIx · 모듈러 모놀리스</a:t>
            </a:r>
          </a:p>
        </p:txBody>
      </p:sp>
      <p:sp>
        <p:nvSpPr>
          <p:cNvPr id="2" name="서비스 아키텍처">
            <a:extLst xmlns:a="http://schemas.openxmlformats.org/drawingml/2006/main">
              <a:ext uri="{FF2B5EF4-FFF2-40B4-BE49-F238E27FC236}">
                <a16:creationId xmlns:a16="http://schemas.microsoft.com/office/drawing/2014/main" id="{9222434A-361A-4F0E-96C3-72E75AC09890}"/>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서비스 아키텍처</a:t>
            </a:r>
          </a:p>
        </p:txBody>
      </p:sp>
      <p:sp>
        <p:nvSpPr>
          <p:cNvPr id="3" name="24">
            <a:extLst xmlns:a="http://schemas.openxmlformats.org/drawingml/2006/main">
              <a:ext uri="{FF2B5EF4-FFF2-40B4-BE49-F238E27FC236}">
                <a16:creationId xmlns:a16="http://schemas.microsoft.com/office/drawing/2014/main" id="{A76F5B65-85F1-4BEB-8AC6-DB659F81EE2C}"/>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24</a:t>
            </a:r>
          </a:p>
        </p:txBody>
      </p:sp>
      <p:sp>
        <p:nvSpPr>
          <p:cNvPr id="4" name="">
            <a:extLst xmlns:a="http://schemas.openxmlformats.org/drawingml/2006/main">
              <a:ext uri="{FF2B5EF4-FFF2-40B4-BE49-F238E27FC236}">
                <a16:creationId xmlns:a16="http://schemas.microsoft.com/office/drawing/2014/main" id="{EE01E218-A932-4DEC-A345-65D07A0F8804}"/>
              </a:ext>
            </a:extLst>
          </p:cNvPr>
          <p:cNvSpPr>
            <a:spLocks xmlns:a="http://schemas.openxmlformats.org/drawingml/2006/main" noGrp="1"/>
          </p:cNvSpPr>
          <p:nvPr/>
        </p:nvSpPr>
        <p:spPr>
          <a:xfrm xmlns:a="http://schemas.openxmlformats.org/drawingml/2006/main">
            <a:off x="495300" y="1447800"/>
            <a:ext cx="6496050" cy="3171825"/>
          </a:xfrm>
          <a:prstGeom xmlns:a="http://schemas.openxmlformats.org/drawingml/2006/main" prst="roundRect">
            <a:avLst>
              <a:gd name="adj" fmla="val 2402"/>
            </a:avLst>
          </a:prstGeom>
          <a:noFill xmlns:a="http://schemas.openxmlformats.org/drawingml/2006/main"/>
          <a:ln xmlns:a="http://schemas.openxmlformats.org/drawingml/2006/main" w="14288">
            <a:solidFill>
              <a:srgbClr val="D2DCD6"/>
            </a:solidFill>
          </a:ln>
        </p:spPr>
      </p:sp>
      <p:sp>
        <p:nvSpPr>
          <p:cNvPr id="5" name="Sites">
            <a:extLst xmlns:a="http://schemas.openxmlformats.org/drawingml/2006/main">
              <a:ext uri="{FF2B5EF4-FFF2-40B4-BE49-F238E27FC236}">
                <a16:creationId xmlns:a16="http://schemas.microsoft.com/office/drawing/2014/main" id="{C32C202A-8366-499F-892B-61DDE37D4D65}"/>
              </a:ext>
            </a:extLst>
          </p:cNvPr>
          <p:cNvSpPr>
            <a:spLocks xmlns:a="http://schemas.openxmlformats.org/drawingml/2006/main" noGrp="1"/>
          </p:cNvSpPr>
          <p:nvPr/>
        </p:nvSpPr>
        <p:spPr>
          <a:xfrm xmlns:a="http://schemas.openxmlformats.org/drawingml/2006/main">
            <a:off x="666750" y="157162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3E35"/>
                </a:solidFill>
                <a:latin typeface="Pretendard"/>
                <a:ea typeface="Pretendard"/>
                <a:cs typeface="Pretendard"/>
              </a:defRPr>
            </a:defPPr>
          </a:lstStyle>
          <a:p xmlns:a="http://schemas.openxmlformats.org/drawingml/2006/main">
            <a:pPr algn="l">
              <a:defRPr sz="1950" b="1">
                <a:solidFill>
                  <a:srgbClr val="183E35"/>
                </a:solidFill>
                <a:latin typeface="Pretendard"/>
                <a:ea typeface="Pretendard"/>
                <a:cs typeface="Pretendard"/>
              </a:defRPr>
            </a:pPr>
            <a:r>
              <a:rPr sz="1950" b="1">
                <a:solidFill>
                  <a:srgbClr val="183E35"/>
                </a:solidFill>
                <a:latin typeface="Pretendard"/>
                <a:ea typeface="Pretendard"/>
                <a:cs typeface="Pretendard"/>
              </a:rPr>
              <a:t>Sites</a:t>
            </a:r>
          </a:p>
        </p:txBody>
      </p:sp>
      <p:sp>
        <p:nvSpPr>
          <p:cNvPr id="6" name="">
            <a:extLst xmlns:a="http://schemas.openxmlformats.org/drawingml/2006/main">
              <a:ext uri="{FF2B5EF4-FFF2-40B4-BE49-F238E27FC236}">
                <a16:creationId xmlns:a16="http://schemas.microsoft.com/office/drawing/2014/main" id="{23E45F84-CF06-426E-94B2-46694DE70611}"/>
              </a:ext>
            </a:extLst>
          </p:cNvPr>
          <p:cNvSpPr>
            <a:spLocks xmlns:a="http://schemas.openxmlformats.org/drawingml/2006/main" noGrp="1"/>
          </p:cNvSpPr>
          <p:nvPr/>
        </p:nvSpPr>
        <p:spPr>
          <a:xfrm xmlns:a="http://schemas.openxmlformats.org/drawingml/2006/main">
            <a:off x="685800" y="2057400"/>
            <a:ext cx="1666875" cy="7239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F1F458-588B-4214-8171-CC8008A7525B}"/>
              </a:ext>
            </a:extLst>
          </p:cNvPr>
          <p:cNvSpPr>
            <a:spLocks xmlns:a="http://schemas.openxmlformats.org/drawingml/2006/main" noGrp="1"/>
          </p:cNvSpPr>
          <p:nvPr/>
        </p:nvSpPr>
        <p:spPr>
          <a:xfrm xmlns:a="http://schemas.openxmlformats.org/drawingml/2006/main">
            <a:off x="685800" y="3267075"/>
            <a:ext cx="1666875" cy="7239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EA7ACD-8CA1-449B-A81A-003BF369E89F}"/>
              </a:ext>
            </a:extLst>
          </p:cNvPr>
          <p:cNvSpPr>
            <a:spLocks xmlns:a="http://schemas.openxmlformats.org/drawingml/2006/main" noGrp="1"/>
          </p:cNvSpPr>
          <p:nvPr/>
        </p:nvSpPr>
        <p:spPr>
          <a:xfrm xmlns:a="http://schemas.openxmlformats.org/drawingml/2006/main">
            <a:off x="2695575" y="1943100"/>
            <a:ext cx="4048125"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11" name="웹 앱">
            <a:extLst xmlns:a="http://schemas.openxmlformats.org/drawingml/2006/main">
              <a:ext uri="{FF2B5EF4-FFF2-40B4-BE49-F238E27FC236}">
                <a16:creationId xmlns:a16="http://schemas.microsoft.com/office/drawing/2014/main" id="{CFEE6527-8638-46EE-AA6A-33753A008C11}"/>
              </a:ext>
            </a:extLst>
          </p:cNvPr>
          <p:cNvSpPr>
            <a:spLocks xmlns:a="http://schemas.openxmlformats.org/drawingml/2006/main" noGrp="1"/>
          </p:cNvSpPr>
          <p:nvPr/>
        </p:nvSpPr>
        <p:spPr>
          <a:xfrm xmlns:a="http://schemas.openxmlformats.org/drawingml/2006/main">
            <a:off x="838200" y="2152650"/>
            <a:ext cx="133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웹 앱</a:t>
            </a:r>
          </a:p>
        </p:txBody>
      </p:sp>
      <p:sp>
        <p:nvSpPr>
          <p:cNvPr id="12" name="CLJS · UIx">
            <a:extLst xmlns:a="http://schemas.openxmlformats.org/drawingml/2006/main">
              <a:ext uri="{FF2B5EF4-FFF2-40B4-BE49-F238E27FC236}">
                <a16:creationId xmlns:a16="http://schemas.microsoft.com/office/drawing/2014/main" id="{4A040697-B08A-4EBC-94DC-C273846CEF7D}"/>
              </a:ext>
            </a:extLst>
          </p:cNvPr>
          <p:cNvSpPr>
            <a:spLocks xmlns:a="http://schemas.openxmlformats.org/drawingml/2006/main" noGrp="1"/>
          </p:cNvSpPr>
          <p:nvPr/>
        </p:nvSpPr>
        <p:spPr>
          <a:xfrm xmlns:a="http://schemas.openxmlformats.org/drawingml/2006/main">
            <a:off x="838200" y="2533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a:solidFill>
                  <a:srgbClr val="567D89"/>
                </a:solidFill>
                <a:latin typeface="Pretendard"/>
                <a:ea typeface="Pretendard"/>
                <a:cs typeface="Pretendard"/>
              </a:defRPr>
            </a:defPPr>
          </a:lstStyle>
          <a:p xmlns:a="http://schemas.openxmlformats.org/drawingml/2006/main">
            <a:pPr algn="ctr">
              <a:defRPr sz="1200">
                <a:solidFill>
                  <a:srgbClr val="567D89"/>
                </a:solidFill>
                <a:latin typeface="Pretendard"/>
                <a:ea typeface="Pretendard"/>
                <a:cs typeface="Pretendard"/>
              </a:defRPr>
            </a:pPr>
            <a:r>
              <a:rPr sz="1200">
                <a:solidFill>
                  <a:srgbClr val="567D89"/>
                </a:solidFill>
                <a:latin typeface="Pretendard"/>
                <a:ea typeface="Pretendard"/>
                <a:cs typeface="Pretendard"/>
              </a:rPr>
              <a:t>CLJS · UIx</a:t>
            </a:r>
          </a:p>
        </p:txBody>
      </p:sp>
      <p:sp>
        <p:nvSpPr>
          <p:cNvPr id="13" name="서버 API">
            <a:extLst xmlns:a="http://schemas.openxmlformats.org/drawingml/2006/main">
              <a:ext uri="{FF2B5EF4-FFF2-40B4-BE49-F238E27FC236}">
                <a16:creationId xmlns:a16="http://schemas.microsoft.com/office/drawing/2014/main" id="{3A3E7D99-A891-4169-B8F4-866E5E829FE9}"/>
              </a:ext>
            </a:extLst>
          </p:cNvPr>
          <p:cNvSpPr>
            <a:spLocks xmlns:a="http://schemas.openxmlformats.org/drawingml/2006/main" noGrp="1"/>
          </p:cNvSpPr>
          <p:nvPr/>
        </p:nvSpPr>
        <p:spPr>
          <a:xfrm xmlns:a="http://schemas.openxmlformats.org/drawingml/2006/main">
            <a:off x="800100" y="3362325"/>
            <a:ext cx="143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서버 API</a:t>
            </a:r>
          </a:p>
        </p:txBody>
      </p:sp>
      <p:sp>
        <p:nvSpPr>
          <p:cNvPr id="14" name="요청 · 권한 · 버전">
            <a:extLst xmlns:a="http://schemas.openxmlformats.org/drawingml/2006/main">
              <a:ext uri="{FF2B5EF4-FFF2-40B4-BE49-F238E27FC236}">
                <a16:creationId xmlns:a16="http://schemas.microsoft.com/office/drawing/2014/main" id="{6C16DBFC-8053-4084-B57B-990437DAA3D7}"/>
              </a:ext>
            </a:extLst>
          </p:cNvPr>
          <p:cNvSpPr>
            <a:spLocks xmlns:a="http://schemas.openxmlformats.org/drawingml/2006/main" noGrp="1"/>
          </p:cNvSpPr>
          <p:nvPr/>
        </p:nvSpPr>
        <p:spPr>
          <a:xfrm xmlns:a="http://schemas.openxmlformats.org/drawingml/2006/main">
            <a:off x="752475" y="3752850"/>
            <a:ext cx="1533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163">
                <a:solidFill>
                  <a:srgbClr val="567D89"/>
                </a:solidFill>
                <a:latin typeface="Pretendard"/>
                <a:ea typeface="Pretendard"/>
                <a:cs typeface="Pretendard"/>
              </a:defRPr>
            </a:defPPr>
          </a:lstStyle>
          <a:p xmlns:a="http://schemas.openxmlformats.org/drawingml/2006/main">
            <a:pPr algn="ctr">
              <a:defRPr sz="1163">
                <a:solidFill>
                  <a:srgbClr val="567D89"/>
                </a:solidFill>
                <a:latin typeface="Pretendard"/>
                <a:ea typeface="Pretendard"/>
                <a:cs typeface="Pretendard"/>
              </a:defRPr>
            </a:pPr>
            <a:r>
              <a:rPr sz="1163">
                <a:solidFill>
                  <a:srgbClr val="567D89"/>
                </a:solidFill>
                <a:latin typeface="Pretendard"/>
                <a:ea typeface="Pretendard"/>
                <a:cs typeface="Pretendard"/>
              </a:rPr>
              <a:t>요청 · 권한 · 버전</a:t>
            </a:r>
          </a:p>
        </p:txBody>
      </p:sp>
      <p:sp>
        <p:nvSpPr>
          <p:cNvPr id="15" name="도메인 모듈">
            <a:extLst xmlns:a="http://schemas.openxmlformats.org/drawingml/2006/main">
              <a:ext uri="{FF2B5EF4-FFF2-40B4-BE49-F238E27FC236}">
                <a16:creationId xmlns:a16="http://schemas.microsoft.com/office/drawing/2014/main" id="{EF581741-F733-4646-B6AA-2E86BD5668C9}"/>
              </a:ext>
            </a:extLst>
          </p:cNvPr>
          <p:cNvSpPr>
            <a:spLocks xmlns:a="http://schemas.openxmlformats.org/drawingml/2006/main" noGrp="1"/>
          </p:cNvSpPr>
          <p:nvPr/>
        </p:nvSpPr>
        <p:spPr>
          <a:xfrm xmlns:a="http://schemas.openxmlformats.org/drawingml/2006/main">
            <a:off x="2867025" y="2047875"/>
            <a:ext cx="3667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83E35"/>
                </a:solidFill>
                <a:latin typeface="Pretendard"/>
                <a:ea typeface="Pretendard"/>
                <a:cs typeface="Pretendard"/>
              </a:defRPr>
            </a:defPPr>
          </a:lstStyle>
          <a:p xmlns:a="http://schemas.openxmlformats.org/drawingml/2006/main">
            <a:pPr algn="l">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도메인 모듈</a:t>
            </a:r>
          </a:p>
        </p:txBody>
      </p:sp>
      <p:sp>
        <p:nvSpPr>
          <p:cNvPr id="16" name="">
            <a:extLst xmlns:a="http://schemas.openxmlformats.org/drawingml/2006/main">
              <a:ext uri="{FF2B5EF4-FFF2-40B4-BE49-F238E27FC236}">
                <a16:creationId xmlns:a16="http://schemas.microsoft.com/office/drawing/2014/main" id="{3870C584-A86F-4B6B-AB7A-82739CBBE608}"/>
              </a:ext>
            </a:extLst>
          </p:cNvPr>
          <p:cNvSpPr>
            <a:spLocks xmlns:a="http://schemas.openxmlformats.org/drawingml/2006/main" noGrp="1"/>
          </p:cNvSpPr>
          <p:nvPr/>
        </p:nvSpPr>
        <p:spPr>
          <a:xfrm xmlns:a="http://schemas.openxmlformats.org/drawingml/2006/main">
            <a:off x="2847975" y="244792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17" name="조직·명부">
            <a:extLst xmlns:a="http://schemas.openxmlformats.org/drawingml/2006/main">
              <a:ext uri="{FF2B5EF4-FFF2-40B4-BE49-F238E27FC236}">
                <a16:creationId xmlns:a16="http://schemas.microsoft.com/office/drawing/2014/main" id="{23FCCDB1-0A44-420F-88CF-07FFB3A95554}"/>
              </a:ext>
            </a:extLst>
          </p:cNvPr>
          <p:cNvSpPr>
            <a:spLocks xmlns:a="http://schemas.openxmlformats.org/drawingml/2006/main" noGrp="1"/>
          </p:cNvSpPr>
          <p:nvPr/>
        </p:nvSpPr>
        <p:spPr>
          <a:xfrm xmlns:a="http://schemas.openxmlformats.org/drawingml/2006/main">
            <a:off x="2876550" y="256222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조직·명부</a:t>
            </a:r>
          </a:p>
        </p:txBody>
      </p:sp>
      <p:sp>
        <p:nvSpPr>
          <p:cNvPr id="18" name="">
            <a:extLst xmlns:a="http://schemas.openxmlformats.org/drawingml/2006/main">
              <a:ext uri="{FF2B5EF4-FFF2-40B4-BE49-F238E27FC236}">
                <a16:creationId xmlns:a16="http://schemas.microsoft.com/office/drawing/2014/main" id="{68339EE7-E935-4E37-9C4C-2966559D4721}"/>
              </a:ext>
            </a:extLst>
          </p:cNvPr>
          <p:cNvSpPr>
            <a:spLocks xmlns:a="http://schemas.openxmlformats.org/drawingml/2006/main" noGrp="1"/>
          </p:cNvSpPr>
          <p:nvPr/>
        </p:nvSpPr>
        <p:spPr>
          <a:xfrm xmlns:a="http://schemas.openxmlformats.org/drawingml/2006/main">
            <a:off x="4133850" y="244792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19" name="재산·등기">
            <a:extLst xmlns:a="http://schemas.openxmlformats.org/drawingml/2006/main">
              <a:ext uri="{FF2B5EF4-FFF2-40B4-BE49-F238E27FC236}">
                <a16:creationId xmlns:a16="http://schemas.microsoft.com/office/drawing/2014/main" id="{D3690694-6830-42A7-ABB1-F4F14669E763}"/>
              </a:ext>
            </a:extLst>
          </p:cNvPr>
          <p:cNvSpPr>
            <a:spLocks xmlns:a="http://schemas.openxmlformats.org/drawingml/2006/main" noGrp="1"/>
          </p:cNvSpPr>
          <p:nvPr/>
        </p:nvSpPr>
        <p:spPr>
          <a:xfrm xmlns:a="http://schemas.openxmlformats.org/drawingml/2006/main">
            <a:off x="4162425" y="256222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재산·등기</a:t>
            </a:r>
          </a:p>
        </p:txBody>
      </p:sp>
      <p:sp>
        <p:nvSpPr>
          <p:cNvPr id="20" name="">
            <a:extLst xmlns:a="http://schemas.openxmlformats.org/drawingml/2006/main">
              <a:ext uri="{FF2B5EF4-FFF2-40B4-BE49-F238E27FC236}">
                <a16:creationId xmlns:a16="http://schemas.microsoft.com/office/drawing/2014/main" id="{8E248930-521E-4C55-AB5B-B7295A4F0FC0}"/>
              </a:ext>
            </a:extLst>
          </p:cNvPr>
          <p:cNvSpPr>
            <a:spLocks xmlns:a="http://schemas.openxmlformats.org/drawingml/2006/main" noGrp="1"/>
          </p:cNvSpPr>
          <p:nvPr/>
        </p:nvSpPr>
        <p:spPr>
          <a:xfrm xmlns:a="http://schemas.openxmlformats.org/drawingml/2006/main">
            <a:off x="5419725" y="244792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1" name="회계">
            <a:extLst xmlns:a="http://schemas.openxmlformats.org/drawingml/2006/main">
              <a:ext uri="{FF2B5EF4-FFF2-40B4-BE49-F238E27FC236}">
                <a16:creationId xmlns:a16="http://schemas.microsoft.com/office/drawing/2014/main" id="{DF3D4105-77E4-4FB7-83E0-E12E18267639}"/>
              </a:ext>
            </a:extLst>
          </p:cNvPr>
          <p:cNvSpPr>
            <a:spLocks xmlns:a="http://schemas.openxmlformats.org/drawingml/2006/main" noGrp="1"/>
          </p:cNvSpPr>
          <p:nvPr/>
        </p:nvSpPr>
        <p:spPr>
          <a:xfrm xmlns:a="http://schemas.openxmlformats.org/drawingml/2006/main">
            <a:off x="5448300" y="256222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회계</a:t>
            </a:r>
          </a:p>
        </p:txBody>
      </p:sp>
      <p:sp>
        <p:nvSpPr>
          <p:cNvPr id="22" name="">
            <a:extLst xmlns:a="http://schemas.openxmlformats.org/drawingml/2006/main">
              <a:ext uri="{FF2B5EF4-FFF2-40B4-BE49-F238E27FC236}">
                <a16:creationId xmlns:a16="http://schemas.microsoft.com/office/drawing/2014/main" id="{045620B5-328F-4117-96B2-44C2C6A8FD82}"/>
              </a:ext>
            </a:extLst>
          </p:cNvPr>
          <p:cNvSpPr>
            <a:spLocks xmlns:a="http://schemas.openxmlformats.org/drawingml/2006/main" noGrp="1"/>
          </p:cNvSpPr>
          <p:nvPr/>
        </p:nvSpPr>
        <p:spPr>
          <a:xfrm xmlns:a="http://schemas.openxmlformats.org/drawingml/2006/main">
            <a:off x="2847975" y="3028950"/>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3" name="회의·동의">
            <a:extLst xmlns:a="http://schemas.openxmlformats.org/drawingml/2006/main">
              <a:ext uri="{FF2B5EF4-FFF2-40B4-BE49-F238E27FC236}">
                <a16:creationId xmlns:a16="http://schemas.microsoft.com/office/drawing/2014/main" id="{AFCC1C0B-3C22-4502-825B-901CD410F0ED}"/>
              </a:ext>
            </a:extLst>
          </p:cNvPr>
          <p:cNvSpPr>
            <a:spLocks xmlns:a="http://schemas.openxmlformats.org/drawingml/2006/main" noGrp="1"/>
          </p:cNvSpPr>
          <p:nvPr/>
        </p:nvSpPr>
        <p:spPr>
          <a:xfrm xmlns:a="http://schemas.openxmlformats.org/drawingml/2006/main">
            <a:off x="2876550" y="31432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회의·동의</a:t>
            </a:r>
          </a:p>
        </p:txBody>
      </p:sp>
      <p:sp>
        <p:nvSpPr>
          <p:cNvPr id="24" name="">
            <a:extLst xmlns:a="http://schemas.openxmlformats.org/drawingml/2006/main">
              <a:ext uri="{FF2B5EF4-FFF2-40B4-BE49-F238E27FC236}">
                <a16:creationId xmlns:a16="http://schemas.microsoft.com/office/drawing/2014/main" id="{2159C2E1-62D6-4C46-A2DB-F2067506EA15}"/>
              </a:ext>
            </a:extLst>
          </p:cNvPr>
          <p:cNvSpPr>
            <a:spLocks xmlns:a="http://schemas.openxmlformats.org/drawingml/2006/main" noGrp="1"/>
          </p:cNvSpPr>
          <p:nvPr/>
        </p:nvSpPr>
        <p:spPr>
          <a:xfrm xmlns:a="http://schemas.openxmlformats.org/drawingml/2006/main">
            <a:off x="4133850" y="3028950"/>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5" name="문서·버전">
            <a:extLst xmlns:a="http://schemas.openxmlformats.org/drawingml/2006/main">
              <a:ext uri="{FF2B5EF4-FFF2-40B4-BE49-F238E27FC236}">
                <a16:creationId xmlns:a16="http://schemas.microsoft.com/office/drawing/2014/main" id="{2F1A3886-F83D-42C9-811A-4340A6CE3589}"/>
              </a:ext>
            </a:extLst>
          </p:cNvPr>
          <p:cNvSpPr>
            <a:spLocks xmlns:a="http://schemas.openxmlformats.org/drawingml/2006/main" noGrp="1"/>
          </p:cNvSpPr>
          <p:nvPr/>
        </p:nvSpPr>
        <p:spPr>
          <a:xfrm xmlns:a="http://schemas.openxmlformats.org/drawingml/2006/main">
            <a:off x="4162425" y="31432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문서·버전</a:t>
            </a:r>
          </a:p>
        </p:txBody>
      </p:sp>
      <p:sp>
        <p:nvSpPr>
          <p:cNvPr id="26" name="">
            <a:extLst xmlns:a="http://schemas.openxmlformats.org/drawingml/2006/main">
              <a:ext uri="{FF2B5EF4-FFF2-40B4-BE49-F238E27FC236}">
                <a16:creationId xmlns:a16="http://schemas.microsoft.com/office/drawing/2014/main" id="{22CF3188-D1F1-4570-8488-5D4F48CF5B55}"/>
              </a:ext>
            </a:extLst>
          </p:cNvPr>
          <p:cNvSpPr>
            <a:spLocks xmlns:a="http://schemas.openxmlformats.org/drawingml/2006/main" noGrp="1"/>
          </p:cNvSpPr>
          <p:nvPr/>
        </p:nvSpPr>
        <p:spPr>
          <a:xfrm xmlns:a="http://schemas.openxmlformats.org/drawingml/2006/main">
            <a:off x="5419725" y="3028950"/>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7" name="법률·전문가">
            <a:extLst xmlns:a="http://schemas.openxmlformats.org/drawingml/2006/main">
              <a:ext uri="{FF2B5EF4-FFF2-40B4-BE49-F238E27FC236}">
                <a16:creationId xmlns:a16="http://schemas.microsoft.com/office/drawing/2014/main" id="{CA3B01E8-D1DA-43C6-BEAA-032AA2092D25}"/>
              </a:ext>
            </a:extLst>
          </p:cNvPr>
          <p:cNvSpPr>
            <a:spLocks xmlns:a="http://schemas.openxmlformats.org/drawingml/2006/main" noGrp="1"/>
          </p:cNvSpPr>
          <p:nvPr/>
        </p:nvSpPr>
        <p:spPr>
          <a:xfrm xmlns:a="http://schemas.openxmlformats.org/drawingml/2006/main">
            <a:off x="5448300" y="31432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법률·전문가</a:t>
            </a:r>
          </a:p>
        </p:txBody>
      </p:sp>
      <p:sp>
        <p:nvSpPr>
          <p:cNvPr id="28" name="">
            <a:extLst xmlns:a="http://schemas.openxmlformats.org/drawingml/2006/main">
              <a:ext uri="{FF2B5EF4-FFF2-40B4-BE49-F238E27FC236}">
                <a16:creationId xmlns:a16="http://schemas.microsoft.com/office/drawing/2014/main" id="{95B69336-A161-45F9-BAFB-EAAEA57902EE}"/>
              </a:ext>
            </a:extLst>
          </p:cNvPr>
          <p:cNvSpPr>
            <a:spLocks xmlns:a="http://schemas.openxmlformats.org/drawingml/2006/main" noGrp="1"/>
          </p:cNvSpPr>
          <p:nvPr/>
        </p:nvSpPr>
        <p:spPr>
          <a:xfrm xmlns:a="http://schemas.openxmlformats.org/drawingml/2006/main">
            <a:off x="2847975" y="360997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9" name="AI 작업">
            <a:extLst xmlns:a="http://schemas.openxmlformats.org/drawingml/2006/main">
              <a:ext uri="{FF2B5EF4-FFF2-40B4-BE49-F238E27FC236}">
                <a16:creationId xmlns:a16="http://schemas.microsoft.com/office/drawing/2014/main" id="{ADE2B797-72CA-41B8-BA08-35BC76B5F2FE}"/>
              </a:ext>
            </a:extLst>
          </p:cNvPr>
          <p:cNvSpPr>
            <a:spLocks xmlns:a="http://schemas.openxmlformats.org/drawingml/2006/main" noGrp="1"/>
          </p:cNvSpPr>
          <p:nvPr/>
        </p:nvSpPr>
        <p:spPr>
          <a:xfrm xmlns:a="http://schemas.openxmlformats.org/drawingml/2006/main">
            <a:off x="2876550" y="372427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AI 작업</a:t>
            </a:r>
          </a:p>
        </p:txBody>
      </p:sp>
      <p:sp>
        <p:nvSpPr>
          <p:cNvPr id="30" name="">
            <a:extLst xmlns:a="http://schemas.openxmlformats.org/drawingml/2006/main">
              <a:ext uri="{FF2B5EF4-FFF2-40B4-BE49-F238E27FC236}">
                <a16:creationId xmlns:a16="http://schemas.microsoft.com/office/drawing/2014/main" id="{5D401193-31D2-4094-9086-9BA6C1122471}"/>
              </a:ext>
            </a:extLst>
          </p:cNvPr>
          <p:cNvSpPr>
            <a:spLocks xmlns:a="http://schemas.openxmlformats.org/drawingml/2006/main" noGrp="1"/>
          </p:cNvSpPr>
          <p:nvPr/>
        </p:nvSpPr>
        <p:spPr>
          <a:xfrm xmlns:a="http://schemas.openxmlformats.org/drawingml/2006/main">
            <a:off x="4133850" y="360997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31" name="변경·알림">
            <a:extLst xmlns:a="http://schemas.openxmlformats.org/drawingml/2006/main">
              <a:ext uri="{FF2B5EF4-FFF2-40B4-BE49-F238E27FC236}">
                <a16:creationId xmlns:a16="http://schemas.microsoft.com/office/drawing/2014/main" id="{7D0DFC55-B1CB-48D4-80A5-FA671C139599}"/>
              </a:ext>
            </a:extLst>
          </p:cNvPr>
          <p:cNvSpPr>
            <a:spLocks xmlns:a="http://schemas.openxmlformats.org/drawingml/2006/main" noGrp="1"/>
          </p:cNvSpPr>
          <p:nvPr/>
        </p:nvSpPr>
        <p:spPr>
          <a:xfrm xmlns:a="http://schemas.openxmlformats.org/drawingml/2006/main">
            <a:off x="4162425" y="372427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변경·알림</a:t>
            </a:r>
          </a:p>
        </p:txBody>
      </p:sp>
      <p:sp>
        <p:nvSpPr>
          <p:cNvPr id="32" name="">
            <a:extLst xmlns:a="http://schemas.openxmlformats.org/drawingml/2006/main">
              <a:ext uri="{FF2B5EF4-FFF2-40B4-BE49-F238E27FC236}">
                <a16:creationId xmlns:a16="http://schemas.microsoft.com/office/drawing/2014/main" id="{9A33BB76-6571-452A-85C2-30960CC272AC}"/>
              </a:ext>
            </a:extLst>
          </p:cNvPr>
          <p:cNvSpPr>
            <a:spLocks xmlns:a="http://schemas.openxmlformats.org/drawingml/2006/main" noGrp="1"/>
          </p:cNvSpPr>
          <p:nvPr/>
        </p:nvSpPr>
        <p:spPr>
          <a:xfrm xmlns:a="http://schemas.openxmlformats.org/drawingml/2006/main">
            <a:off x="5419725" y="360997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33" name="자원 정리">
            <a:extLst xmlns:a="http://schemas.openxmlformats.org/drawingml/2006/main">
              <a:ext uri="{FF2B5EF4-FFF2-40B4-BE49-F238E27FC236}">
                <a16:creationId xmlns:a16="http://schemas.microsoft.com/office/drawing/2014/main" id="{0DDD4523-E392-4C3A-A865-49720A06227C}"/>
              </a:ext>
            </a:extLst>
          </p:cNvPr>
          <p:cNvSpPr>
            <a:spLocks xmlns:a="http://schemas.openxmlformats.org/drawingml/2006/main" noGrp="1"/>
          </p:cNvSpPr>
          <p:nvPr/>
        </p:nvSpPr>
        <p:spPr>
          <a:xfrm xmlns:a="http://schemas.openxmlformats.org/drawingml/2006/main">
            <a:off x="5448300" y="372427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자원 정리</a:t>
            </a:r>
          </a:p>
        </p:txBody>
      </p:sp>
      <p:sp>
        <p:nvSpPr>
          <p:cNvPr id="34" name="">
            <a:extLst xmlns:a="http://schemas.openxmlformats.org/drawingml/2006/main">
              <a:ext uri="{FF2B5EF4-FFF2-40B4-BE49-F238E27FC236}">
                <a16:creationId xmlns:a16="http://schemas.microsoft.com/office/drawing/2014/main" id="{53275EB7-4110-405B-97C6-123F4FD12CB0}"/>
              </a:ext>
            </a:extLst>
          </p:cNvPr>
          <p:cNvSpPr>
            <a:spLocks xmlns:a="http://schemas.openxmlformats.org/drawingml/2006/main" noGrp="1"/>
          </p:cNvSpPr>
          <p:nvPr/>
        </p:nvSpPr>
        <p:spPr>
          <a:xfrm xmlns:a="http://schemas.openxmlformats.org/drawingml/2006/main">
            <a:off x="7496175" y="1638300"/>
            <a:ext cx="1152525" cy="752475"/>
          </a:xfrm>
          <a:prstGeom xmlns:a="http://schemas.openxmlformats.org/drawingml/2006/main" prst="rect">
            <a:avLst/>
          </a:prstGeom>
          <a:solidFill xmlns:a="http://schemas.openxmlformats.org/drawingml/2006/main">
            <a:srgbClr val="173F49"/>
          </a:solidFill>
          <a:ln xmlns:a="http://schemas.openxmlformats.org/drawingml/2006/main" w="0">
            <a:noFill/>
          </a:ln>
        </p:spPr>
      </p:sp>
      <p:sp>
        <p:nvSpPr>
          <p:cNvPr id="36" name="OpenAI">
            <a:extLst xmlns:a="http://schemas.openxmlformats.org/drawingml/2006/main">
              <a:ext uri="{FF2B5EF4-FFF2-40B4-BE49-F238E27FC236}">
                <a16:creationId xmlns:a16="http://schemas.microsoft.com/office/drawing/2014/main" id="{0A6F650D-B3FC-4CB1-9435-0DE3A16F6015}"/>
              </a:ext>
            </a:extLst>
          </p:cNvPr>
          <p:cNvSpPr>
            <a:spLocks xmlns:a="http://schemas.openxmlformats.org/drawingml/2006/main" noGrp="1"/>
          </p:cNvSpPr>
          <p:nvPr/>
        </p:nvSpPr>
        <p:spPr>
          <a:xfrm xmlns:a="http://schemas.openxmlformats.org/drawingml/2006/main">
            <a:off x="7543800" y="1743075"/>
            <a:ext cx="1057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F5F2E9"/>
                </a:solidFill>
                <a:latin typeface="Pretendard"/>
                <a:ea typeface="Pretendard"/>
                <a:cs typeface="Pretendard"/>
              </a:defRPr>
            </a:defPPr>
          </a:lstStyle>
          <a:p xmlns:a="http://schemas.openxmlformats.org/drawingml/2006/main">
            <a:pPr algn="ctr">
              <a:defRPr sz="1875" b="1">
                <a:solidFill>
                  <a:srgbClr val="F5F2E9"/>
                </a:solidFill>
                <a:latin typeface="Pretendard"/>
                <a:ea typeface="Pretendard"/>
                <a:cs typeface="Pretendard"/>
              </a:defRPr>
            </a:pPr>
            <a:r>
              <a:rPr sz="1875" b="1">
                <a:solidFill>
                  <a:srgbClr val="F5F2E9"/>
                </a:solidFill>
                <a:latin typeface="Pretendard"/>
                <a:ea typeface="Pretendard"/>
                <a:cs typeface="Pretendard"/>
              </a:rPr>
              <a:t>OpenAI</a:t>
            </a:r>
          </a:p>
        </p:txBody>
      </p:sp>
      <p:sp>
        <p:nvSpPr>
          <p:cNvPr id="37" name="모델 · 검색">
            <a:extLst xmlns:a="http://schemas.openxmlformats.org/drawingml/2006/main">
              <a:ext uri="{FF2B5EF4-FFF2-40B4-BE49-F238E27FC236}">
                <a16:creationId xmlns:a16="http://schemas.microsoft.com/office/drawing/2014/main" id="{D94876CF-D3A1-44A5-84AD-45F3E6C8DB38}"/>
              </a:ext>
            </a:extLst>
          </p:cNvPr>
          <p:cNvSpPr>
            <a:spLocks xmlns:a="http://schemas.openxmlformats.org/drawingml/2006/main" noGrp="1"/>
          </p:cNvSpPr>
          <p:nvPr/>
        </p:nvSpPr>
        <p:spPr>
          <a:xfrm xmlns:a="http://schemas.openxmlformats.org/drawingml/2006/main">
            <a:off x="7543800" y="2124075"/>
            <a:ext cx="1057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a:solidFill>
                  <a:srgbClr val="BDCFCA"/>
                </a:solidFill>
                <a:latin typeface="Pretendard"/>
                <a:ea typeface="Pretendard"/>
                <a:cs typeface="Pretendard"/>
              </a:defRPr>
            </a:defPPr>
          </a:lstStyle>
          <a:p xmlns:a="http://schemas.openxmlformats.org/drawingml/2006/main">
            <a:pPr algn="ctr">
              <a:defRPr sz="1200">
                <a:solidFill>
                  <a:srgbClr val="BDCFCA"/>
                </a:solidFill>
                <a:latin typeface="Pretendard"/>
                <a:ea typeface="Pretendard"/>
                <a:cs typeface="Pretendard"/>
              </a:defRPr>
            </a:pPr>
            <a:r>
              <a:rPr sz="1200">
                <a:solidFill>
                  <a:srgbClr val="BDCFCA"/>
                </a:solidFill>
                <a:latin typeface="Pretendard"/>
                <a:ea typeface="Pretendard"/>
                <a:cs typeface="Pretendard"/>
              </a:rPr>
              <a:t>모델 · 검색</a:t>
            </a:r>
          </a:p>
        </p:txBody>
      </p:sp>
      <p:sp>
        <p:nvSpPr>
          <p:cNvPr id="38" name="">
            <a:extLst xmlns:a="http://schemas.openxmlformats.org/drawingml/2006/main">
              <a:ext uri="{FF2B5EF4-FFF2-40B4-BE49-F238E27FC236}">
                <a16:creationId xmlns:a16="http://schemas.microsoft.com/office/drawing/2014/main" id="{5548F76F-E956-4A1E-BED8-7FCDBB909F9A}"/>
              </a:ext>
            </a:extLst>
          </p:cNvPr>
          <p:cNvSpPr>
            <a:spLocks xmlns:a="http://schemas.openxmlformats.org/drawingml/2006/main" noGrp="1"/>
          </p:cNvSpPr>
          <p:nvPr/>
        </p:nvSpPr>
        <p:spPr>
          <a:xfrm xmlns:a="http://schemas.openxmlformats.org/drawingml/2006/main">
            <a:off x="7496175" y="2705100"/>
            <a:ext cx="1152525" cy="752475"/>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40" name="D1">
            <a:extLst xmlns:a="http://schemas.openxmlformats.org/drawingml/2006/main">
              <a:ext uri="{FF2B5EF4-FFF2-40B4-BE49-F238E27FC236}">
                <a16:creationId xmlns:a16="http://schemas.microsoft.com/office/drawing/2014/main" id="{EF71B705-6068-4082-9422-3B80AEB24253}"/>
              </a:ext>
            </a:extLst>
          </p:cNvPr>
          <p:cNvSpPr>
            <a:spLocks xmlns:a="http://schemas.openxmlformats.org/drawingml/2006/main" noGrp="1"/>
          </p:cNvSpPr>
          <p:nvPr/>
        </p:nvSpPr>
        <p:spPr>
          <a:xfrm xmlns:a="http://schemas.openxmlformats.org/drawingml/2006/main">
            <a:off x="7543800" y="2809875"/>
            <a:ext cx="1057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183E35"/>
                </a:solidFill>
                <a:latin typeface="Pretendard"/>
                <a:ea typeface="Pretendard"/>
                <a:cs typeface="Pretendard"/>
              </a:defRPr>
            </a:defPPr>
          </a:lstStyle>
          <a:p xmlns:a="http://schemas.openxmlformats.org/drawingml/2006/main">
            <a:pPr algn="ctr">
              <a:defRPr sz="1875" b="1">
                <a:solidFill>
                  <a:srgbClr val="183E35"/>
                </a:solidFill>
                <a:latin typeface="Pretendard"/>
                <a:ea typeface="Pretendard"/>
                <a:cs typeface="Pretendard"/>
              </a:defRPr>
            </a:pPr>
            <a:r>
              <a:rPr sz="1875" b="1">
                <a:solidFill>
                  <a:srgbClr val="183E35"/>
                </a:solidFill>
                <a:latin typeface="Pretendard"/>
                <a:ea typeface="Pretendard"/>
                <a:cs typeface="Pretendard"/>
              </a:rPr>
              <a:t>D1</a:t>
            </a:r>
          </a:p>
        </p:txBody>
      </p:sp>
      <p:sp>
        <p:nvSpPr>
          <p:cNvPr id="41" name="상태 · 버전">
            <a:extLst xmlns:a="http://schemas.openxmlformats.org/drawingml/2006/main">
              <a:ext uri="{FF2B5EF4-FFF2-40B4-BE49-F238E27FC236}">
                <a16:creationId xmlns:a16="http://schemas.microsoft.com/office/drawing/2014/main" id="{8F374639-8005-48F9-B228-5E8876647D95}"/>
              </a:ext>
            </a:extLst>
          </p:cNvPr>
          <p:cNvSpPr>
            <a:spLocks xmlns:a="http://schemas.openxmlformats.org/drawingml/2006/main" noGrp="1"/>
          </p:cNvSpPr>
          <p:nvPr/>
        </p:nvSpPr>
        <p:spPr>
          <a:xfrm xmlns:a="http://schemas.openxmlformats.org/drawingml/2006/main">
            <a:off x="7543800" y="3190875"/>
            <a:ext cx="1057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a:solidFill>
                  <a:srgbClr val="567D89"/>
                </a:solidFill>
                <a:latin typeface="Pretendard"/>
                <a:ea typeface="Pretendard"/>
                <a:cs typeface="Pretendard"/>
              </a:defRPr>
            </a:defPPr>
          </a:lstStyle>
          <a:p xmlns:a="http://schemas.openxmlformats.org/drawingml/2006/main">
            <a:pPr algn="ctr">
              <a:defRPr sz="1200">
                <a:solidFill>
                  <a:srgbClr val="567D89"/>
                </a:solidFill>
                <a:latin typeface="Pretendard"/>
                <a:ea typeface="Pretendard"/>
                <a:cs typeface="Pretendard"/>
              </a:defRPr>
            </a:pPr>
            <a:r>
              <a:rPr sz="1200">
                <a:solidFill>
                  <a:srgbClr val="567D89"/>
                </a:solidFill>
                <a:latin typeface="Pretendard"/>
                <a:ea typeface="Pretendard"/>
                <a:cs typeface="Pretendard"/>
              </a:rPr>
              <a:t>상태 · 버전</a:t>
            </a:r>
          </a:p>
        </p:txBody>
      </p:sp>
      <p:sp>
        <p:nvSpPr>
          <p:cNvPr id="42" name="">
            <a:extLst xmlns:a="http://schemas.openxmlformats.org/drawingml/2006/main">
              <a:ext uri="{FF2B5EF4-FFF2-40B4-BE49-F238E27FC236}">
                <a16:creationId xmlns:a16="http://schemas.microsoft.com/office/drawing/2014/main" id="{D4141E09-BC38-40DB-943A-3C6633C55594}"/>
              </a:ext>
            </a:extLst>
          </p:cNvPr>
          <p:cNvSpPr>
            <a:spLocks xmlns:a="http://schemas.openxmlformats.org/drawingml/2006/main" noGrp="1"/>
          </p:cNvSpPr>
          <p:nvPr/>
        </p:nvSpPr>
        <p:spPr>
          <a:xfrm xmlns:a="http://schemas.openxmlformats.org/drawingml/2006/main">
            <a:off x="7496175" y="3771900"/>
            <a:ext cx="1152525" cy="752475"/>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44" name="R2">
            <a:extLst xmlns:a="http://schemas.openxmlformats.org/drawingml/2006/main">
              <a:ext uri="{FF2B5EF4-FFF2-40B4-BE49-F238E27FC236}">
                <a16:creationId xmlns:a16="http://schemas.microsoft.com/office/drawing/2014/main" id="{EB474C62-AB94-4AAC-94C9-A4E0C7EF942A}"/>
              </a:ext>
            </a:extLst>
          </p:cNvPr>
          <p:cNvSpPr>
            <a:spLocks xmlns:a="http://schemas.openxmlformats.org/drawingml/2006/main" noGrp="1"/>
          </p:cNvSpPr>
          <p:nvPr/>
        </p:nvSpPr>
        <p:spPr>
          <a:xfrm xmlns:a="http://schemas.openxmlformats.org/drawingml/2006/main">
            <a:off x="7543800" y="3876675"/>
            <a:ext cx="1057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183E35"/>
                </a:solidFill>
                <a:latin typeface="Pretendard"/>
                <a:ea typeface="Pretendard"/>
                <a:cs typeface="Pretendard"/>
              </a:defRPr>
            </a:defPPr>
          </a:lstStyle>
          <a:p xmlns:a="http://schemas.openxmlformats.org/drawingml/2006/main">
            <a:pPr algn="ctr">
              <a:defRPr sz="1875" b="1">
                <a:solidFill>
                  <a:srgbClr val="183E35"/>
                </a:solidFill>
                <a:latin typeface="Pretendard"/>
                <a:ea typeface="Pretendard"/>
                <a:cs typeface="Pretendard"/>
              </a:defRPr>
            </a:pPr>
            <a:r>
              <a:rPr sz="1875" b="1">
                <a:solidFill>
                  <a:srgbClr val="183E35"/>
                </a:solidFill>
                <a:latin typeface="Pretendard"/>
                <a:ea typeface="Pretendard"/>
                <a:cs typeface="Pretendard"/>
              </a:rPr>
              <a:t>R2</a:t>
            </a:r>
          </a:p>
        </p:txBody>
      </p:sp>
      <p:sp>
        <p:nvSpPr>
          <p:cNvPr id="45" name="원본 · 음성">
            <a:extLst xmlns:a="http://schemas.openxmlformats.org/drawingml/2006/main">
              <a:ext uri="{FF2B5EF4-FFF2-40B4-BE49-F238E27FC236}">
                <a16:creationId xmlns:a16="http://schemas.microsoft.com/office/drawing/2014/main" id="{29FEE16D-4888-4C81-9305-BBCF084367FD}"/>
              </a:ext>
            </a:extLst>
          </p:cNvPr>
          <p:cNvSpPr>
            <a:spLocks xmlns:a="http://schemas.openxmlformats.org/drawingml/2006/main" noGrp="1"/>
          </p:cNvSpPr>
          <p:nvPr/>
        </p:nvSpPr>
        <p:spPr>
          <a:xfrm xmlns:a="http://schemas.openxmlformats.org/drawingml/2006/main">
            <a:off x="7543800" y="4257675"/>
            <a:ext cx="1057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a:solidFill>
                  <a:srgbClr val="567D89"/>
                </a:solidFill>
                <a:latin typeface="Pretendard"/>
                <a:ea typeface="Pretendard"/>
                <a:cs typeface="Pretendard"/>
              </a:defRPr>
            </a:defPPr>
          </a:lstStyle>
          <a:p xmlns:a="http://schemas.openxmlformats.org/drawingml/2006/main">
            <a:pPr algn="ctr">
              <a:defRPr sz="1200">
                <a:solidFill>
                  <a:srgbClr val="567D89"/>
                </a:solidFill>
                <a:latin typeface="Pretendard"/>
                <a:ea typeface="Pretendard"/>
                <a:cs typeface="Pretendard"/>
              </a:defRPr>
            </a:pPr>
            <a:r>
              <a:rPr sz="1200">
                <a:solidFill>
                  <a:srgbClr val="567D89"/>
                </a:solidFill>
                <a:latin typeface="Pretendard"/>
                <a:ea typeface="Pretendard"/>
                <a:cs typeface="Pretendard"/>
              </a:rPr>
              <a:t>원본 · 음성</a:t>
            </a:r>
          </a:p>
        </p:txBody>
      </p:sp>
    </p:spTree>
    <p:extLst>
      <p:ext uri="{BB962C8B-B14F-4D97-AF65-F5344CB8AC3E}">
        <p14:creationId xmlns:p14="http://schemas.microsoft.com/office/powerpoint/2010/main" val="1139548884"/>
      </p:ext>
    </p:extLst>
  </p:cSld>
</p:sld>
</file>

<file path=ppt/slides/slide2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2" name="AI 모델과 검색 기술">
            <a:extLst xmlns:a="http://schemas.openxmlformats.org/drawingml/2006/main">
              <a:ext uri="{FF2B5EF4-FFF2-40B4-BE49-F238E27FC236}">
                <a16:creationId xmlns:a16="http://schemas.microsoft.com/office/drawing/2014/main" id="{9A4E1E9E-C902-421E-8D4B-74BD8F3336FA}"/>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AI 모델과 검색 기술</a:t>
            </a:r>
          </a:p>
        </p:txBody>
      </p:sp>
      <p:sp>
        <p:nvSpPr>
          <p:cNvPr id="2" name="25">
            <a:extLst xmlns:a="http://schemas.openxmlformats.org/drawingml/2006/main">
              <a:ext uri="{FF2B5EF4-FFF2-40B4-BE49-F238E27FC236}">
                <a16:creationId xmlns:a16="http://schemas.microsoft.com/office/drawing/2014/main" id="{5E337293-1BAD-4CD1-BF63-C1198AC31E99}"/>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25</a:t>
            </a:r>
          </a:p>
        </p:txBody>
      </p:sp>
      <p:pic>
        <p:nvPicPr>
          <p:cNvPr id="3" name="">
            <a:extLst xmlns:a="http://schemas.openxmlformats.org/drawingml/2006/main">
              <a:ext uri="{FF2B5EF4-FFF2-40B4-BE49-F238E27FC236}">
                <a16:creationId xmlns:a16="http://schemas.microsoft.com/office/drawing/2014/main" id="{77810631-8FBF-48C3-9BA9-2B214BCA3A91}"/>
              </a:ext>
            </a:extLst>
          </p:cNvPr>
          <p:cNvPicPr>
            <a:picLocks xmlns:a="http://schemas.openxmlformats.org/drawingml/2006/main" noChangeAspect="1"/>
          </p:cNvPicPr>
          <p:nvPr/>
        </p:nvPicPr>
        <p:blipFill>
          <a:blip xmlns:r="http://schemas.openxmlformats.org/officeDocument/2006/relationships" xmlns:a="http://schemas.openxmlformats.org/drawingml/2006/main" r:embed="R55bc395dc3f24fdb"/>
          <a:stretch xmlns:a="http://schemas.openxmlformats.org/drawingml/2006/main"/>
        </p:blipFill>
        <p:spPr>
          <a:xfrm xmlns:a="http://schemas.openxmlformats.org/drawingml/2006/main">
            <a:off x="504825" y="1495425"/>
            <a:ext cx="504825" cy="504825"/>
          </a:xfrm>
          <a:prstGeom xmlns:a="http://schemas.openxmlformats.org/drawingml/2006/main" prst="rect">
            <a:avLst/>
          </a:prstGeom>
        </p:spPr>
      </p:pic>
      <p:sp>
        <p:nvSpPr>
          <p:cNvPr id="4" name="Whisper">
            <a:extLst xmlns:a="http://schemas.openxmlformats.org/drawingml/2006/main">
              <a:ext uri="{FF2B5EF4-FFF2-40B4-BE49-F238E27FC236}">
                <a16:creationId xmlns:a16="http://schemas.microsoft.com/office/drawing/2014/main" id="{1915DFF9-00EE-419C-B56D-60E4539C2F74}"/>
              </a:ext>
            </a:extLst>
          </p:cNvPr>
          <p:cNvSpPr>
            <a:spLocks xmlns:a="http://schemas.openxmlformats.org/drawingml/2006/main" noGrp="1"/>
          </p:cNvSpPr>
          <p:nvPr/>
        </p:nvSpPr>
        <p:spPr>
          <a:xfrm xmlns:a="http://schemas.openxmlformats.org/drawingml/2006/main">
            <a:off x="504825" y="2200275"/>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Whisper</a:t>
            </a:r>
          </a:p>
        </p:txBody>
      </p:sp>
      <p:sp>
        <p:nvSpPr>
          <p:cNvPr id="5" name="whisper-1">
            <a:extLst xmlns:a="http://schemas.openxmlformats.org/drawingml/2006/main">
              <a:ext uri="{FF2B5EF4-FFF2-40B4-BE49-F238E27FC236}">
                <a16:creationId xmlns:a16="http://schemas.microsoft.com/office/drawing/2014/main" id="{2CB59E5B-B99A-41DC-B8D3-541E78D99E75}"/>
              </a:ext>
            </a:extLst>
          </p:cNvPr>
          <p:cNvSpPr>
            <a:spLocks xmlns:a="http://schemas.openxmlformats.org/drawingml/2006/main" noGrp="1"/>
          </p:cNvSpPr>
          <p:nvPr/>
        </p:nvSpPr>
        <p:spPr>
          <a:xfrm xmlns:a="http://schemas.openxmlformats.org/drawingml/2006/main">
            <a:off x="504825" y="2695575"/>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67D89"/>
                </a:solidFill>
                <a:latin typeface="Pretendard"/>
                <a:ea typeface="Pretendard"/>
                <a:cs typeface="Pretendard"/>
              </a:defRPr>
            </a:defPPr>
          </a:lstStyle>
          <a:p xmlns:a="http://schemas.openxmlformats.org/drawingml/2006/main">
            <a:pPr algn="l">
              <a:defRPr sz="1500" b="0">
                <a:solidFill>
                  <a:srgbClr val="567D89"/>
                </a:solidFill>
                <a:latin typeface="Pretendard"/>
                <a:ea typeface="Pretendard"/>
                <a:cs typeface="Pretendard"/>
              </a:defRPr>
            </a:pPr>
            <a:r>
              <a:rPr sz="1500" b="0">
                <a:solidFill>
                  <a:srgbClr val="567D89"/>
                </a:solidFill>
                <a:latin typeface="Pretendard"/>
                <a:ea typeface="Pretendard"/>
                <a:cs typeface="Pretendard"/>
              </a:rPr>
              <a:t>whisper-1</a:t>
            </a:r>
          </a:p>
        </p:txBody>
      </p:sp>
      <p:sp>
        <p:nvSpPr>
          <p:cNvPr id="6" name="음성 전사 · 구간 시각">
            <a:extLst xmlns:a="http://schemas.openxmlformats.org/drawingml/2006/main">
              <a:ext uri="{FF2B5EF4-FFF2-40B4-BE49-F238E27FC236}">
                <a16:creationId xmlns:a16="http://schemas.microsoft.com/office/drawing/2014/main" id="{D2DC9798-D96F-4827-8741-D47209E49D73}"/>
              </a:ext>
            </a:extLst>
          </p:cNvPr>
          <p:cNvSpPr>
            <a:spLocks xmlns:a="http://schemas.openxmlformats.org/drawingml/2006/main" noGrp="1"/>
          </p:cNvSpPr>
          <p:nvPr/>
        </p:nvSpPr>
        <p:spPr>
          <a:xfrm xmlns:a="http://schemas.openxmlformats.org/drawingml/2006/main">
            <a:off x="504825" y="3124200"/>
            <a:ext cx="2733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음성 전사 · 구간 시각</a:t>
            </a:r>
          </a:p>
        </p:txBody>
      </p:sp>
      <p:pic>
        <p:nvPicPr>
          <p:cNvPr id="7" name="">
            <a:extLst xmlns:a="http://schemas.openxmlformats.org/drawingml/2006/main">
              <a:ext uri="{FF2B5EF4-FFF2-40B4-BE49-F238E27FC236}">
                <a16:creationId xmlns:a16="http://schemas.microsoft.com/office/drawing/2014/main" id="{88B9D6E8-4530-4D71-9D9C-CEDCD0E8E3DE}"/>
              </a:ext>
            </a:extLst>
          </p:cNvPr>
          <p:cNvPicPr>
            <a:picLocks xmlns:a="http://schemas.openxmlformats.org/drawingml/2006/main" noChangeAspect="1"/>
          </p:cNvPicPr>
          <p:nvPr/>
        </p:nvPicPr>
        <p:blipFill>
          <a:blip xmlns:r="http://schemas.openxmlformats.org/officeDocument/2006/relationships" xmlns:a="http://schemas.openxmlformats.org/drawingml/2006/main" r:embed="Rff346bf0b53b4949"/>
          <a:stretch xmlns:a="http://schemas.openxmlformats.org/drawingml/2006/main"/>
        </p:blipFill>
        <p:spPr>
          <a:xfrm xmlns:a="http://schemas.openxmlformats.org/drawingml/2006/main">
            <a:off x="3362325" y="1495425"/>
            <a:ext cx="504825" cy="504825"/>
          </a:xfrm>
          <a:prstGeom xmlns:a="http://schemas.openxmlformats.org/drawingml/2006/main" prst="rect">
            <a:avLst/>
          </a:prstGeom>
        </p:spPr>
      </p:pic>
      <p:sp>
        <p:nvSpPr>
          <p:cNvPr id="8" name="GPT-6 Luna">
            <a:extLst xmlns:a="http://schemas.openxmlformats.org/drawingml/2006/main">
              <a:ext uri="{FF2B5EF4-FFF2-40B4-BE49-F238E27FC236}">
                <a16:creationId xmlns:a16="http://schemas.microsoft.com/office/drawing/2014/main" id="{9AC0F75C-53D5-4FDB-AE36-132974407ADE}"/>
              </a:ext>
            </a:extLst>
          </p:cNvPr>
          <p:cNvSpPr>
            <a:spLocks xmlns:a="http://schemas.openxmlformats.org/drawingml/2006/main" noGrp="1"/>
          </p:cNvSpPr>
          <p:nvPr/>
        </p:nvSpPr>
        <p:spPr>
          <a:xfrm xmlns:a="http://schemas.openxmlformats.org/drawingml/2006/main">
            <a:off x="3362325" y="2200275"/>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GPT-6 Luna</a:t>
            </a:r>
          </a:p>
        </p:txBody>
      </p:sp>
      <p:sp>
        <p:nvSpPr>
          <p:cNvPr id="9" name="gpt-6-luna">
            <a:extLst xmlns:a="http://schemas.openxmlformats.org/drawingml/2006/main">
              <a:ext uri="{FF2B5EF4-FFF2-40B4-BE49-F238E27FC236}">
                <a16:creationId xmlns:a16="http://schemas.microsoft.com/office/drawing/2014/main" id="{21749089-1C9B-44ED-87AD-357B3BEB4D75}"/>
              </a:ext>
            </a:extLst>
          </p:cNvPr>
          <p:cNvSpPr>
            <a:spLocks xmlns:a="http://schemas.openxmlformats.org/drawingml/2006/main" noGrp="1"/>
          </p:cNvSpPr>
          <p:nvPr/>
        </p:nvSpPr>
        <p:spPr>
          <a:xfrm xmlns:a="http://schemas.openxmlformats.org/drawingml/2006/main">
            <a:off x="3362325" y="2695575"/>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67D89"/>
                </a:solidFill>
                <a:latin typeface="Pretendard"/>
                <a:ea typeface="Pretendard"/>
                <a:cs typeface="Pretendard"/>
              </a:defRPr>
            </a:defPPr>
          </a:lstStyle>
          <a:p xmlns:a="http://schemas.openxmlformats.org/drawingml/2006/main">
            <a:pPr algn="l">
              <a:defRPr sz="1500" b="0">
                <a:solidFill>
                  <a:srgbClr val="567D89"/>
                </a:solidFill>
                <a:latin typeface="Pretendard"/>
                <a:ea typeface="Pretendard"/>
                <a:cs typeface="Pretendard"/>
              </a:defRPr>
            </a:pPr>
            <a:r>
              <a:rPr sz="1500" b="0">
                <a:solidFill>
                  <a:srgbClr val="567D89"/>
                </a:solidFill>
                <a:latin typeface="Pretendard"/>
                <a:ea typeface="Pretendard"/>
                <a:cs typeface="Pretendard"/>
              </a:rPr>
              <a:t>gpt-6-luna</a:t>
            </a:r>
          </a:p>
        </p:txBody>
      </p:sp>
      <p:sp>
        <p:nvSpPr>
          <p:cNvPr id="10" name="추출 · 요약 · 추천 설명">
            <a:extLst xmlns:a="http://schemas.openxmlformats.org/drawingml/2006/main">
              <a:ext uri="{FF2B5EF4-FFF2-40B4-BE49-F238E27FC236}">
                <a16:creationId xmlns:a16="http://schemas.microsoft.com/office/drawing/2014/main" id="{4CA8A306-73E0-477F-8F62-1B975CA21908}"/>
              </a:ext>
            </a:extLst>
          </p:cNvPr>
          <p:cNvSpPr>
            <a:spLocks xmlns:a="http://schemas.openxmlformats.org/drawingml/2006/main" noGrp="1"/>
          </p:cNvSpPr>
          <p:nvPr/>
        </p:nvSpPr>
        <p:spPr>
          <a:xfrm xmlns:a="http://schemas.openxmlformats.org/drawingml/2006/main">
            <a:off x="3362325" y="3124200"/>
            <a:ext cx="2733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추출 · 요약 · 추천 설명</a:t>
            </a:r>
          </a:p>
        </p:txBody>
      </p:sp>
      <p:pic>
        <p:nvPicPr>
          <p:cNvPr id="11" name="">
            <a:extLst xmlns:a="http://schemas.openxmlformats.org/drawingml/2006/main">
              <a:ext uri="{FF2B5EF4-FFF2-40B4-BE49-F238E27FC236}">
                <a16:creationId xmlns:a16="http://schemas.microsoft.com/office/drawing/2014/main" id="{92CD2F3B-0887-48F3-8E27-808B6F1F072F}"/>
              </a:ext>
            </a:extLst>
          </p:cNvPr>
          <p:cNvPicPr>
            <a:picLocks xmlns:a="http://schemas.openxmlformats.org/drawingml/2006/main" noChangeAspect="1"/>
          </p:cNvPicPr>
          <p:nvPr/>
        </p:nvPicPr>
        <p:blipFill>
          <a:blip xmlns:r="http://schemas.openxmlformats.org/officeDocument/2006/relationships" xmlns:a="http://schemas.openxmlformats.org/drawingml/2006/main" r:embed="R86651777356048b5"/>
          <a:stretch xmlns:a="http://schemas.openxmlformats.org/drawingml/2006/main"/>
        </p:blipFill>
        <p:spPr>
          <a:xfrm xmlns:a="http://schemas.openxmlformats.org/drawingml/2006/main">
            <a:off x="6219825" y="1495425"/>
            <a:ext cx="504825" cy="504825"/>
          </a:xfrm>
          <a:prstGeom xmlns:a="http://schemas.openxmlformats.org/drawingml/2006/main" prst="rect">
            <a:avLst/>
          </a:prstGeom>
        </p:spPr>
      </p:pic>
      <p:sp>
        <p:nvSpPr>
          <p:cNvPr id="12" name="GPT-6.1 Sol">
            <a:extLst xmlns:a="http://schemas.openxmlformats.org/drawingml/2006/main">
              <a:ext uri="{FF2B5EF4-FFF2-40B4-BE49-F238E27FC236}">
                <a16:creationId xmlns:a16="http://schemas.microsoft.com/office/drawing/2014/main" id="{230612D5-3711-454F-BA1C-FD42864C6521}"/>
              </a:ext>
            </a:extLst>
          </p:cNvPr>
          <p:cNvSpPr>
            <a:spLocks xmlns:a="http://schemas.openxmlformats.org/drawingml/2006/main" noGrp="1"/>
          </p:cNvSpPr>
          <p:nvPr/>
        </p:nvSpPr>
        <p:spPr>
          <a:xfrm xmlns:a="http://schemas.openxmlformats.org/drawingml/2006/main">
            <a:off x="6219825" y="2200275"/>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GPT-6.1 Sol</a:t>
            </a:r>
          </a:p>
        </p:txBody>
      </p:sp>
      <p:sp>
        <p:nvSpPr>
          <p:cNvPr id="13" name="gpt-6.1-sol">
            <a:extLst xmlns:a="http://schemas.openxmlformats.org/drawingml/2006/main">
              <a:ext uri="{FF2B5EF4-FFF2-40B4-BE49-F238E27FC236}">
                <a16:creationId xmlns:a16="http://schemas.microsoft.com/office/drawing/2014/main" id="{81AA6FD8-DD0C-4942-B5E9-43796843408F}"/>
              </a:ext>
            </a:extLst>
          </p:cNvPr>
          <p:cNvSpPr>
            <a:spLocks xmlns:a="http://schemas.openxmlformats.org/drawingml/2006/main" noGrp="1"/>
          </p:cNvSpPr>
          <p:nvPr/>
        </p:nvSpPr>
        <p:spPr>
          <a:xfrm xmlns:a="http://schemas.openxmlformats.org/drawingml/2006/main">
            <a:off x="6219825" y="2695575"/>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67D89"/>
                </a:solidFill>
                <a:latin typeface="Pretendard"/>
                <a:ea typeface="Pretendard"/>
                <a:cs typeface="Pretendard"/>
              </a:defRPr>
            </a:defPPr>
          </a:lstStyle>
          <a:p xmlns:a="http://schemas.openxmlformats.org/drawingml/2006/main">
            <a:pPr algn="l">
              <a:defRPr sz="1500" b="0">
                <a:solidFill>
                  <a:srgbClr val="567D89"/>
                </a:solidFill>
                <a:latin typeface="Pretendard"/>
                <a:ea typeface="Pretendard"/>
                <a:cs typeface="Pretendard"/>
              </a:defRPr>
            </a:pPr>
            <a:r>
              <a:rPr sz="1500" b="0">
                <a:solidFill>
                  <a:srgbClr val="567D89"/>
                </a:solidFill>
                <a:latin typeface="Pretendard"/>
                <a:ea typeface="Pretendard"/>
                <a:cs typeface="Pretendard"/>
              </a:rPr>
              <a:t>gpt-6.1-sol</a:t>
            </a:r>
          </a:p>
        </p:txBody>
      </p:sp>
      <p:sp>
        <p:nvSpPr>
          <p:cNvPr id="14" name="자료 상충 · 복잡한 문서 분석">
            <a:extLst xmlns:a="http://schemas.openxmlformats.org/drawingml/2006/main">
              <a:ext uri="{FF2B5EF4-FFF2-40B4-BE49-F238E27FC236}">
                <a16:creationId xmlns:a16="http://schemas.microsoft.com/office/drawing/2014/main" id="{00C39B6D-A720-44CD-A597-DB0346A965C5}"/>
              </a:ext>
            </a:extLst>
          </p:cNvPr>
          <p:cNvSpPr>
            <a:spLocks xmlns:a="http://schemas.openxmlformats.org/drawingml/2006/main" noGrp="1"/>
          </p:cNvSpPr>
          <p:nvPr/>
        </p:nvSpPr>
        <p:spPr>
          <a:xfrm xmlns:a="http://schemas.openxmlformats.org/drawingml/2006/main">
            <a:off x="6219825" y="3124200"/>
            <a:ext cx="2733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자료 상충 · 복잡한 문서 분석</a:t>
            </a:r>
          </a:p>
        </p:txBody>
      </p:sp>
      <p:sp>
        <p:nvSpPr>
          <p:cNvPr id="15" name="">
            <a:extLst xmlns:a="http://schemas.openxmlformats.org/drawingml/2006/main">
              <a:ext uri="{FF2B5EF4-FFF2-40B4-BE49-F238E27FC236}">
                <a16:creationId xmlns:a16="http://schemas.microsoft.com/office/drawing/2014/main" id="{183502B2-6186-4C84-95C5-AEF0B744E6B5}"/>
              </a:ext>
            </a:extLst>
          </p:cNvPr>
          <p:cNvSpPr>
            <a:spLocks xmlns:a="http://schemas.openxmlformats.org/drawingml/2006/main" noGrp="1"/>
          </p:cNvSpPr>
          <p:nvPr/>
        </p:nvSpPr>
        <p:spPr>
          <a:xfrm xmlns:a="http://schemas.openxmlformats.org/drawingml/2006/main">
            <a:off x="504825" y="3648075"/>
            <a:ext cx="8134350" cy="0"/>
          </a:xfrm>
          <a:prstGeom xmlns:a="http://schemas.openxmlformats.org/drawingml/2006/main" prst="line">
            <a:avLst/>
          </a:prstGeom>
          <a:noFill xmlns:a="http://schemas.openxmlformats.org/drawingml/2006/main"/>
          <a:ln xmlns:a="http://schemas.openxmlformats.org/drawingml/2006/main" w="9525">
            <a:solidFill>
              <a:srgbClr val="D2DCD6"/>
            </a:solidFill>
          </a:ln>
        </p:spPr>
      </p:sp>
      <p:pic>
        <p:nvPicPr>
          <p:cNvPr id="16" name="">
            <a:extLst xmlns:a="http://schemas.openxmlformats.org/drawingml/2006/main">
              <a:ext uri="{FF2B5EF4-FFF2-40B4-BE49-F238E27FC236}">
                <a16:creationId xmlns:a16="http://schemas.microsoft.com/office/drawing/2014/main" id="{4CC50B6A-D2E6-4BD2-9A8C-9BC63CE6097C}"/>
              </a:ext>
            </a:extLst>
          </p:cNvPr>
          <p:cNvPicPr>
            <a:picLocks xmlns:a="http://schemas.openxmlformats.org/drawingml/2006/main" noChangeAspect="1"/>
          </p:cNvPicPr>
          <p:nvPr/>
        </p:nvPicPr>
        <p:blipFill>
          <a:blip xmlns:r="http://schemas.openxmlformats.org/officeDocument/2006/relationships" xmlns:a="http://schemas.openxmlformats.org/drawingml/2006/main" r:embed="Ra81aba35a3be42b7"/>
          <a:stretch xmlns:a="http://schemas.openxmlformats.org/drawingml/2006/main"/>
        </p:blipFill>
        <p:spPr>
          <a:xfrm xmlns:a="http://schemas.openxmlformats.org/drawingml/2006/main">
            <a:off x="514350" y="3990975"/>
            <a:ext cx="409575" cy="409575"/>
          </a:xfrm>
          <a:prstGeom xmlns:a="http://schemas.openxmlformats.org/drawingml/2006/main" prst="rect">
            <a:avLst/>
          </a:prstGeom>
        </p:spPr>
      </p:pic>
      <p:sp>
        <p:nvSpPr>
          <p:cNvPr id="17" name="Luna Decisions">
            <a:extLst xmlns:a="http://schemas.openxmlformats.org/drawingml/2006/main">
              <a:ext uri="{FF2B5EF4-FFF2-40B4-BE49-F238E27FC236}">
                <a16:creationId xmlns:a16="http://schemas.microsoft.com/office/drawing/2014/main" id="{DDC608D9-4D32-436C-9F3C-32868F95494A}"/>
              </a:ext>
            </a:extLst>
          </p:cNvPr>
          <p:cNvSpPr>
            <a:spLocks xmlns:a="http://schemas.openxmlformats.org/drawingml/2006/main" noGrp="1"/>
          </p:cNvSpPr>
          <p:nvPr/>
        </p:nvSpPr>
        <p:spPr>
          <a:xfrm xmlns:a="http://schemas.openxmlformats.org/drawingml/2006/main">
            <a:off x="1085850" y="3895725"/>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3E35"/>
                </a:solidFill>
                <a:latin typeface="Pretendard"/>
                <a:ea typeface="Pretendard"/>
                <a:cs typeface="Pretendard"/>
              </a:defRPr>
            </a:defPPr>
          </a:lstStyle>
          <a:p xmlns:a="http://schemas.openxmlformats.org/drawingml/2006/main">
            <a:pPr algn="l">
              <a:defRPr sz="1950" b="1">
                <a:solidFill>
                  <a:srgbClr val="183E35"/>
                </a:solidFill>
                <a:latin typeface="Pretendard"/>
                <a:ea typeface="Pretendard"/>
                <a:cs typeface="Pretendard"/>
              </a:defRPr>
            </a:pPr>
            <a:r>
              <a:rPr sz="1950" b="1">
                <a:solidFill>
                  <a:srgbClr val="183E35"/>
                </a:solidFill>
                <a:latin typeface="Pretendard"/>
                <a:ea typeface="Pretendard"/>
                <a:cs typeface="Pretendard"/>
              </a:rPr>
              <a:t>Luna Decisions</a:t>
            </a:r>
          </a:p>
        </p:txBody>
      </p:sp>
      <p:sp>
        <p:nvSpPr>
          <p:cNvPr id="18" name="Luna / Sol 선택 · 다음 작업 판단">
            <a:extLst xmlns:a="http://schemas.openxmlformats.org/drawingml/2006/main">
              <a:ext uri="{FF2B5EF4-FFF2-40B4-BE49-F238E27FC236}">
                <a16:creationId xmlns:a16="http://schemas.microsoft.com/office/drawing/2014/main" id="{9896C7A9-3C18-4149-A10B-403B39AED0CF}"/>
              </a:ext>
            </a:extLst>
          </p:cNvPr>
          <p:cNvSpPr>
            <a:spLocks xmlns:a="http://schemas.openxmlformats.org/drawingml/2006/main" noGrp="1"/>
          </p:cNvSpPr>
          <p:nvPr/>
        </p:nvSpPr>
        <p:spPr>
          <a:xfrm xmlns:a="http://schemas.openxmlformats.org/drawingml/2006/main">
            <a:off x="1085850" y="43815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567D89"/>
                </a:solidFill>
                <a:latin typeface="Pretendard"/>
                <a:ea typeface="Pretendard"/>
                <a:cs typeface="Pretendard"/>
              </a:defRPr>
            </a:defPPr>
          </a:lstStyle>
          <a:p xmlns:a="http://schemas.openxmlformats.org/drawingml/2006/main">
            <a:pPr algn="l">
              <a:defRPr sz="1425">
                <a:solidFill>
                  <a:srgbClr val="567D89"/>
                </a:solidFill>
                <a:latin typeface="Pretendard"/>
                <a:ea typeface="Pretendard"/>
                <a:cs typeface="Pretendard"/>
              </a:defRPr>
            </a:pPr>
            <a:r>
              <a:rPr sz="1425">
                <a:solidFill>
                  <a:srgbClr val="567D89"/>
                </a:solidFill>
                <a:latin typeface="Pretendard"/>
                <a:ea typeface="Pretendard"/>
                <a:cs typeface="Pretendard"/>
              </a:rPr>
              <a:t>Luna / Sol 선택 · 다음 작업 판단</a:t>
            </a:r>
          </a:p>
        </p:txBody>
      </p:sp>
      <p:pic>
        <p:nvPicPr>
          <p:cNvPr id="19" name="">
            <a:extLst xmlns:a="http://schemas.openxmlformats.org/drawingml/2006/main">
              <a:ext uri="{FF2B5EF4-FFF2-40B4-BE49-F238E27FC236}">
                <a16:creationId xmlns:a16="http://schemas.microsoft.com/office/drawing/2014/main" id="{27BFC42F-E899-48D5-AB3E-8F30824DBB0F}"/>
              </a:ext>
            </a:extLst>
          </p:cNvPr>
          <p:cNvPicPr>
            <a:picLocks xmlns:a="http://schemas.openxmlformats.org/drawingml/2006/main" noChangeAspect="1"/>
          </p:cNvPicPr>
          <p:nvPr/>
        </p:nvPicPr>
        <p:blipFill>
          <a:blip xmlns:r="http://schemas.openxmlformats.org/officeDocument/2006/relationships" xmlns:a="http://schemas.openxmlformats.org/drawingml/2006/main" r:embed="Rb2af1ad2aee44a1d"/>
          <a:stretch xmlns:a="http://schemas.openxmlformats.org/drawingml/2006/main"/>
        </p:blipFill>
        <p:spPr>
          <a:xfrm xmlns:a="http://schemas.openxmlformats.org/drawingml/2006/main">
            <a:off x="4953000" y="3990975"/>
            <a:ext cx="409575" cy="409575"/>
          </a:xfrm>
          <a:prstGeom xmlns:a="http://schemas.openxmlformats.org/drawingml/2006/main" prst="rect">
            <a:avLst/>
          </a:prstGeom>
        </p:spPr>
      </p:pic>
      <p:sp>
        <p:nvSpPr>
          <p:cNvPr id="20" name="File Search">
            <a:extLst xmlns:a="http://schemas.openxmlformats.org/drawingml/2006/main">
              <a:ext uri="{FF2B5EF4-FFF2-40B4-BE49-F238E27FC236}">
                <a16:creationId xmlns:a16="http://schemas.microsoft.com/office/drawing/2014/main" id="{7D710A77-EA3C-40E6-A219-1ADF784DD20C}"/>
              </a:ext>
            </a:extLst>
          </p:cNvPr>
          <p:cNvSpPr>
            <a:spLocks xmlns:a="http://schemas.openxmlformats.org/drawingml/2006/main" noGrp="1"/>
          </p:cNvSpPr>
          <p:nvPr/>
        </p:nvSpPr>
        <p:spPr>
          <a:xfrm xmlns:a="http://schemas.openxmlformats.org/drawingml/2006/main">
            <a:off x="5524500" y="3895725"/>
            <a:ext cx="308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3E35"/>
                </a:solidFill>
                <a:latin typeface="Pretendard"/>
                <a:ea typeface="Pretendard"/>
                <a:cs typeface="Pretendard"/>
              </a:defRPr>
            </a:defPPr>
          </a:lstStyle>
          <a:p xmlns:a="http://schemas.openxmlformats.org/drawingml/2006/main">
            <a:pPr algn="l">
              <a:defRPr sz="1950" b="1">
                <a:solidFill>
                  <a:srgbClr val="183E35"/>
                </a:solidFill>
                <a:latin typeface="Pretendard"/>
                <a:ea typeface="Pretendard"/>
                <a:cs typeface="Pretendard"/>
              </a:defRPr>
            </a:pPr>
            <a:r>
              <a:rPr sz="1950" b="1">
                <a:solidFill>
                  <a:srgbClr val="183E35"/>
                </a:solidFill>
                <a:latin typeface="Pretendard"/>
                <a:ea typeface="Pretendard"/>
                <a:cs typeface="Pretendard"/>
              </a:rPr>
              <a:t>File Search</a:t>
            </a:r>
          </a:p>
        </p:txBody>
      </p:sp>
      <p:sp>
        <p:nvSpPr>
          <p:cNvPr id="21" name="문서·버전별 근거 검색 · 인용">
            <a:extLst xmlns:a="http://schemas.openxmlformats.org/drawingml/2006/main">
              <a:ext uri="{FF2B5EF4-FFF2-40B4-BE49-F238E27FC236}">
                <a16:creationId xmlns:a16="http://schemas.microsoft.com/office/drawing/2014/main" id="{20049228-7000-4E5A-9004-D2497941C37B}"/>
              </a:ext>
            </a:extLst>
          </p:cNvPr>
          <p:cNvSpPr>
            <a:spLocks xmlns:a="http://schemas.openxmlformats.org/drawingml/2006/main" noGrp="1"/>
          </p:cNvSpPr>
          <p:nvPr/>
        </p:nvSpPr>
        <p:spPr>
          <a:xfrm xmlns:a="http://schemas.openxmlformats.org/drawingml/2006/main">
            <a:off x="5524500" y="438150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567D89"/>
                </a:solidFill>
                <a:latin typeface="Pretendard"/>
                <a:ea typeface="Pretendard"/>
                <a:cs typeface="Pretendard"/>
              </a:defRPr>
            </a:defPPr>
          </a:lstStyle>
          <a:p xmlns:a="http://schemas.openxmlformats.org/drawingml/2006/main">
            <a:pPr algn="l">
              <a:defRPr sz="1425">
                <a:solidFill>
                  <a:srgbClr val="567D89"/>
                </a:solidFill>
                <a:latin typeface="Pretendard"/>
                <a:ea typeface="Pretendard"/>
                <a:cs typeface="Pretendard"/>
              </a:defRPr>
            </a:pPr>
            <a:r>
              <a:rPr sz="1425">
                <a:solidFill>
                  <a:srgbClr val="567D89"/>
                </a:solidFill>
                <a:latin typeface="Pretendard"/>
                <a:ea typeface="Pretendard"/>
                <a:cs typeface="Pretendard"/>
              </a:rPr>
              <a:t>문서·버전별 근거 검색 · 인용</a:t>
            </a:r>
          </a:p>
        </p:txBody>
      </p:sp>
    </p:spTree>
    <p:extLst>
      <p:ext uri="{BB962C8B-B14F-4D97-AF65-F5344CB8AC3E}">
        <p14:creationId xmlns:p14="http://schemas.microsoft.com/office/powerpoint/2010/main" val="1431135757"/>
      </p:ext>
    </p:extLst>
  </p:cSld>
</p:sld>
</file>

<file path=ppt/slides/slide2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3" name="안전한 SW를 만드는 방식">
            <a:extLst xmlns:a="http://schemas.openxmlformats.org/drawingml/2006/main">
              <a:ext uri="{FF2B5EF4-FFF2-40B4-BE49-F238E27FC236}">
                <a16:creationId xmlns:a16="http://schemas.microsoft.com/office/drawing/2014/main" id="{F04BBB8E-E8AB-43A8-97F4-C35D2598E898}"/>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안전한 SW를 만드는 방식</a:t>
            </a:r>
          </a:p>
        </p:txBody>
      </p:sp>
      <p:sp>
        <p:nvSpPr>
          <p:cNvPr id="2" name="26">
            <a:extLst xmlns:a="http://schemas.openxmlformats.org/drawingml/2006/main">
              <a:ext uri="{FF2B5EF4-FFF2-40B4-BE49-F238E27FC236}">
                <a16:creationId xmlns:a16="http://schemas.microsoft.com/office/drawing/2014/main" id="{F8C1A7D3-B2B4-40A7-88C2-921D4E34AE50}"/>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26</a:t>
            </a:r>
          </a:p>
        </p:txBody>
      </p:sp>
      <p:sp>
        <p:nvSpPr>
          <p:cNvPr id="3" name="">
            <a:extLst xmlns:a="http://schemas.openxmlformats.org/drawingml/2006/main">
              <a:ext uri="{FF2B5EF4-FFF2-40B4-BE49-F238E27FC236}">
                <a16:creationId xmlns:a16="http://schemas.microsoft.com/office/drawing/2014/main" id="{46DDDA71-32BB-4D25-A3CC-29D2202BF0DA}"/>
              </a:ext>
            </a:extLst>
          </p:cNvPr>
          <p:cNvSpPr>
            <a:spLocks xmlns:a="http://schemas.openxmlformats.org/drawingml/2006/main" noGrp="1"/>
          </p:cNvSpPr>
          <p:nvPr/>
        </p:nvSpPr>
        <p:spPr>
          <a:xfrm xmlns:a="http://schemas.openxmlformats.org/drawingml/2006/main">
            <a:off x="923925" y="1619250"/>
            <a:ext cx="1009650" cy="10096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7DB5780E-FC42-4988-A28D-8A60B1E18411}"/>
              </a:ext>
            </a:extLst>
          </p:cNvPr>
          <p:cNvPicPr>
            <a:picLocks xmlns:a="http://schemas.openxmlformats.org/drawingml/2006/main" noChangeAspect="1"/>
          </p:cNvPicPr>
          <p:nvPr/>
        </p:nvPicPr>
        <p:blipFill>
          <a:blip xmlns:r="http://schemas.openxmlformats.org/officeDocument/2006/relationships" xmlns:a="http://schemas.openxmlformats.org/drawingml/2006/main" r:embed="Rc7504f2a17d541a5"/>
          <a:stretch xmlns:a="http://schemas.openxmlformats.org/drawingml/2006/main"/>
        </p:blipFill>
        <p:spPr>
          <a:xfrm xmlns:a="http://schemas.openxmlformats.org/drawingml/2006/main">
            <a:off x="1171575" y="1866900"/>
            <a:ext cx="514350" cy="514350"/>
          </a:xfrm>
          <a:prstGeom xmlns:a="http://schemas.openxmlformats.org/drawingml/2006/main" prst="rect">
            <a:avLst/>
          </a:prstGeom>
        </p:spPr>
      </p:pic>
      <p:sp>
        <p:nvSpPr>
          <p:cNvPr id="5" name="PRD">
            <a:extLst xmlns:a="http://schemas.openxmlformats.org/drawingml/2006/main">
              <a:ext uri="{FF2B5EF4-FFF2-40B4-BE49-F238E27FC236}">
                <a16:creationId xmlns:a16="http://schemas.microsoft.com/office/drawing/2014/main" id="{B5420575-849B-4F5C-A3CB-5E593DEC8904}"/>
              </a:ext>
            </a:extLst>
          </p:cNvPr>
          <p:cNvSpPr>
            <a:spLocks xmlns:a="http://schemas.openxmlformats.org/drawingml/2006/main" noGrp="1"/>
          </p:cNvSpPr>
          <p:nvPr/>
        </p:nvSpPr>
        <p:spPr>
          <a:xfrm xmlns:a="http://schemas.openxmlformats.org/drawingml/2006/main">
            <a:off x="504825" y="28575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PRD</a:t>
            </a:r>
          </a:p>
        </p:txBody>
      </p:sp>
      <p:sp>
        <p:nvSpPr>
          <p:cNvPr id="6" name="요구사항과 완료 조건을 명시">
            <a:extLst xmlns:a="http://schemas.openxmlformats.org/drawingml/2006/main">
              <a:ext uri="{FF2B5EF4-FFF2-40B4-BE49-F238E27FC236}">
                <a16:creationId xmlns:a16="http://schemas.microsoft.com/office/drawing/2014/main" id="{2A953D99-C0B4-471A-8403-5369C1E8CD16}"/>
              </a:ext>
            </a:extLst>
          </p:cNvPr>
          <p:cNvSpPr>
            <a:spLocks xmlns:a="http://schemas.openxmlformats.org/drawingml/2006/main" noGrp="1"/>
          </p:cNvSpPr>
          <p:nvPr/>
        </p:nvSpPr>
        <p:spPr>
          <a:xfrm xmlns:a="http://schemas.openxmlformats.org/drawingml/2006/main">
            <a:off x="457200"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요구사항과</a:t>
            </a:r>
          </a:p>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완료 조건을 명시</a:t>
            </a:r>
          </a:p>
        </p:txBody>
      </p:sp>
      <p:sp>
        <p:nvSpPr>
          <p:cNvPr id="7" name="">
            <a:extLst xmlns:a="http://schemas.openxmlformats.org/drawingml/2006/main">
              <a:ext uri="{FF2B5EF4-FFF2-40B4-BE49-F238E27FC236}">
                <a16:creationId xmlns:a16="http://schemas.microsoft.com/office/drawing/2014/main" id="{A9A640DE-961B-4024-ADC1-179EE6A1F4EF}"/>
              </a:ext>
            </a:extLst>
          </p:cNvPr>
          <p:cNvSpPr>
            <a:spLocks xmlns:a="http://schemas.openxmlformats.org/drawingml/2006/main" noGrp="1"/>
          </p:cNvSpPr>
          <p:nvPr/>
        </p:nvSpPr>
        <p:spPr>
          <a:xfrm xmlns:a="http://schemas.openxmlformats.org/drawingml/2006/main">
            <a:off x="3067050" y="1619250"/>
            <a:ext cx="1009650" cy="10096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2A322CCB-E567-45ED-B6EB-20BD4B004907}"/>
              </a:ext>
            </a:extLst>
          </p:cNvPr>
          <p:cNvPicPr>
            <a:picLocks xmlns:a="http://schemas.openxmlformats.org/drawingml/2006/main" noChangeAspect="1"/>
          </p:cNvPicPr>
          <p:nvPr/>
        </p:nvPicPr>
        <p:blipFill>
          <a:blip xmlns:r="http://schemas.openxmlformats.org/officeDocument/2006/relationships" xmlns:a="http://schemas.openxmlformats.org/drawingml/2006/main" r:embed="R7c111a5008004d5a"/>
          <a:stretch xmlns:a="http://schemas.openxmlformats.org/drawingml/2006/main"/>
        </p:blipFill>
        <p:spPr>
          <a:xfrm xmlns:a="http://schemas.openxmlformats.org/drawingml/2006/main">
            <a:off x="3314700" y="1866900"/>
            <a:ext cx="514350" cy="514350"/>
          </a:xfrm>
          <a:prstGeom xmlns:a="http://schemas.openxmlformats.org/drawingml/2006/main" prst="rect">
            <a:avLst/>
          </a:prstGeom>
        </p:spPr>
      </p:pic>
      <p:sp>
        <p:nvSpPr>
          <p:cNvPr id="9" name="페르소나">
            <a:extLst xmlns:a="http://schemas.openxmlformats.org/drawingml/2006/main">
              <a:ext uri="{FF2B5EF4-FFF2-40B4-BE49-F238E27FC236}">
                <a16:creationId xmlns:a16="http://schemas.microsoft.com/office/drawing/2014/main" id="{1BAC22AC-7052-4A21-AEFE-38969B1F68E4}"/>
              </a:ext>
            </a:extLst>
          </p:cNvPr>
          <p:cNvSpPr>
            <a:spLocks xmlns:a="http://schemas.openxmlformats.org/drawingml/2006/main" noGrp="1"/>
          </p:cNvSpPr>
          <p:nvPr/>
        </p:nvSpPr>
        <p:spPr>
          <a:xfrm xmlns:a="http://schemas.openxmlformats.org/drawingml/2006/main">
            <a:off x="2647950" y="28575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페르소나</a:t>
            </a:r>
          </a:p>
        </p:txBody>
      </p:sp>
      <p:sp>
        <p:nvSpPr>
          <p:cNvPr id="10" name="역할별 정상·예외 시나리오를 검토">
            <a:extLst xmlns:a="http://schemas.openxmlformats.org/drawingml/2006/main">
              <a:ext uri="{FF2B5EF4-FFF2-40B4-BE49-F238E27FC236}">
                <a16:creationId xmlns:a16="http://schemas.microsoft.com/office/drawing/2014/main" id="{522AE9A0-47EF-4C0F-948D-0B5CC9304D52}"/>
              </a:ext>
            </a:extLst>
          </p:cNvPr>
          <p:cNvSpPr>
            <a:spLocks xmlns:a="http://schemas.openxmlformats.org/drawingml/2006/main" noGrp="1"/>
          </p:cNvSpPr>
          <p:nvPr/>
        </p:nvSpPr>
        <p:spPr>
          <a:xfrm xmlns:a="http://schemas.openxmlformats.org/drawingml/2006/main">
            <a:off x="2600325"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역할별 정상·예외</a:t>
            </a:r>
          </a:p>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시나리오를 검토</a:t>
            </a:r>
          </a:p>
        </p:txBody>
      </p:sp>
      <p:sp>
        <p:nvSpPr>
          <p:cNvPr id="11" name="">
            <a:extLst xmlns:a="http://schemas.openxmlformats.org/drawingml/2006/main">
              <a:ext uri="{FF2B5EF4-FFF2-40B4-BE49-F238E27FC236}">
                <a16:creationId xmlns:a16="http://schemas.microsoft.com/office/drawing/2014/main" id="{5C61F0A4-3DFC-4013-8866-E55C082B2375}"/>
              </a:ext>
            </a:extLst>
          </p:cNvPr>
          <p:cNvSpPr>
            <a:spLocks xmlns:a="http://schemas.openxmlformats.org/drawingml/2006/main" noGrp="1"/>
          </p:cNvSpPr>
          <p:nvPr/>
        </p:nvSpPr>
        <p:spPr>
          <a:xfrm xmlns:a="http://schemas.openxmlformats.org/drawingml/2006/main">
            <a:off x="5210175" y="1619250"/>
            <a:ext cx="1009650" cy="100965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2896547F-4ED4-4753-92AC-F1BFB751A9AB}"/>
              </a:ext>
            </a:extLst>
          </p:cNvPr>
          <p:cNvPicPr>
            <a:picLocks xmlns:a="http://schemas.openxmlformats.org/drawingml/2006/main" noChangeAspect="1"/>
          </p:cNvPicPr>
          <p:nvPr/>
        </p:nvPicPr>
        <p:blipFill>
          <a:blip xmlns:r="http://schemas.openxmlformats.org/officeDocument/2006/relationships" xmlns:a="http://schemas.openxmlformats.org/drawingml/2006/main" r:embed="R52680771d3e149d9"/>
          <a:stretch xmlns:a="http://schemas.openxmlformats.org/drawingml/2006/main"/>
        </p:blipFill>
        <p:spPr>
          <a:xfrm xmlns:a="http://schemas.openxmlformats.org/drawingml/2006/main">
            <a:off x="5457825" y="1866900"/>
            <a:ext cx="514350" cy="514350"/>
          </a:xfrm>
          <a:prstGeom xmlns:a="http://schemas.openxmlformats.org/drawingml/2006/main" prst="rect">
            <a:avLst/>
          </a:prstGeom>
        </p:spPr>
      </p:pic>
      <p:sp>
        <p:nvSpPr>
          <p:cNvPr id="13" name="모듈러 모놀리스">
            <a:extLst xmlns:a="http://schemas.openxmlformats.org/drawingml/2006/main">
              <a:ext uri="{FF2B5EF4-FFF2-40B4-BE49-F238E27FC236}">
                <a16:creationId xmlns:a16="http://schemas.microsoft.com/office/drawing/2014/main" id="{7D1B0553-CC75-4110-833A-4E4C697B24C7}"/>
              </a:ext>
            </a:extLst>
          </p:cNvPr>
          <p:cNvSpPr>
            <a:spLocks xmlns:a="http://schemas.openxmlformats.org/drawingml/2006/main" noGrp="1"/>
          </p:cNvSpPr>
          <p:nvPr/>
        </p:nvSpPr>
        <p:spPr>
          <a:xfrm xmlns:a="http://schemas.openxmlformats.org/drawingml/2006/main">
            <a:off x="4791075" y="28575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모듈러 모놀리스</a:t>
            </a:r>
          </a:p>
        </p:txBody>
      </p:sp>
      <p:sp>
        <p:nvSpPr>
          <p:cNvPr id="14" name="DDD · 업무 경계 공개 함수로 연결">
            <a:extLst xmlns:a="http://schemas.openxmlformats.org/drawingml/2006/main">
              <a:ext uri="{FF2B5EF4-FFF2-40B4-BE49-F238E27FC236}">
                <a16:creationId xmlns:a16="http://schemas.microsoft.com/office/drawing/2014/main" id="{37A3563C-F575-4AA2-BA4B-ED773A35B163}"/>
              </a:ext>
            </a:extLst>
          </p:cNvPr>
          <p:cNvSpPr>
            <a:spLocks xmlns:a="http://schemas.openxmlformats.org/drawingml/2006/main" noGrp="1"/>
          </p:cNvSpPr>
          <p:nvPr/>
        </p:nvSpPr>
        <p:spPr>
          <a:xfrm xmlns:a="http://schemas.openxmlformats.org/drawingml/2006/main">
            <a:off x="4743450"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DDD · 업무 경계</a:t>
            </a:r>
          </a:p>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공개 함수로 연결</a:t>
            </a:r>
          </a:p>
        </p:txBody>
      </p:sp>
      <p:sp>
        <p:nvSpPr>
          <p:cNvPr id="15" name="">
            <a:extLst xmlns:a="http://schemas.openxmlformats.org/drawingml/2006/main">
              <a:ext uri="{FF2B5EF4-FFF2-40B4-BE49-F238E27FC236}">
                <a16:creationId xmlns:a16="http://schemas.microsoft.com/office/drawing/2014/main" id="{B4EC8639-BCFB-4A92-81CF-B17086E342C2}"/>
              </a:ext>
            </a:extLst>
          </p:cNvPr>
          <p:cNvSpPr>
            <a:spLocks xmlns:a="http://schemas.openxmlformats.org/drawingml/2006/main" noGrp="1"/>
          </p:cNvSpPr>
          <p:nvPr/>
        </p:nvSpPr>
        <p:spPr>
          <a:xfrm xmlns:a="http://schemas.openxmlformats.org/drawingml/2006/main">
            <a:off x="7353300" y="1619250"/>
            <a:ext cx="1009650" cy="10096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19708A4B-3773-4B21-83C6-F86BA472E142}"/>
              </a:ext>
            </a:extLst>
          </p:cNvPr>
          <p:cNvPicPr>
            <a:picLocks xmlns:a="http://schemas.openxmlformats.org/drawingml/2006/main" noChangeAspect="1"/>
          </p:cNvPicPr>
          <p:nvPr/>
        </p:nvPicPr>
        <p:blipFill>
          <a:blip xmlns:r="http://schemas.openxmlformats.org/officeDocument/2006/relationships" xmlns:a="http://schemas.openxmlformats.org/drawingml/2006/main" r:embed="R16809c5abed4450c"/>
          <a:stretch xmlns:a="http://schemas.openxmlformats.org/drawingml/2006/main"/>
        </p:blipFill>
        <p:spPr>
          <a:xfrm xmlns:a="http://schemas.openxmlformats.org/drawingml/2006/main">
            <a:off x="7600950" y="1866900"/>
            <a:ext cx="514350" cy="514350"/>
          </a:xfrm>
          <a:prstGeom xmlns:a="http://schemas.openxmlformats.org/drawingml/2006/main" prst="rect">
            <a:avLst/>
          </a:prstGeom>
        </p:spPr>
      </p:pic>
      <p:sp>
        <p:nvSpPr>
          <p:cNvPr id="17" name="PBT">
            <a:extLst xmlns:a="http://schemas.openxmlformats.org/drawingml/2006/main">
              <a:ext uri="{FF2B5EF4-FFF2-40B4-BE49-F238E27FC236}">
                <a16:creationId xmlns:a16="http://schemas.microsoft.com/office/drawing/2014/main" id="{6C0C89CD-4744-4600-8E85-C04B5A050443}"/>
              </a:ext>
            </a:extLst>
          </p:cNvPr>
          <p:cNvSpPr>
            <a:spLocks xmlns:a="http://schemas.openxmlformats.org/drawingml/2006/main" noGrp="1"/>
          </p:cNvSpPr>
          <p:nvPr/>
        </p:nvSpPr>
        <p:spPr>
          <a:xfrm xmlns:a="http://schemas.openxmlformats.org/drawingml/2006/main">
            <a:off x="6934200" y="28575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PBT</a:t>
            </a:r>
          </a:p>
        </p:txBody>
      </p:sp>
      <p:sp>
        <p:nvSpPr>
          <p:cNvPr id="18" name="불변식 검증 실패 seed·반례 재현">
            <a:extLst xmlns:a="http://schemas.openxmlformats.org/drawingml/2006/main">
              <a:ext uri="{FF2B5EF4-FFF2-40B4-BE49-F238E27FC236}">
                <a16:creationId xmlns:a16="http://schemas.microsoft.com/office/drawing/2014/main" id="{75A3ED3F-12B1-4ECB-AA3D-B926036DA8E9}"/>
              </a:ext>
            </a:extLst>
          </p:cNvPr>
          <p:cNvSpPr>
            <a:spLocks xmlns:a="http://schemas.openxmlformats.org/drawingml/2006/main" noGrp="1"/>
          </p:cNvSpPr>
          <p:nvPr/>
        </p:nvSpPr>
        <p:spPr>
          <a:xfrm xmlns:a="http://schemas.openxmlformats.org/drawingml/2006/main">
            <a:off x="6886575"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불변식 검증</a:t>
            </a:r>
          </a:p>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실패 seed·반례 재현</a:t>
            </a:r>
          </a:p>
        </p:txBody>
      </p:sp>
      <p:sp>
        <p:nvSpPr>
          <p:cNvPr id="19" name="">
            <a:extLst xmlns:a="http://schemas.openxmlformats.org/drawingml/2006/main">
              <a:ext uri="{FF2B5EF4-FFF2-40B4-BE49-F238E27FC236}">
                <a16:creationId xmlns:a16="http://schemas.microsoft.com/office/drawing/2014/main" id="{FFD5F4E6-9209-43FC-B6C2-491235B4032A}"/>
              </a:ext>
            </a:extLst>
          </p:cNvPr>
          <p:cNvSpPr>
            <a:spLocks xmlns:a="http://schemas.openxmlformats.org/drawingml/2006/main" noGrp="1"/>
          </p:cNvSpPr>
          <p:nvPr/>
        </p:nvSpPr>
        <p:spPr>
          <a:xfrm xmlns:a="http://schemas.openxmlformats.org/drawingml/2006/main">
            <a:off x="514350" y="422910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20" name="문서 버전 보존">
            <a:extLst xmlns:a="http://schemas.openxmlformats.org/drawingml/2006/main">
              <a:ext uri="{FF2B5EF4-FFF2-40B4-BE49-F238E27FC236}">
                <a16:creationId xmlns:a16="http://schemas.microsoft.com/office/drawing/2014/main" id="{0456811D-CD0B-4516-A080-5B39AE86750B}"/>
              </a:ext>
            </a:extLst>
          </p:cNvPr>
          <p:cNvSpPr>
            <a:spLocks xmlns:a="http://schemas.openxmlformats.org/drawingml/2006/main" noGrp="1"/>
          </p:cNvSpPr>
          <p:nvPr/>
        </p:nvSpPr>
        <p:spPr>
          <a:xfrm xmlns:a="http://schemas.openxmlformats.org/drawingml/2006/main">
            <a:off x="666750" y="4438650"/>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문서 버전 보존</a:t>
            </a:r>
          </a:p>
        </p:txBody>
      </p:sp>
      <p:sp>
        <p:nvSpPr>
          <p:cNvPr id="21" name="중복 응답 방지">
            <a:extLst xmlns:a="http://schemas.openxmlformats.org/drawingml/2006/main">
              <a:ext uri="{FF2B5EF4-FFF2-40B4-BE49-F238E27FC236}">
                <a16:creationId xmlns:a16="http://schemas.microsoft.com/office/drawing/2014/main" id="{B04B27B8-348A-4971-9A44-C1F998E7BFF3}"/>
              </a:ext>
            </a:extLst>
          </p:cNvPr>
          <p:cNvSpPr>
            <a:spLocks xmlns:a="http://schemas.openxmlformats.org/drawingml/2006/main" noGrp="1"/>
          </p:cNvSpPr>
          <p:nvPr/>
        </p:nvSpPr>
        <p:spPr>
          <a:xfrm xmlns:a="http://schemas.openxmlformats.org/drawingml/2006/main">
            <a:off x="3505200" y="4438650"/>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중복 응답 방지</a:t>
            </a:r>
          </a:p>
        </p:txBody>
      </p:sp>
      <p:sp>
        <p:nvSpPr>
          <p:cNvPr id="22" name="잔액 합계 일치">
            <a:extLst xmlns:a="http://schemas.openxmlformats.org/drawingml/2006/main">
              <a:ext uri="{FF2B5EF4-FFF2-40B4-BE49-F238E27FC236}">
                <a16:creationId xmlns:a16="http://schemas.microsoft.com/office/drawing/2014/main" id="{481C5F97-C085-4E63-BC19-34D77B279DAD}"/>
              </a:ext>
            </a:extLst>
          </p:cNvPr>
          <p:cNvSpPr>
            <a:spLocks xmlns:a="http://schemas.openxmlformats.org/drawingml/2006/main" noGrp="1"/>
          </p:cNvSpPr>
          <p:nvPr/>
        </p:nvSpPr>
        <p:spPr>
          <a:xfrm xmlns:a="http://schemas.openxmlformats.org/drawingml/2006/main">
            <a:off x="6343650" y="4438650"/>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잔액 합계 일치</a:t>
            </a:r>
          </a:p>
        </p:txBody>
      </p:sp>
    </p:spTree>
    <p:extLst>
      <p:ext uri="{BB962C8B-B14F-4D97-AF65-F5344CB8AC3E}">
        <p14:creationId xmlns:p14="http://schemas.microsoft.com/office/powerpoint/2010/main" val="684647804"/>
      </p:ext>
    </p:extLst>
  </p:cSld>
</p:sld>
</file>

<file path=ppt/slides/slide2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5" name="27">
            <a:extLst xmlns:a="http://schemas.openxmlformats.org/drawingml/2006/main">
              <a:ext uri="{FF2B5EF4-FFF2-40B4-BE49-F238E27FC236}">
                <a16:creationId xmlns:a16="http://schemas.microsoft.com/office/drawing/2014/main" id="{3229500B-7512-46CE-9788-E0293026FCA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27</a:t>
            </a:r>
          </a:p>
        </p:txBody>
      </p:sp>
      <p:sp>
        <p:nvSpPr>
          <p:cNvPr id="2" name="AI도 인정하는 부분">
            <a:extLst xmlns:a="http://schemas.openxmlformats.org/drawingml/2006/main">
              <a:ext uri="{FF2B5EF4-FFF2-40B4-BE49-F238E27FC236}">
                <a16:creationId xmlns:a16="http://schemas.microsoft.com/office/drawing/2014/main" id="{54A39679-E93E-4560-B4A4-6F9A65799ECE}"/>
              </a:ext>
            </a:extLst>
          </p:cNvPr>
          <p:cNvSpPr>
            <a:spLocks xmlns:a="http://schemas.openxmlformats.org/drawingml/2006/main" noGrp="1"/>
          </p:cNvSpPr>
          <p:nvPr/>
        </p:nvSpPr>
        <p:spPr>
          <a:xfrm xmlns:a="http://schemas.openxmlformats.org/drawingml/2006/main">
            <a:off x="476250" y="419100"/>
            <a:ext cx="645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SUIT"/>
                <a:ea typeface="SUIT"/>
                <a:cs typeface="SUIT"/>
              </a:defRPr>
            </a:defPPr>
          </a:lstStyle>
          <a:p xmlns:a="http://schemas.openxmlformats.org/drawingml/2006/main">
            <a:pPr algn="l">
              <a:defRPr sz="3000" b="1">
                <a:solidFill>
                  <a:srgbClr val="183E35"/>
                </a:solidFill>
                <a:latin typeface="SUIT"/>
                <a:ea typeface="SUIT"/>
                <a:cs typeface="SUIT"/>
              </a:defRPr>
            </a:pPr>
            <a:r>
              <a:rPr sz="3000" b="1">
                <a:solidFill>
                  <a:srgbClr val="183E35"/>
                </a:solidFill>
                <a:latin typeface="SUIT"/>
                <a:ea typeface="SUIT"/>
                <a:cs typeface="SUIT"/>
              </a:rPr>
              <a:t>AI도 인정하는 부분</a:t>
            </a:r>
          </a:p>
        </p:txBody>
      </p:sp>
      <p:sp>
        <p:nvSpPr>
          <p:cNvPr id="3" name="★ 4.5">
            <a:extLst xmlns:a="http://schemas.openxmlformats.org/drawingml/2006/main">
              <a:ext uri="{FF2B5EF4-FFF2-40B4-BE49-F238E27FC236}">
                <a16:creationId xmlns:a16="http://schemas.microsoft.com/office/drawing/2014/main" id="{A75862B8-A2A0-43F8-AFC5-8E2CD16F8A5D}"/>
              </a:ext>
            </a:extLst>
          </p:cNvPr>
          <p:cNvSpPr>
            <a:spLocks xmlns:a="http://schemas.openxmlformats.org/drawingml/2006/main" noGrp="1"/>
          </p:cNvSpPr>
          <p:nvPr/>
        </p:nvSpPr>
        <p:spPr>
          <a:xfrm xmlns:a="http://schemas.openxmlformats.org/drawingml/2006/main">
            <a:off x="7439025" y="371475"/>
            <a:ext cx="1266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2850" b="1">
                <a:solidFill>
                  <a:srgbClr val="567D89"/>
                </a:solidFill>
                <a:latin typeface="SUIT"/>
                <a:ea typeface="SUIT"/>
                <a:cs typeface="SUIT"/>
              </a:defRPr>
            </a:defPPr>
          </a:lstStyle>
          <a:p xmlns:a="http://schemas.openxmlformats.org/drawingml/2006/main">
            <a:pPr algn="r">
              <a:defRPr sz="2850" b="1">
                <a:solidFill>
                  <a:srgbClr val="567D89"/>
                </a:solidFill>
                <a:latin typeface="SUIT"/>
                <a:ea typeface="SUIT"/>
                <a:cs typeface="SUIT"/>
              </a:defRPr>
            </a:pPr>
            <a:r>
              <a:rPr sz="2850" b="1">
                <a:solidFill>
                  <a:srgbClr val="567D89"/>
                </a:solidFill>
                <a:latin typeface="SUIT"/>
                <a:ea typeface="SUIT"/>
                <a:cs typeface="SUIT"/>
              </a:rPr>
              <a:t>★ 4.5</a:t>
            </a:r>
          </a:p>
        </p:txBody>
      </p:sp>
      <p:sp>
        <p:nvSpPr>
          <p:cNvPr id="4" name="6개 리뷰 평균">
            <a:extLst xmlns:a="http://schemas.openxmlformats.org/drawingml/2006/main">
              <a:ext uri="{FF2B5EF4-FFF2-40B4-BE49-F238E27FC236}">
                <a16:creationId xmlns:a16="http://schemas.microsoft.com/office/drawing/2014/main" id="{C8507166-BF19-44D1-8A7F-D77B281DD6EC}"/>
              </a:ext>
            </a:extLst>
          </p:cNvPr>
          <p:cNvSpPr>
            <a:spLocks xmlns:a="http://schemas.openxmlformats.org/drawingml/2006/main" noGrp="1"/>
          </p:cNvSpPr>
          <p:nvPr/>
        </p:nvSpPr>
        <p:spPr>
          <a:xfrm xmlns:a="http://schemas.openxmlformats.org/drawingml/2006/main">
            <a:off x="6800850" y="942975"/>
            <a:ext cx="1885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050">
                <a:solidFill>
                  <a:srgbClr val="687568"/>
                </a:solidFill>
                <a:latin typeface="SUIT"/>
                <a:ea typeface="SUIT"/>
                <a:cs typeface="SUIT"/>
              </a:defRPr>
            </a:defPPr>
          </a:lstStyle>
          <a:p xmlns:a="http://schemas.openxmlformats.org/drawingml/2006/main">
            <a:pPr algn="r">
              <a:defRPr sz="1050">
                <a:solidFill>
                  <a:srgbClr val="687568"/>
                </a:solidFill>
                <a:latin typeface="SUIT"/>
                <a:ea typeface="SUIT"/>
                <a:cs typeface="SUIT"/>
              </a:defRPr>
            </a:pPr>
            <a:r>
              <a:rPr sz="1050">
                <a:solidFill>
                  <a:srgbClr val="687568"/>
                </a:solidFill>
                <a:latin typeface="SUIT"/>
                <a:ea typeface="SUIT"/>
                <a:cs typeface="SUIT"/>
              </a:rPr>
              <a:t>6개 리뷰 평균</a:t>
            </a:r>
          </a:p>
        </p:txBody>
      </p:sp>
      <p:sp>
        <p:nvSpPr>
          <p:cNvPr id="5" name="">
            <a:extLst xmlns:a="http://schemas.openxmlformats.org/drawingml/2006/main">
              <a:ext uri="{FF2B5EF4-FFF2-40B4-BE49-F238E27FC236}">
                <a16:creationId xmlns:a16="http://schemas.microsoft.com/office/drawing/2014/main" id="{50D673EF-1CB8-421B-973F-952FF0D7105D}"/>
              </a:ext>
            </a:extLst>
          </p:cNvPr>
          <p:cNvSpPr>
            <a:spLocks xmlns:a="http://schemas.openxmlformats.org/drawingml/2006/main" noGrp="1"/>
          </p:cNvSpPr>
          <p:nvPr/>
        </p:nvSpPr>
        <p:spPr>
          <a:xfrm xmlns:a="http://schemas.openxmlformats.org/drawingml/2006/main">
            <a:off x="495300" y="12954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6" name="★ 5.0">
            <a:extLst xmlns:a="http://schemas.openxmlformats.org/drawingml/2006/main">
              <a:ext uri="{FF2B5EF4-FFF2-40B4-BE49-F238E27FC236}">
                <a16:creationId xmlns:a16="http://schemas.microsoft.com/office/drawing/2014/main" id="{13449358-26F5-435B-9615-8FF85C5D9D09}"/>
              </a:ext>
            </a:extLst>
          </p:cNvPr>
          <p:cNvSpPr>
            <a:spLocks xmlns:a="http://schemas.openxmlformats.org/drawingml/2006/main" noGrp="1"/>
          </p:cNvSpPr>
          <p:nvPr/>
        </p:nvSpPr>
        <p:spPr>
          <a:xfrm xmlns:a="http://schemas.openxmlformats.org/drawingml/2006/main">
            <a:off x="657225" y="14097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5.0</a:t>
            </a:r>
          </a:p>
        </p:txBody>
      </p:sp>
      <p:sp>
        <p:nvSpPr>
          <p:cNvPr id="7" name="“명부랑 전화 안내, 회의록이 한곳에서 이어지니 가게 문 닫고 같은 내용을 다시 옮겨 적을 일이 줄겠어요.”">
            <a:extLst xmlns:a="http://schemas.openxmlformats.org/drawingml/2006/main">
              <a:ext uri="{FF2B5EF4-FFF2-40B4-BE49-F238E27FC236}">
                <a16:creationId xmlns:a16="http://schemas.microsoft.com/office/drawing/2014/main" id="{AA2F3FA9-255E-44AA-80D5-5F2ED166449C}"/>
              </a:ext>
            </a:extLst>
          </p:cNvPr>
          <p:cNvSpPr>
            <a:spLocks xmlns:a="http://schemas.openxmlformats.org/drawingml/2006/main" noGrp="1"/>
          </p:cNvSpPr>
          <p:nvPr/>
        </p:nvSpPr>
        <p:spPr>
          <a:xfrm xmlns:a="http://schemas.openxmlformats.org/drawingml/2006/main">
            <a:off x="657225" y="17907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“명부랑 전화 안내, 회의록이</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한곳에서 이어지니 가게 문 닫고</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같은 내용을 다시 옮겨 적을 일이</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줄겠어요.”</a:t>
            </a:r>
          </a:p>
        </p:txBody>
      </p:sp>
      <p:sp>
        <p:nvSpPr>
          <p:cNvPr id="8" name="이정호">
            <a:extLst xmlns:a="http://schemas.openxmlformats.org/drawingml/2006/main">
              <a:ext uri="{FF2B5EF4-FFF2-40B4-BE49-F238E27FC236}">
                <a16:creationId xmlns:a16="http://schemas.microsoft.com/office/drawing/2014/main" id="{E3F7716A-7707-4F5F-B4B4-9AD97FD41A1D}"/>
              </a:ext>
            </a:extLst>
          </p:cNvPr>
          <p:cNvSpPr>
            <a:spLocks xmlns:a="http://schemas.openxmlformats.org/drawingml/2006/main" noGrp="1"/>
          </p:cNvSpPr>
          <p:nvPr/>
        </p:nvSpPr>
        <p:spPr>
          <a:xfrm xmlns:a="http://schemas.openxmlformats.org/drawingml/2006/main">
            <a:off x="657225" y="26479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이정호</a:t>
            </a:r>
          </a:p>
        </p:txBody>
      </p:sp>
      <p:sp>
        <p:nvSpPr>
          <p:cNvPr id="9" name="59세 · 총무">
            <a:extLst xmlns:a="http://schemas.openxmlformats.org/drawingml/2006/main">
              <a:ext uri="{FF2B5EF4-FFF2-40B4-BE49-F238E27FC236}">
                <a16:creationId xmlns:a16="http://schemas.microsoft.com/office/drawing/2014/main" id="{46506C4F-6CFE-4C6A-9EC5-E5914AACB0C9}"/>
              </a:ext>
            </a:extLst>
          </p:cNvPr>
          <p:cNvSpPr>
            <a:spLocks xmlns:a="http://schemas.openxmlformats.org/drawingml/2006/main" noGrp="1"/>
          </p:cNvSpPr>
          <p:nvPr/>
        </p:nvSpPr>
        <p:spPr>
          <a:xfrm xmlns:a="http://schemas.openxmlformats.org/drawingml/2006/main">
            <a:off x="1457325" y="26860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59세 · 총무</a:t>
            </a:r>
          </a:p>
        </p:txBody>
      </p:sp>
      <p:sp>
        <p:nvSpPr>
          <p:cNvPr id="10" name="">
            <a:extLst xmlns:a="http://schemas.openxmlformats.org/drawingml/2006/main">
              <a:ext uri="{FF2B5EF4-FFF2-40B4-BE49-F238E27FC236}">
                <a16:creationId xmlns:a16="http://schemas.microsoft.com/office/drawing/2014/main" id="{4BFEB098-2470-4D12-A011-D82B5CCADC24}"/>
              </a:ext>
            </a:extLst>
          </p:cNvPr>
          <p:cNvSpPr>
            <a:spLocks xmlns:a="http://schemas.openxmlformats.org/drawingml/2006/main" noGrp="1"/>
          </p:cNvSpPr>
          <p:nvPr/>
        </p:nvSpPr>
        <p:spPr>
          <a:xfrm xmlns:a="http://schemas.openxmlformats.org/drawingml/2006/main">
            <a:off x="3276600" y="12954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11" name="★ 4.5">
            <a:extLst xmlns:a="http://schemas.openxmlformats.org/drawingml/2006/main">
              <a:ext uri="{FF2B5EF4-FFF2-40B4-BE49-F238E27FC236}">
                <a16:creationId xmlns:a16="http://schemas.microsoft.com/office/drawing/2014/main" id="{157F5FD2-0C83-4AD4-9C7F-B2247D43C330}"/>
              </a:ext>
            </a:extLst>
          </p:cNvPr>
          <p:cNvSpPr>
            <a:spLocks xmlns:a="http://schemas.openxmlformats.org/drawingml/2006/main" noGrp="1"/>
          </p:cNvSpPr>
          <p:nvPr/>
        </p:nvSpPr>
        <p:spPr>
          <a:xfrm xmlns:a="http://schemas.openxmlformats.org/drawingml/2006/main">
            <a:off x="3438525" y="14097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4.5</a:t>
            </a:r>
          </a:p>
        </p:txBody>
      </p:sp>
      <p:sp>
        <p:nvSpPr>
          <p:cNvPr id="12" name="“어떤 근거로 결정했는지 다음 회장에게도 보여줄 수 있어 든든한데, 처음 익힐 때는 도움이 좀 필요하겠어요.”">
            <a:extLst xmlns:a="http://schemas.openxmlformats.org/drawingml/2006/main">
              <a:ext uri="{FF2B5EF4-FFF2-40B4-BE49-F238E27FC236}">
                <a16:creationId xmlns:a16="http://schemas.microsoft.com/office/drawing/2014/main" id="{A1CF3565-8CEB-49DB-A3AC-4CD37E7C98CB}"/>
              </a:ext>
            </a:extLst>
          </p:cNvPr>
          <p:cNvSpPr>
            <a:spLocks xmlns:a="http://schemas.openxmlformats.org/drawingml/2006/main" noGrp="1"/>
          </p:cNvSpPr>
          <p:nvPr/>
        </p:nvSpPr>
        <p:spPr>
          <a:xfrm xmlns:a="http://schemas.openxmlformats.org/drawingml/2006/main">
            <a:off x="3438525" y="17907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“어떤 근거로 결정했는지 다음</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회장에게도 보여줄 수 있어</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든든한데, 처음 익힐 때는 도움이 좀</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필요하겠어요.”</a:t>
            </a:r>
          </a:p>
        </p:txBody>
      </p:sp>
      <p:sp>
        <p:nvSpPr>
          <p:cNvPr id="13" name="이영수">
            <a:extLst xmlns:a="http://schemas.openxmlformats.org/drawingml/2006/main">
              <a:ext uri="{FF2B5EF4-FFF2-40B4-BE49-F238E27FC236}">
                <a16:creationId xmlns:a16="http://schemas.microsoft.com/office/drawing/2014/main" id="{79C772F1-1BB2-49AF-8DFC-7D748F83819A}"/>
              </a:ext>
            </a:extLst>
          </p:cNvPr>
          <p:cNvSpPr>
            <a:spLocks xmlns:a="http://schemas.openxmlformats.org/drawingml/2006/main" noGrp="1"/>
          </p:cNvSpPr>
          <p:nvPr/>
        </p:nvSpPr>
        <p:spPr>
          <a:xfrm xmlns:a="http://schemas.openxmlformats.org/drawingml/2006/main">
            <a:off x="3438525" y="26479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이영수</a:t>
            </a:r>
          </a:p>
        </p:txBody>
      </p:sp>
      <p:sp>
        <p:nvSpPr>
          <p:cNvPr id="14" name="74세 · 회장">
            <a:extLst xmlns:a="http://schemas.openxmlformats.org/drawingml/2006/main">
              <a:ext uri="{FF2B5EF4-FFF2-40B4-BE49-F238E27FC236}">
                <a16:creationId xmlns:a16="http://schemas.microsoft.com/office/drawing/2014/main" id="{B6D582E2-2A52-432E-AC30-77E67D98D844}"/>
              </a:ext>
            </a:extLst>
          </p:cNvPr>
          <p:cNvSpPr>
            <a:spLocks xmlns:a="http://schemas.openxmlformats.org/drawingml/2006/main" noGrp="1"/>
          </p:cNvSpPr>
          <p:nvPr/>
        </p:nvSpPr>
        <p:spPr>
          <a:xfrm xmlns:a="http://schemas.openxmlformats.org/drawingml/2006/main">
            <a:off x="4238625" y="26860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74세 · 회장</a:t>
            </a:r>
          </a:p>
        </p:txBody>
      </p:sp>
      <p:sp>
        <p:nvSpPr>
          <p:cNvPr id="15" name="">
            <a:extLst xmlns:a="http://schemas.openxmlformats.org/drawingml/2006/main">
              <a:ext uri="{FF2B5EF4-FFF2-40B4-BE49-F238E27FC236}">
                <a16:creationId xmlns:a16="http://schemas.microsoft.com/office/drawing/2014/main" id="{5478BF81-BB2E-45EA-9B84-B434D2150CD2}"/>
              </a:ext>
            </a:extLst>
          </p:cNvPr>
          <p:cNvSpPr>
            <a:spLocks xmlns:a="http://schemas.openxmlformats.org/drawingml/2006/main" noGrp="1"/>
          </p:cNvSpPr>
          <p:nvPr/>
        </p:nvSpPr>
        <p:spPr>
          <a:xfrm xmlns:a="http://schemas.openxmlformats.org/drawingml/2006/main">
            <a:off x="6057900" y="12954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16" name="★ 4.5">
            <a:extLst xmlns:a="http://schemas.openxmlformats.org/drawingml/2006/main">
              <a:ext uri="{FF2B5EF4-FFF2-40B4-BE49-F238E27FC236}">
                <a16:creationId xmlns:a16="http://schemas.microsoft.com/office/drawing/2014/main" id="{3D5587DA-4FAF-48CE-9F0B-DF9CA931BA67}"/>
              </a:ext>
            </a:extLst>
          </p:cNvPr>
          <p:cNvSpPr>
            <a:spLocks xmlns:a="http://schemas.openxmlformats.org/drawingml/2006/main" noGrp="1"/>
          </p:cNvSpPr>
          <p:nvPr/>
        </p:nvSpPr>
        <p:spPr>
          <a:xfrm xmlns:a="http://schemas.openxmlformats.org/drawingml/2006/main">
            <a:off x="6219825" y="14097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4.5</a:t>
            </a:r>
          </a:p>
        </p:txBody>
      </p:sp>
      <p:sp>
        <p:nvSpPr>
          <p:cNvPr id="17" name="“휴대폰으로 자료를 보고 참석 여부와 의견을 따로 남길 수 있으니, 회의에 못 가도 제 뜻은 전할 수 있겠어요.”">
            <a:extLst xmlns:a="http://schemas.openxmlformats.org/drawingml/2006/main">
              <a:ext uri="{FF2B5EF4-FFF2-40B4-BE49-F238E27FC236}">
                <a16:creationId xmlns:a16="http://schemas.microsoft.com/office/drawing/2014/main" id="{B5F89D6F-7778-4C01-A81D-78C5515C6B5E}"/>
              </a:ext>
            </a:extLst>
          </p:cNvPr>
          <p:cNvSpPr>
            <a:spLocks xmlns:a="http://schemas.openxmlformats.org/drawingml/2006/main" noGrp="1"/>
          </p:cNvSpPr>
          <p:nvPr/>
        </p:nvSpPr>
        <p:spPr>
          <a:xfrm xmlns:a="http://schemas.openxmlformats.org/drawingml/2006/main">
            <a:off x="6219825" y="17907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“휴대폰으로 자료를 보고 참석</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여부와 의견을 따로 남길 수 있으니,</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회의에 못 가도 제 뜻은 전할 수</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있겠어요.”</a:t>
            </a:r>
          </a:p>
        </p:txBody>
      </p:sp>
      <p:sp>
        <p:nvSpPr>
          <p:cNvPr id="18" name="이서연">
            <a:extLst xmlns:a="http://schemas.openxmlformats.org/drawingml/2006/main">
              <a:ext uri="{FF2B5EF4-FFF2-40B4-BE49-F238E27FC236}">
                <a16:creationId xmlns:a16="http://schemas.microsoft.com/office/drawing/2014/main" id="{33175D5D-0A2E-473E-9E70-7A68C704F5B8}"/>
              </a:ext>
            </a:extLst>
          </p:cNvPr>
          <p:cNvSpPr>
            <a:spLocks xmlns:a="http://schemas.openxmlformats.org/drawingml/2006/main" noGrp="1"/>
          </p:cNvSpPr>
          <p:nvPr/>
        </p:nvSpPr>
        <p:spPr>
          <a:xfrm xmlns:a="http://schemas.openxmlformats.org/drawingml/2006/main">
            <a:off x="6219825" y="26479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이서연</a:t>
            </a:r>
          </a:p>
        </p:txBody>
      </p:sp>
      <p:sp>
        <p:nvSpPr>
          <p:cNvPr id="19" name="42세 · 종원">
            <a:extLst xmlns:a="http://schemas.openxmlformats.org/drawingml/2006/main">
              <a:ext uri="{FF2B5EF4-FFF2-40B4-BE49-F238E27FC236}">
                <a16:creationId xmlns:a16="http://schemas.microsoft.com/office/drawing/2014/main" id="{052BC8A7-0DCF-4A7A-BD35-1242A51BFF2D}"/>
              </a:ext>
            </a:extLst>
          </p:cNvPr>
          <p:cNvSpPr>
            <a:spLocks xmlns:a="http://schemas.openxmlformats.org/drawingml/2006/main" noGrp="1"/>
          </p:cNvSpPr>
          <p:nvPr/>
        </p:nvSpPr>
        <p:spPr>
          <a:xfrm xmlns:a="http://schemas.openxmlformats.org/drawingml/2006/main">
            <a:off x="7019925" y="26860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42세 · 종원</a:t>
            </a:r>
          </a:p>
        </p:txBody>
      </p:sp>
      <p:sp>
        <p:nvSpPr>
          <p:cNvPr id="20" name="">
            <a:extLst xmlns:a="http://schemas.openxmlformats.org/drawingml/2006/main">
              <a:ext uri="{FF2B5EF4-FFF2-40B4-BE49-F238E27FC236}">
                <a16:creationId xmlns:a16="http://schemas.microsoft.com/office/drawing/2014/main" id="{CAB7FE2D-D3D1-4F07-951C-2F66C259EEC7}"/>
              </a:ext>
            </a:extLst>
          </p:cNvPr>
          <p:cNvSpPr>
            <a:spLocks xmlns:a="http://schemas.openxmlformats.org/drawingml/2006/main" noGrp="1"/>
          </p:cNvSpPr>
          <p:nvPr/>
        </p:nvSpPr>
        <p:spPr>
          <a:xfrm xmlns:a="http://schemas.openxmlformats.org/drawingml/2006/main">
            <a:off x="495300" y="30480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21" name="★ 4.0">
            <a:extLst xmlns:a="http://schemas.openxmlformats.org/drawingml/2006/main">
              <a:ext uri="{FF2B5EF4-FFF2-40B4-BE49-F238E27FC236}">
                <a16:creationId xmlns:a16="http://schemas.microsoft.com/office/drawing/2014/main" id="{548BD9E3-D760-48BF-8FE1-DA5F1A616E9B}"/>
              </a:ext>
            </a:extLst>
          </p:cNvPr>
          <p:cNvSpPr>
            <a:spLocks xmlns:a="http://schemas.openxmlformats.org/drawingml/2006/main" noGrp="1"/>
          </p:cNvSpPr>
          <p:nvPr/>
        </p:nvSpPr>
        <p:spPr>
          <a:xfrm xmlns:a="http://schemas.openxmlformats.org/drawingml/2006/main">
            <a:off x="657225" y="3162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4.0</a:t>
            </a:r>
          </a:p>
        </p:txBody>
      </p:sp>
      <p:sp>
        <p:nvSpPr>
          <p:cNvPr id="22" name="“가입 안 해도 총무가 제 말을 기록해주는 건 좋은데, 중요한 안건은 계속 전화로 설명해줬으면 해요.”">
            <a:extLst xmlns:a="http://schemas.openxmlformats.org/drawingml/2006/main">
              <a:ext uri="{FF2B5EF4-FFF2-40B4-BE49-F238E27FC236}">
                <a16:creationId xmlns:a16="http://schemas.microsoft.com/office/drawing/2014/main" id="{D9AD0036-5447-4F94-AF54-E042C776356E}"/>
              </a:ext>
            </a:extLst>
          </p:cNvPr>
          <p:cNvSpPr>
            <a:spLocks xmlns:a="http://schemas.openxmlformats.org/drawingml/2006/main" noGrp="1"/>
          </p:cNvSpPr>
          <p:nvPr/>
        </p:nvSpPr>
        <p:spPr>
          <a:xfrm xmlns:a="http://schemas.openxmlformats.org/drawingml/2006/main">
            <a:off x="657225" y="35433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“가입 안 해도 총무가 제 말을</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기록해주는 건 좋은데, 중요한</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안건은 계속 전화로 설명해줬으면</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해요.”</a:t>
            </a:r>
          </a:p>
        </p:txBody>
      </p:sp>
      <p:sp>
        <p:nvSpPr>
          <p:cNvPr id="23" name="이순자">
            <a:extLst xmlns:a="http://schemas.openxmlformats.org/drawingml/2006/main">
              <a:ext uri="{FF2B5EF4-FFF2-40B4-BE49-F238E27FC236}">
                <a16:creationId xmlns:a16="http://schemas.microsoft.com/office/drawing/2014/main" id="{57DADBCA-734F-4069-871C-90E9CDBFACF6}"/>
              </a:ext>
            </a:extLst>
          </p:cNvPr>
          <p:cNvSpPr>
            <a:spLocks xmlns:a="http://schemas.openxmlformats.org/drawingml/2006/main" noGrp="1"/>
          </p:cNvSpPr>
          <p:nvPr/>
        </p:nvSpPr>
        <p:spPr>
          <a:xfrm xmlns:a="http://schemas.openxmlformats.org/drawingml/2006/main">
            <a:off x="657225" y="44005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이순자</a:t>
            </a:r>
          </a:p>
        </p:txBody>
      </p:sp>
      <p:sp>
        <p:nvSpPr>
          <p:cNvPr id="24" name="81세 · 종원">
            <a:extLst xmlns:a="http://schemas.openxmlformats.org/drawingml/2006/main">
              <a:ext uri="{FF2B5EF4-FFF2-40B4-BE49-F238E27FC236}">
                <a16:creationId xmlns:a16="http://schemas.microsoft.com/office/drawing/2014/main" id="{BFA2C691-3BE7-4A7F-9750-F921ED3E0FE9}"/>
              </a:ext>
            </a:extLst>
          </p:cNvPr>
          <p:cNvSpPr>
            <a:spLocks xmlns:a="http://schemas.openxmlformats.org/drawingml/2006/main" noGrp="1"/>
          </p:cNvSpPr>
          <p:nvPr/>
        </p:nvSpPr>
        <p:spPr>
          <a:xfrm xmlns:a="http://schemas.openxmlformats.org/drawingml/2006/main">
            <a:off x="1457325" y="44386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81세 · 종원</a:t>
            </a:r>
          </a:p>
        </p:txBody>
      </p:sp>
      <p:sp>
        <p:nvSpPr>
          <p:cNvPr id="25" name="">
            <a:extLst xmlns:a="http://schemas.openxmlformats.org/drawingml/2006/main">
              <a:ext uri="{FF2B5EF4-FFF2-40B4-BE49-F238E27FC236}">
                <a16:creationId xmlns:a16="http://schemas.microsoft.com/office/drawing/2014/main" id="{3EE9123A-26B7-4B37-88AB-5E455CD95E55}"/>
              </a:ext>
            </a:extLst>
          </p:cNvPr>
          <p:cNvSpPr>
            <a:spLocks xmlns:a="http://schemas.openxmlformats.org/drawingml/2006/main" noGrp="1"/>
          </p:cNvSpPr>
          <p:nvPr/>
        </p:nvSpPr>
        <p:spPr>
          <a:xfrm xmlns:a="http://schemas.openxmlformats.org/drawingml/2006/main">
            <a:off x="3276600" y="30480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26" name="★ 4.5">
            <a:extLst xmlns:a="http://schemas.openxmlformats.org/drawingml/2006/main">
              <a:ext uri="{FF2B5EF4-FFF2-40B4-BE49-F238E27FC236}">
                <a16:creationId xmlns:a16="http://schemas.microsoft.com/office/drawing/2014/main" id="{AA304622-D30F-4759-B538-06D0BAB56B44}"/>
              </a:ext>
            </a:extLst>
          </p:cNvPr>
          <p:cNvSpPr>
            <a:spLocks xmlns:a="http://schemas.openxmlformats.org/drawingml/2006/main" noGrp="1"/>
          </p:cNvSpPr>
          <p:nvPr/>
        </p:nvSpPr>
        <p:spPr>
          <a:xfrm xmlns:a="http://schemas.openxmlformats.org/drawingml/2006/main">
            <a:off x="3438525" y="3162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4.5</a:t>
            </a:r>
          </a:p>
        </p:txBody>
      </p:sp>
      <p:sp>
        <p:nvSpPr>
          <p:cNvPr id="27" name="“회의록 원본과 정정 이유를 직접 확인할 수 있으니, 말이 엇갈려도 어떤 기록부터 봐야 할지는 알겠네요.”">
            <a:extLst xmlns:a="http://schemas.openxmlformats.org/drawingml/2006/main">
              <a:ext uri="{FF2B5EF4-FFF2-40B4-BE49-F238E27FC236}">
                <a16:creationId xmlns:a16="http://schemas.microsoft.com/office/drawing/2014/main" id="{325D9E59-59BF-4607-BEB4-F4110D126A72}"/>
              </a:ext>
            </a:extLst>
          </p:cNvPr>
          <p:cNvSpPr>
            <a:spLocks xmlns:a="http://schemas.openxmlformats.org/drawingml/2006/main" noGrp="1"/>
          </p:cNvSpPr>
          <p:nvPr/>
        </p:nvSpPr>
        <p:spPr>
          <a:xfrm xmlns:a="http://schemas.openxmlformats.org/drawingml/2006/main">
            <a:off x="3438525" y="35433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“회의록 원본과 정정 이유를 직접</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확인할 수 있으니, 말이 엇갈려도</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어떤 기록부터 봐야 할지는</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알겠네요.”</a:t>
            </a:r>
          </a:p>
        </p:txBody>
      </p:sp>
      <p:sp>
        <p:nvSpPr>
          <p:cNvPr id="28" name="이상훈">
            <a:extLst xmlns:a="http://schemas.openxmlformats.org/drawingml/2006/main">
              <a:ext uri="{FF2B5EF4-FFF2-40B4-BE49-F238E27FC236}">
                <a16:creationId xmlns:a16="http://schemas.microsoft.com/office/drawing/2014/main" id="{A2B316D5-ACF5-4C7F-901A-6759E020890E}"/>
              </a:ext>
            </a:extLst>
          </p:cNvPr>
          <p:cNvSpPr>
            <a:spLocks xmlns:a="http://schemas.openxmlformats.org/drawingml/2006/main" noGrp="1"/>
          </p:cNvSpPr>
          <p:nvPr/>
        </p:nvSpPr>
        <p:spPr>
          <a:xfrm xmlns:a="http://schemas.openxmlformats.org/drawingml/2006/main">
            <a:off x="3438525" y="44005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이상훈</a:t>
            </a:r>
          </a:p>
        </p:txBody>
      </p:sp>
      <p:sp>
        <p:nvSpPr>
          <p:cNvPr id="29" name="55세 · 종원">
            <a:extLst xmlns:a="http://schemas.openxmlformats.org/drawingml/2006/main">
              <a:ext uri="{FF2B5EF4-FFF2-40B4-BE49-F238E27FC236}">
                <a16:creationId xmlns:a16="http://schemas.microsoft.com/office/drawing/2014/main" id="{A7DA1690-80AF-4BD6-9ED9-DF0234F33B5B}"/>
              </a:ext>
            </a:extLst>
          </p:cNvPr>
          <p:cNvSpPr>
            <a:spLocks xmlns:a="http://schemas.openxmlformats.org/drawingml/2006/main" noGrp="1"/>
          </p:cNvSpPr>
          <p:nvPr/>
        </p:nvSpPr>
        <p:spPr>
          <a:xfrm xmlns:a="http://schemas.openxmlformats.org/drawingml/2006/main">
            <a:off x="4238625" y="44386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55세 · 종원</a:t>
            </a:r>
          </a:p>
        </p:txBody>
      </p:sp>
      <p:sp>
        <p:nvSpPr>
          <p:cNvPr id="30" name="">
            <a:extLst xmlns:a="http://schemas.openxmlformats.org/drawingml/2006/main">
              <a:ext uri="{FF2B5EF4-FFF2-40B4-BE49-F238E27FC236}">
                <a16:creationId xmlns:a16="http://schemas.microsoft.com/office/drawing/2014/main" id="{408E53AC-1CD5-4509-84B8-CBD71191ECF0}"/>
              </a:ext>
            </a:extLst>
          </p:cNvPr>
          <p:cNvSpPr>
            <a:spLocks xmlns:a="http://schemas.openxmlformats.org/drawingml/2006/main" noGrp="1"/>
          </p:cNvSpPr>
          <p:nvPr/>
        </p:nvSpPr>
        <p:spPr>
          <a:xfrm xmlns:a="http://schemas.openxmlformats.org/drawingml/2006/main">
            <a:off x="6057900" y="30480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31" name="★ 4.5">
            <a:extLst xmlns:a="http://schemas.openxmlformats.org/drawingml/2006/main">
              <a:ext uri="{FF2B5EF4-FFF2-40B4-BE49-F238E27FC236}">
                <a16:creationId xmlns:a16="http://schemas.microsoft.com/office/drawing/2014/main" id="{0BB57A5D-1E5E-4317-BF84-959C833D1BFB}"/>
              </a:ext>
            </a:extLst>
          </p:cNvPr>
          <p:cNvSpPr>
            <a:spLocks xmlns:a="http://schemas.openxmlformats.org/drawingml/2006/main" noGrp="1"/>
          </p:cNvSpPr>
          <p:nvPr/>
        </p:nvSpPr>
        <p:spPr>
          <a:xfrm xmlns:a="http://schemas.openxmlformats.org/drawingml/2006/main">
            <a:off x="6219825" y="3162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4.5</a:t>
            </a:r>
          </a:p>
        </p:txBody>
      </p:sp>
      <p:sp>
        <p:nvSpPr>
          <p:cNvPr id="32" name="“신청 목적과 빠진 서류가 정리돼 있으면 상담을 시작하기 수월하고, 원본과 위임 관계 확인에 더 집중할 수 있겠어요.”">
            <a:extLst xmlns:a="http://schemas.openxmlformats.org/drawingml/2006/main">
              <a:ext uri="{FF2B5EF4-FFF2-40B4-BE49-F238E27FC236}">
                <a16:creationId xmlns:a16="http://schemas.microsoft.com/office/drawing/2014/main" id="{31F7BAD3-EDA0-4FDF-B356-3F5D63B37C5D}"/>
              </a:ext>
            </a:extLst>
          </p:cNvPr>
          <p:cNvSpPr>
            <a:spLocks xmlns:a="http://schemas.openxmlformats.org/drawingml/2006/main" noGrp="1"/>
          </p:cNvSpPr>
          <p:nvPr/>
        </p:nvSpPr>
        <p:spPr>
          <a:xfrm xmlns:a="http://schemas.openxmlformats.org/drawingml/2006/main">
            <a:off x="6219825" y="35433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“신청 목적과 빠진 서류가 정리돼</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있으면 상담을 시작하기 수월하고,</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원본과 위임 관계 확인에 더 집중할</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수 있겠어요.”</a:t>
            </a:r>
          </a:p>
        </p:txBody>
      </p:sp>
      <p:sp>
        <p:nvSpPr>
          <p:cNvPr id="33" name="정수민">
            <a:extLst xmlns:a="http://schemas.openxmlformats.org/drawingml/2006/main">
              <a:ext uri="{FF2B5EF4-FFF2-40B4-BE49-F238E27FC236}">
                <a16:creationId xmlns:a16="http://schemas.microsoft.com/office/drawing/2014/main" id="{D6E80AAC-A1B4-4C28-B163-AC9F1640E4AC}"/>
              </a:ext>
            </a:extLst>
          </p:cNvPr>
          <p:cNvSpPr>
            <a:spLocks xmlns:a="http://schemas.openxmlformats.org/drawingml/2006/main" noGrp="1"/>
          </p:cNvSpPr>
          <p:nvPr/>
        </p:nvSpPr>
        <p:spPr>
          <a:xfrm xmlns:a="http://schemas.openxmlformats.org/drawingml/2006/main">
            <a:off x="6219825" y="44005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정수민</a:t>
            </a:r>
          </a:p>
        </p:txBody>
      </p:sp>
      <p:sp>
        <p:nvSpPr>
          <p:cNvPr id="34" name="토지 등기 법무사">
            <a:extLst xmlns:a="http://schemas.openxmlformats.org/drawingml/2006/main">
              <a:ext uri="{FF2B5EF4-FFF2-40B4-BE49-F238E27FC236}">
                <a16:creationId xmlns:a16="http://schemas.microsoft.com/office/drawing/2014/main" id="{B9E9CE9E-BDFC-451F-90E9-C1317AD725AF}"/>
              </a:ext>
            </a:extLst>
          </p:cNvPr>
          <p:cNvSpPr>
            <a:spLocks xmlns:a="http://schemas.openxmlformats.org/drawingml/2006/main" noGrp="1"/>
          </p:cNvSpPr>
          <p:nvPr/>
        </p:nvSpPr>
        <p:spPr>
          <a:xfrm xmlns:a="http://schemas.openxmlformats.org/drawingml/2006/main">
            <a:off x="7019925" y="44386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토지 등기 법무사</a:t>
            </a:r>
          </a:p>
        </p:txBody>
      </p:sp>
    </p:spTree>
    <p:extLst>
      <p:ext uri="{BB962C8B-B14F-4D97-AF65-F5344CB8AC3E}">
        <p14:creationId xmlns:p14="http://schemas.microsoft.com/office/powerpoint/2010/main" val="516187078"/>
      </p:ext>
    </p:extLst>
  </p:cSld>
</p:sld>
</file>

<file path=ppt/slides/slide28.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3" name="One More">
            <a:extLst xmlns:a="http://schemas.openxmlformats.org/drawingml/2006/main">
              <a:ext uri="{FF2B5EF4-FFF2-40B4-BE49-F238E27FC236}">
                <a16:creationId xmlns:a16="http://schemas.microsoft.com/office/drawing/2014/main" id="{04BFB40D-EAD1-4FA1-A69F-34C1E5B86252}"/>
              </a:ext>
            </a:extLst>
          </p:cNvPr>
          <p:cNvSpPr>
            <a:spLocks xmlns:a="http://schemas.openxmlformats.org/drawingml/2006/main" noGrp="1"/>
          </p:cNvSpPr>
          <p:nvPr/>
        </p:nvSpPr>
        <p:spPr>
          <a:xfrm xmlns:a="http://schemas.openxmlformats.org/drawingml/2006/main">
            <a:off x="619125" y="1095375"/>
            <a:ext cx="7962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600" b="1">
                <a:solidFill>
                  <a:srgbClr val="F5F2E9"/>
                </a:solidFill>
                <a:latin typeface="Pretendard"/>
                <a:ea typeface="Pretendard"/>
                <a:cs typeface="Pretendard"/>
              </a:defRPr>
            </a:defPPr>
          </a:lstStyle>
          <a:p xmlns:a="http://schemas.openxmlformats.org/drawingml/2006/main">
            <a:pPr algn="l">
              <a:defRPr sz="6600" b="1">
                <a:solidFill>
                  <a:srgbClr val="F5F2E9"/>
                </a:solidFill>
                <a:latin typeface="Pretendard"/>
                <a:ea typeface="Pretendard"/>
                <a:cs typeface="Pretendard"/>
              </a:defRPr>
            </a:pPr>
            <a:r>
              <a:rPr sz="6600" b="1">
                <a:solidFill>
                  <a:srgbClr val="F5F2E9"/>
                </a:solidFill>
                <a:latin typeface="Pretendard"/>
                <a:ea typeface="Pretendard"/>
                <a:cs typeface="Pretendard"/>
              </a:rPr>
              <a:t>One More</a:t>
            </a:r>
          </a:p>
        </p:txBody>
      </p:sp>
      <p:sp>
        <p:nvSpPr>
          <p:cNvPr id="2" name="Thing">
            <a:extLst xmlns:a="http://schemas.openxmlformats.org/drawingml/2006/main">
              <a:ext uri="{FF2B5EF4-FFF2-40B4-BE49-F238E27FC236}">
                <a16:creationId xmlns:a16="http://schemas.microsoft.com/office/drawing/2014/main" id="{9A3EC96F-CCCD-4C3F-B4C1-35C02EE0BCA8}"/>
              </a:ext>
            </a:extLst>
          </p:cNvPr>
          <p:cNvSpPr>
            <a:spLocks xmlns:a="http://schemas.openxmlformats.org/drawingml/2006/main" noGrp="1"/>
          </p:cNvSpPr>
          <p:nvPr/>
        </p:nvSpPr>
        <p:spPr>
          <a:xfrm xmlns:a="http://schemas.openxmlformats.org/drawingml/2006/main">
            <a:off x="590550" y="2390775"/>
            <a:ext cx="7991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725" b="1">
                <a:solidFill>
                  <a:srgbClr val="F5F2E9"/>
                </a:solidFill>
                <a:latin typeface="Pretendard"/>
                <a:ea typeface="Pretendard"/>
                <a:cs typeface="Pretendard"/>
              </a:defRPr>
            </a:defPPr>
          </a:lstStyle>
          <a:p xmlns:a="http://schemas.openxmlformats.org/drawingml/2006/main">
            <a:pPr algn="l">
              <a:defRPr sz="7725" b="1">
                <a:solidFill>
                  <a:srgbClr val="F5F2E9"/>
                </a:solidFill>
                <a:latin typeface="Pretendard"/>
                <a:ea typeface="Pretendard"/>
                <a:cs typeface="Pretendard"/>
              </a:defRPr>
            </a:pPr>
            <a:r>
              <a:rPr sz="7725" b="1">
                <a:solidFill>
                  <a:srgbClr val="F5F2E9"/>
                </a:solidFill>
                <a:latin typeface="Pretendard"/>
                <a:ea typeface="Pretendard"/>
                <a:cs typeface="Pretendard"/>
              </a:rPr>
              <a:t>Thing</a:t>
            </a:r>
          </a:p>
        </p:txBody>
      </p:sp>
    </p:spTree>
    <p:extLst>
      <p:ext uri="{BB962C8B-B14F-4D97-AF65-F5344CB8AC3E}">
        <p14:creationId xmlns:p14="http://schemas.microsoft.com/office/powerpoint/2010/main" val="219622262"/>
      </p:ext>
    </p:extLst>
  </p:cSld>
</p:sld>
</file>

<file path=ppt/slides/slide2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6" name="One More Thing">
            <a:extLst xmlns:a="http://schemas.openxmlformats.org/drawingml/2006/main">
              <a:ext uri="{FF2B5EF4-FFF2-40B4-BE49-F238E27FC236}">
                <a16:creationId xmlns:a16="http://schemas.microsoft.com/office/drawing/2014/main" id="{EB5EFA2F-D72F-4870-8D81-C274E139B23B}"/>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One More Thing</a:t>
            </a:r>
          </a:p>
        </p:txBody>
      </p:sp>
      <p:sp>
        <p:nvSpPr>
          <p:cNvPr id="2" name="For Agents">
            <a:extLst xmlns:a="http://schemas.openxmlformats.org/drawingml/2006/main">
              <a:ext uri="{FF2B5EF4-FFF2-40B4-BE49-F238E27FC236}">
                <a16:creationId xmlns:a16="http://schemas.microsoft.com/office/drawing/2014/main" id="{297C86AD-B26B-4BCD-B40B-FA753FA4BA71}"/>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For Agents</a:t>
            </a:r>
          </a:p>
        </p:txBody>
      </p:sp>
      <p:sp>
        <p:nvSpPr>
          <p:cNvPr id="3" name="29">
            <a:extLst xmlns:a="http://schemas.openxmlformats.org/drawingml/2006/main">
              <a:ext uri="{FF2B5EF4-FFF2-40B4-BE49-F238E27FC236}">
                <a16:creationId xmlns:a16="http://schemas.microsoft.com/office/drawing/2014/main" id="{2E5DBFB0-BB43-45CC-BB86-224B6B02B4B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29</a:t>
            </a:r>
          </a:p>
        </p:txBody>
      </p:sp>
      <p:sp>
        <p:nvSpPr>
          <p:cNvPr id="4" name="">
            <a:extLst xmlns:a="http://schemas.openxmlformats.org/drawingml/2006/main">
              <a:ext uri="{FF2B5EF4-FFF2-40B4-BE49-F238E27FC236}">
                <a16:creationId xmlns:a16="http://schemas.microsoft.com/office/drawing/2014/main" id="{D0A1E321-44E1-4FBF-A6B2-B1F441928F5D}"/>
              </a:ext>
            </a:extLst>
          </p:cNvPr>
          <p:cNvSpPr>
            <a:spLocks xmlns:a="http://schemas.openxmlformats.org/drawingml/2006/main" noGrp="1"/>
          </p:cNvSpPr>
          <p:nvPr/>
        </p:nvSpPr>
        <p:spPr>
          <a:xfrm xmlns:a="http://schemas.openxmlformats.org/drawingml/2006/main">
            <a:off x="1009650" y="173355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5E0D177-4AE5-48E5-AB3A-F506543362C4}"/>
              </a:ext>
            </a:extLst>
          </p:cNvPr>
          <p:cNvPicPr>
            <a:picLocks xmlns:a="http://schemas.openxmlformats.org/drawingml/2006/main" noChangeAspect="1"/>
          </p:cNvPicPr>
          <p:nvPr/>
        </p:nvPicPr>
        <p:blipFill>
          <a:blip xmlns:r="http://schemas.openxmlformats.org/officeDocument/2006/relationships" xmlns:a="http://schemas.openxmlformats.org/drawingml/2006/main" r:embed="Rd56102cfdf28419c"/>
          <a:stretch xmlns:a="http://schemas.openxmlformats.org/drawingml/2006/main"/>
        </p:blipFill>
        <p:spPr>
          <a:xfrm xmlns:a="http://schemas.openxmlformats.org/drawingml/2006/main">
            <a:off x="1390650" y="2114550"/>
            <a:ext cx="685800" cy="685800"/>
          </a:xfrm>
          <a:prstGeom xmlns:a="http://schemas.openxmlformats.org/drawingml/2006/main" prst="rect">
            <a:avLst/>
          </a:prstGeom>
        </p:spPr>
      </p:pic>
      <p:sp>
        <p:nvSpPr>
          <p:cNvPr id="6" name="Skills">
            <a:extLst xmlns:a="http://schemas.openxmlformats.org/drawingml/2006/main">
              <a:ext uri="{FF2B5EF4-FFF2-40B4-BE49-F238E27FC236}">
                <a16:creationId xmlns:a16="http://schemas.microsoft.com/office/drawing/2014/main" id="{7B4E6379-4304-4B4C-9912-D4930234F002}"/>
              </a:ext>
            </a:extLst>
          </p:cNvPr>
          <p:cNvSpPr>
            <a:spLocks xmlns:a="http://schemas.openxmlformats.org/drawingml/2006/main" noGrp="1"/>
          </p:cNvSpPr>
          <p:nvPr/>
        </p:nvSpPr>
        <p:spPr>
          <a:xfrm xmlns:a="http://schemas.openxmlformats.org/drawingml/2006/main">
            <a:off x="5524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Skills</a:t>
            </a:r>
          </a:p>
        </p:txBody>
      </p:sp>
      <p:sp>
        <p:nvSpPr>
          <p:cNvPr id="7" name="업무 절차">
            <a:extLst xmlns:a="http://schemas.openxmlformats.org/drawingml/2006/main">
              <a:ext uri="{FF2B5EF4-FFF2-40B4-BE49-F238E27FC236}">
                <a16:creationId xmlns:a16="http://schemas.microsoft.com/office/drawing/2014/main" id="{C86773E4-46A8-4ABF-AD3E-615C43E7AAB4}"/>
              </a:ext>
            </a:extLst>
          </p:cNvPr>
          <p:cNvSpPr>
            <a:spLocks xmlns:a="http://schemas.openxmlformats.org/drawingml/2006/main" noGrp="1"/>
          </p:cNvSpPr>
          <p:nvPr/>
        </p:nvSpPr>
        <p:spPr>
          <a:xfrm xmlns:a="http://schemas.openxmlformats.org/drawingml/2006/main">
            <a:off x="7048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업무 절차</a:t>
            </a:r>
          </a:p>
        </p:txBody>
      </p:sp>
      <p:sp>
        <p:nvSpPr>
          <p:cNvPr id="8" name="">
            <a:extLst xmlns:a="http://schemas.openxmlformats.org/drawingml/2006/main">
              <a:ext uri="{FF2B5EF4-FFF2-40B4-BE49-F238E27FC236}">
                <a16:creationId xmlns:a16="http://schemas.microsoft.com/office/drawing/2014/main" id="{F366780D-265F-4D07-9F5D-707D3AD27457}"/>
              </a:ext>
            </a:extLst>
          </p:cNvPr>
          <p:cNvSpPr>
            <a:spLocks xmlns:a="http://schemas.openxmlformats.org/drawingml/2006/main" noGrp="1"/>
          </p:cNvSpPr>
          <p:nvPr/>
        </p:nvSpPr>
        <p:spPr>
          <a:xfrm xmlns:a="http://schemas.openxmlformats.org/drawingml/2006/main">
            <a:off x="3829050" y="1733550"/>
            <a:ext cx="1447800" cy="144780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1A8C89B9-7E6E-4083-9F89-092631919D76}"/>
              </a:ext>
            </a:extLst>
          </p:cNvPr>
          <p:cNvPicPr>
            <a:picLocks xmlns:a="http://schemas.openxmlformats.org/drawingml/2006/main" noChangeAspect="1"/>
          </p:cNvPicPr>
          <p:nvPr/>
        </p:nvPicPr>
        <p:blipFill>
          <a:blip xmlns:r="http://schemas.openxmlformats.org/officeDocument/2006/relationships" xmlns:a="http://schemas.openxmlformats.org/drawingml/2006/main" r:embed="R38bfaf4d672840e9"/>
          <a:stretch xmlns:a="http://schemas.openxmlformats.org/drawingml/2006/main"/>
        </p:blipFill>
        <p:spPr>
          <a:xfrm xmlns:a="http://schemas.openxmlformats.org/drawingml/2006/main">
            <a:off x="4210050" y="2114550"/>
            <a:ext cx="685800" cy="685800"/>
          </a:xfrm>
          <a:prstGeom xmlns:a="http://schemas.openxmlformats.org/drawingml/2006/main" prst="rect">
            <a:avLst/>
          </a:prstGeom>
        </p:spPr>
      </p:pic>
      <p:sp>
        <p:nvSpPr>
          <p:cNvPr id="10" name="MCP">
            <a:extLst xmlns:a="http://schemas.openxmlformats.org/drawingml/2006/main">
              <a:ext uri="{FF2B5EF4-FFF2-40B4-BE49-F238E27FC236}">
                <a16:creationId xmlns:a16="http://schemas.microsoft.com/office/drawing/2014/main" id="{EE5A2C79-12D7-4450-AD61-2DFEA49BD04F}"/>
              </a:ext>
            </a:extLst>
          </p:cNvPr>
          <p:cNvSpPr>
            <a:spLocks xmlns:a="http://schemas.openxmlformats.org/drawingml/2006/main" noGrp="1"/>
          </p:cNvSpPr>
          <p:nvPr/>
        </p:nvSpPr>
        <p:spPr>
          <a:xfrm xmlns:a="http://schemas.openxmlformats.org/drawingml/2006/main">
            <a:off x="33718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MCP</a:t>
            </a:r>
          </a:p>
        </p:txBody>
      </p:sp>
      <p:sp>
        <p:nvSpPr>
          <p:cNvPr id="11" name="조회 · 실행">
            <a:extLst xmlns:a="http://schemas.openxmlformats.org/drawingml/2006/main">
              <a:ext uri="{FF2B5EF4-FFF2-40B4-BE49-F238E27FC236}">
                <a16:creationId xmlns:a16="http://schemas.microsoft.com/office/drawing/2014/main" id="{ECF63570-BCE1-4010-8AB3-9F119C258CBF}"/>
              </a:ext>
            </a:extLst>
          </p:cNvPr>
          <p:cNvSpPr>
            <a:spLocks xmlns:a="http://schemas.openxmlformats.org/drawingml/2006/main" noGrp="1"/>
          </p:cNvSpPr>
          <p:nvPr/>
        </p:nvSpPr>
        <p:spPr>
          <a:xfrm xmlns:a="http://schemas.openxmlformats.org/drawingml/2006/main">
            <a:off x="35242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조회 · 실행</a:t>
            </a:r>
          </a:p>
        </p:txBody>
      </p:sp>
      <p:sp>
        <p:nvSpPr>
          <p:cNvPr id="12" name="">
            <a:extLst xmlns:a="http://schemas.openxmlformats.org/drawingml/2006/main">
              <a:ext uri="{FF2B5EF4-FFF2-40B4-BE49-F238E27FC236}">
                <a16:creationId xmlns:a16="http://schemas.microsoft.com/office/drawing/2014/main" id="{06BE6C67-61A9-479E-89CB-454F99628441}"/>
              </a:ext>
            </a:extLst>
          </p:cNvPr>
          <p:cNvSpPr>
            <a:spLocks xmlns:a="http://schemas.openxmlformats.org/drawingml/2006/main" noGrp="1"/>
          </p:cNvSpPr>
          <p:nvPr/>
        </p:nvSpPr>
        <p:spPr>
          <a:xfrm xmlns:a="http://schemas.openxmlformats.org/drawingml/2006/main">
            <a:off x="6648450" y="173355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C707DBCE-772F-4229-A79C-91D7D16F0056}"/>
              </a:ext>
            </a:extLst>
          </p:cNvPr>
          <p:cNvPicPr>
            <a:picLocks xmlns:a="http://schemas.openxmlformats.org/drawingml/2006/main" noChangeAspect="1"/>
          </p:cNvPicPr>
          <p:nvPr/>
        </p:nvPicPr>
        <p:blipFill>
          <a:blip xmlns:r="http://schemas.openxmlformats.org/officeDocument/2006/relationships" xmlns:a="http://schemas.openxmlformats.org/drawingml/2006/main" r:embed="R3dcea33b545a44b3"/>
          <a:stretch xmlns:a="http://schemas.openxmlformats.org/drawingml/2006/main"/>
        </p:blipFill>
        <p:spPr>
          <a:xfrm xmlns:a="http://schemas.openxmlformats.org/drawingml/2006/main">
            <a:off x="7029450" y="2114550"/>
            <a:ext cx="685800" cy="685800"/>
          </a:xfrm>
          <a:prstGeom xmlns:a="http://schemas.openxmlformats.org/drawingml/2006/main" prst="rect">
            <a:avLst/>
          </a:prstGeom>
        </p:spPr>
      </p:pic>
      <p:sp>
        <p:nvSpPr>
          <p:cNvPr id="14" name="MCP Events">
            <a:extLst xmlns:a="http://schemas.openxmlformats.org/drawingml/2006/main">
              <a:ext uri="{FF2B5EF4-FFF2-40B4-BE49-F238E27FC236}">
                <a16:creationId xmlns:a16="http://schemas.microsoft.com/office/drawing/2014/main" id="{9312D773-B000-4EBE-9F4C-627B13FC2817}"/>
              </a:ext>
            </a:extLst>
          </p:cNvPr>
          <p:cNvSpPr>
            <a:spLocks xmlns:a="http://schemas.openxmlformats.org/drawingml/2006/main" noGrp="1"/>
          </p:cNvSpPr>
          <p:nvPr/>
        </p:nvSpPr>
        <p:spPr>
          <a:xfrm xmlns:a="http://schemas.openxmlformats.org/drawingml/2006/main">
            <a:off x="61912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MCP Events</a:t>
            </a:r>
          </a:p>
        </p:txBody>
      </p:sp>
      <p:sp>
        <p:nvSpPr>
          <p:cNvPr id="15" name="변경 알림">
            <a:extLst xmlns:a="http://schemas.openxmlformats.org/drawingml/2006/main">
              <a:ext uri="{FF2B5EF4-FFF2-40B4-BE49-F238E27FC236}">
                <a16:creationId xmlns:a16="http://schemas.microsoft.com/office/drawing/2014/main" id="{D0D47C3B-3B22-4FDC-9EAE-837A29E8DBA3}"/>
              </a:ext>
            </a:extLst>
          </p:cNvPr>
          <p:cNvSpPr>
            <a:spLocks xmlns:a="http://schemas.openxmlformats.org/drawingml/2006/main" noGrp="1"/>
          </p:cNvSpPr>
          <p:nvPr/>
        </p:nvSpPr>
        <p:spPr>
          <a:xfrm xmlns:a="http://schemas.openxmlformats.org/drawingml/2006/main">
            <a:off x="63436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변경 알림</a:t>
            </a:r>
          </a:p>
        </p:txBody>
      </p:sp>
    </p:spTree>
    <p:extLst>
      <p:ext uri="{BB962C8B-B14F-4D97-AF65-F5344CB8AC3E}">
        <p14:creationId xmlns:p14="http://schemas.microsoft.com/office/powerpoint/2010/main" val="453220881"/>
      </p:ext>
    </p:extLst>
  </p:cSld>
</p:sld>
</file>

<file path=ppt/slides/slide3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One More Thing">
            <a:extLst xmlns:a="http://schemas.openxmlformats.org/drawingml/2006/main">
              <a:ext uri="{FF2B5EF4-FFF2-40B4-BE49-F238E27FC236}">
                <a16:creationId xmlns:a16="http://schemas.microsoft.com/office/drawing/2014/main" id="{1746F220-27C2-4FAE-B859-D7A433174A03}"/>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One More Thing</a:t>
            </a:r>
          </a:p>
        </p:txBody>
      </p:sp>
      <p:sp>
        <p:nvSpPr>
          <p:cNvPr id="2" name="ChatGPT로 명문가에 연결">
            <a:extLst xmlns:a="http://schemas.openxmlformats.org/drawingml/2006/main">
              <a:ext uri="{FF2B5EF4-FFF2-40B4-BE49-F238E27FC236}">
                <a16:creationId xmlns:a16="http://schemas.microsoft.com/office/drawing/2014/main" id="{E94747CE-F96C-4499-BAD4-312B0FD2ECA8}"/>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ChatGPT로 명문가에 연결</a:t>
            </a:r>
          </a:p>
        </p:txBody>
      </p:sp>
      <p:sp>
        <p:nvSpPr>
          <p:cNvPr id="3" name="30">
            <a:extLst xmlns:a="http://schemas.openxmlformats.org/drawingml/2006/main">
              <a:ext uri="{FF2B5EF4-FFF2-40B4-BE49-F238E27FC236}">
                <a16:creationId xmlns:a16="http://schemas.microsoft.com/office/drawing/2014/main" id="{FE45C8F7-99A1-46D4-BACB-ABD9EDC3A1B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30</a:t>
            </a:r>
          </a:p>
        </p:txBody>
      </p:sp>
      <p:pic>
        <p:nvPicPr>
          <p:cNvPr id="4" name="">
            <a:extLst xmlns:a="http://schemas.openxmlformats.org/drawingml/2006/main">
              <a:ext uri="{FF2B5EF4-FFF2-40B4-BE49-F238E27FC236}">
                <a16:creationId xmlns:a16="http://schemas.microsoft.com/office/drawing/2014/main" id="{626020DF-94F4-4953-BC09-C3E225F8A1B3}"/>
              </a:ext>
            </a:extLst>
          </p:cNvPr>
          <p:cNvPicPr>
            <a:picLocks xmlns:a="http://schemas.openxmlformats.org/drawingml/2006/main" noChangeAspect="1"/>
          </p:cNvPicPr>
          <p:nvPr/>
        </p:nvPicPr>
        <p:blipFill>
          <a:blip xmlns:r="http://schemas.openxmlformats.org/officeDocument/2006/relationships" xmlns:a="http://schemas.openxmlformats.org/drawingml/2006/main" r:embed="Reb4c2517e4d741a2"/>
          <a:stretch xmlns:a="http://schemas.openxmlformats.org/drawingml/2006/main"/>
        </p:blipFill>
        <p:spPr>
          <a:xfrm xmlns:a="http://schemas.openxmlformats.org/drawingml/2006/main">
            <a:off x="2533650" y="1394441"/>
            <a:ext cx="4086225" cy="3335694"/>
          </a:xfrm>
          <a:prstGeom xmlns:a="http://schemas.openxmlformats.org/drawingml/2006/main" prst="rect">
            <a:avLst/>
          </a:prstGeom>
        </p:spPr>
      </p:pic>
    </p:spTree>
    <p:extLst>
      <p:ext uri="{BB962C8B-B14F-4D97-AF65-F5344CB8AC3E}">
        <p14:creationId xmlns:p14="http://schemas.microsoft.com/office/powerpoint/2010/main" val="551427693"/>
      </p:ext>
    </p:extLst>
  </p:cSld>
</p:sld>
</file>

<file path=ppt/slides/slide3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F4FC87D-6193-4B6D-9406-33D09022B295}"/>
              </a:ext>
            </a:extLst>
          </p:cNvPr>
          <p:cNvPicPr>
            <a:picLocks xmlns:a="http://schemas.openxmlformats.org/drawingml/2006/main" noChangeAspect="1"/>
          </p:cNvPicPr>
          <p:nvPr/>
        </p:nvPicPr>
        <p:blipFill>
          <a:blip xmlns:r="http://schemas.openxmlformats.org/officeDocument/2006/relationships" xmlns:a="http://schemas.openxmlformats.org/drawingml/2006/main" r:embed="Rba53ede9e5884fd9"/>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068E9EF6-86B1-43C7-AB1C-A8522F7CA9D3}"/>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C79D25E9-E986-4D0B-9D9A-C4EE73002CEC}"/>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4F22C6E3-1EC2-411E-8B2A-A3D635E3A962}"/>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1864672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2026-10-09T06:11:15.4420000Z</dcterms:created>
  <dcterms:modified xsi:type="dcterms:W3CDTF">2026-10-09T06:11:15.4430000Z</dcterms:modified>
</coreProperties>
</file>